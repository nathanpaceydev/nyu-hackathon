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6.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4d53157b7864301" /><Relationship Type="http://schemas.openxmlformats.org/officeDocument/2006/relationships/extended-properties" Target="/docProps/app.xml" Id="R3ed443772c47459d" /><Relationship Type="http://schemas.openxmlformats.org/officeDocument/2006/relationships/officeDocument" Target="/ppt/presentation.xml" Id="Rd060beb9f660478a" /></Relationships>
</file>

<file path=ppt/presentation.xml><?xml version="1.0" encoding="utf-8"?>
<p:presentation xmlns:p="http://schemas.openxmlformats.org/presentationml/2006/main">
  <p:sldMasterIdLst>
    <p:sldMasterId xmlns:r="http://schemas.openxmlformats.org/officeDocument/2006/relationships" id="2147483648" r:id="R810a88c14bbf47c9"/>
  </p:sldMasterIdLst>
  <p:notesMasterIdLst>
    <p:notesMasterId xmlns:r="http://schemas.openxmlformats.org/officeDocument/2006/relationships" r:id="R80db2f7099ff4d57"/>
  </p:notesMasterIdLst>
  <p:sldIdLst>
    <p:sldId xmlns:r="http://schemas.openxmlformats.org/officeDocument/2006/relationships" id="256" r:id="Rec54e121dc2c4af0"/>
    <p:sldId xmlns:r="http://schemas.openxmlformats.org/officeDocument/2006/relationships" id="257" r:id="Re380adf7a55a4375"/>
    <p:sldId xmlns:r="http://schemas.openxmlformats.org/officeDocument/2006/relationships" id="258" r:id="R2fbd9a24cb3942ed"/>
    <p:sldId xmlns:r="http://schemas.openxmlformats.org/officeDocument/2006/relationships" id="259" r:id="R00723e95ab9047af"/>
    <p:sldId xmlns:r="http://schemas.openxmlformats.org/officeDocument/2006/relationships" id="260" r:id="R8e6d87249a9d44eb"/>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d389b442e04e64" /><Relationship Type="http://schemas.openxmlformats.org/officeDocument/2006/relationships/slideMaster" Target="/ppt/slideMasters/slideMaster1.xml" Id="R810a88c14bbf47c9" /><Relationship Type="http://schemas.openxmlformats.org/officeDocument/2006/relationships/notesMaster" Target="/ppt/notesMasters/notesMaster1.xml" Id="R80db2f7099ff4d57" /><Relationship Type="http://schemas.openxmlformats.org/officeDocument/2006/relationships/presProps" Target="/ppt/presProps.xml" Id="Rfdabb04e7f8d4cfe" /><Relationship Type="http://schemas.openxmlformats.org/officeDocument/2006/relationships/tableStyles" Target="/ppt/tableStyles.xml" Id="R8b67e6c57a8c4d91" /><Relationship Type="http://schemas.openxmlformats.org/officeDocument/2006/relationships/slide" Target="/ppt/slides/slide1.xml" Id="Rec54e121dc2c4af0" /><Relationship Type="http://schemas.openxmlformats.org/officeDocument/2006/relationships/slide" Target="/ppt/slides/slide2.xml" Id="Re380adf7a55a4375" /><Relationship Type="http://schemas.openxmlformats.org/officeDocument/2006/relationships/slide" Target="/ppt/slides/slide3.xml" Id="R2fbd9a24cb3942ed" /><Relationship Type="http://schemas.openxmlformats.org/officeDocument/2006/relationships/slide" Target="/ppt/slides/slide4.xml" Id="R00723e95ab9047af" /><Relationship Type="http://schemas.openxmlformats.org/officeDocument/2006/relationships/slide" Target="/ppt/slides/slide5.xml" Id="R8e6d87249a9d44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9fe643ebed40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1327a647ad4470" /><Relationship Type="http://schemas.openxmlformats.org/officeDocument/2006/relationships/notesMaster" Target="/ppt/notesMasters/notesMaster1.xml" Id="Rcddb04d13ecb41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63ddf2427040dd" /><Relationship Type="http://schemas.openxmlformats.org/officeDocument/2006/relationships/notesMaster" Target="/ppt/notesMasters/notesMaster1.xml" Id="R3d54db7cf4a345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18404a57ee4f8d" /><Relationship Type="http://schemas.openxmlformats.org/officeDocument/2006/relationships/notesMaster" Target="/ppt/notesMasters/notesMaster1.xml" Id="Ra0ad5bbf98ff41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190122fdd74e6d" /><Relationship Type="http://schemas.openxmlformats.org/officeDocument/2006/relationships/notesMaster" Target="/ppt/notesMasters/notesMaster1.xml" Id="Raf05523481344a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cc654ef95841c9" /><Relationship Type="http://schemas.openxmlformats.org/officeDocument/2006/relationships/notesMaster" Target="/ppt/notesMasters/notesMaster1.xml" Id="Rc6553b9fe06b4b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Proposed use case; no verified customer or quantified missed-event prevalence. United Nations target definitions: https://sdgs.un.org/goals/goal6 and https://unstats.un.org/sdgs/metadata/?Goal=6&amp;Target= . Target6.3 concerns water quality, pollution reduction, wastewater treatment and safe reuse; target6.4 concerns water-use efficiency and sustainable withdrawals. Our proposed contribution is monitoring, not proven delivery of either target. This is a salt-proxy change detector, not a drinking-water safety test. The supplied template explicitly distinguishes October ideation from the in-person presentation; this concise artifact is created at the user’s request. Working nameTeam7 confirmed; final name and roster remain unconfirmed.</a:t>
            </a:r>
            <a:endParaRPr/>
          </a:p>
          <a:p xmlns:a="http://schemas.openxmlformats.org/drawingml/2006/main">
            <a:pPr marL="0" lvl="0" indent="0" algn="l">
              <a:spcBef>
                <a:spcPts val="0"/>
              </a:spcBef>
              <a:spcAft>
                <a:spcPts val="0"/>
              </a:spcAft>
              <a:buNone/>
            </a:pPr>
            <a:r>
              <a:t>PHOTO SOURCES: Blue Plains aerial by Duane Lempke,2022,CC0: https://commons.wikimedia.org/wiki/File:BluePlainsWaste-4126-022022.jpg . USGS Lincoln Creek sampling by Barbara J Mahler,2013,public domain: https://www.usgs.gov/media/images/collecting-a-water-quality-sample-usgs-regional-stream-quality . Photographs illustrate context; neither location is our pilot or a measured salt incident. They are not proof that our salt proxy detects all visible contamination. SDG definitions: https://sdgs.un.org/goals/goal6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Technical rigor: 30%. Classical matrix operations and Gaussian threshold tests; no quantum computing speedup, QAOA, VQE or QML execution. Covariance is propagated through loss and phase jitter. Objective is minimum error for an unbiased arithmetic-mean estimate under the stated resource constraints; no changing site weights to discard noisy nodes. Theory https://arxiv.org/abs/1711.10459 and https://doi.org/10.1103/PhysRevResearch.2.023030 . Classical estimator is computationally tractable. QC-specific eligibility must be confirmed with organizers. Hack stack: Python, NumPy, SciPy, Matplotlib. No quantum hardware has been built.</a:t>
            </a:r>
            <a:endParaRPr/>
          </a:p>
          <a:p xmlns:a="http://schemas.openxmlformats.org/drawingml/2006/main">
            <a:pPr marL="0" lvl="0" indent="0" algn="l">
              <a:spcBef>
                <a:spcPts val="0"/>
              </a:spcBef>
              <a:spcAft>
                <a:spcPts val="0"/>
              </a:spcAft>
              <a:buNone/>
            </a:pPr>
            <a:r>
              <a:t>NaCl calibration: Saunders https://doi.org/10.1364/AO.55.000947 . Around500mg/kg, dn/dc=1.6207394e-7 RIU/(mg/kg). Effective length10µm is assumed, giving6.5699393e-6rad/(mg/kg). Local concentrations may differ. NaCl-equivalent mg/kg is a nonspecific proxy: no arsenic/nitrate selectivity or mg/L conversion. Classical simulator uses Python, NumPy and SciPy. Hardware remains proposed. Product concept: calibrated optical sampling module with operator software and confirmatory chemical analysis. Quantum-computing emphasis of rubric remains an eligibility question.</a:t>
            </a:r>
            <a:endParaRPr/>
          </a:p>
          <a:p xmlns:a="http://schemas.openxmlformats.org/drawingml/2006/main">
            <a:pPr marL="0" lvl="0" indent="0" algn="l">
              <a:spcBef>
                <a:spcPts val="0"/>
              </a:spcBef>
              <a:spcAft>
                <a:spcPts val="0"/>
              </a:spcAft>
              <a:buNone/>
            </a:pPr>
            <a:r>
              <a:t>results/time_trace.csv. Synthetic changes, not observed water data. Independent optical noise, common OU realization, seed2601006. Optical noise advantage concerns the aggregate; local contrasts do not receive the same benefit.</a:t>
            </a:r>
            <a:endParaRPr/>
          </a:p>
          <a:p xmlns:a="http://schemas.openxmlformats.org/drawingml/2006/main">
            <a:pPr marL="0" lvl="0" indent="0" algn="l">
              <a:spcBef>
                <a:spcPts val="0"/>
              </a:spcBef>
              <a:spcAft>
                <a:spcPts val="0"/>
              </a:spcAft>
              <a:buNone/>
            </a:pPr>
            <a:r>
              <a:t>Source NaCl slope Saunders2016 https://doi.org/10.1364/AO.55.000947 . Mean event.35mg/kg,±25%spatial variation,25s rise,1s sampling. The stationary RMSE does not include transient lag bias. Full trace results/time_trace.csv. Scalar estimator is classical; this does not show quantum computational speedup. Source mode rate1MHz and10dB cap are assumptions.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NaCl: Saunders https://doi.org/10.1364/AO.55.000947 ; squeezing Mehmet https://arxiv.org/abs/1110.3737 ; fiber https://www.corning.com/media/worldwide/coc/documents/Fiber/application-notes/AN2008.pdf ; thermo-optic Kim https://opg.optica.org/abstract.cfm?uri=sensors-2012-STu1F.3 . Supplied Dowran https://doi.org/10.1364/OPTICA.5.000628 reports795nm199kHz air sensitivities8.6/6.8/5.5e-10RIU/sqrtHz; not transferable to1s1550nm water. Supplied Pooser/Lawrie PDF is supporting information of a separate paper. QML https://doi.org/10.3390/quantum8030060 ; matched RBF remains strong. Complete sources and each config parameter in docs/PROJECT_REPORT.md AppendixA.</a:t>
            </a:r>
            <a:endParaRPr/>
          </a:p>
          <a:p xmlns:a="http://schemas.openxmlformats.org/drawingml/2006/main">
            <a:pPr marL="0" lvl="0" indent="0" algn="l">
              <a:spcBef>
                <a:spcPts val="0"/>
              </a:spcBef>
              <a:spcAft>
                <a:spcPts val="0"/>
              </a:spcAft>
              <a:buNone/>
            </a:pPr>
            <a:r>
              <a:t>Pilot eta=.731827,sourceNs1.6 photons/mode,9.18dB squeezing; source cap10dB and mode rate1MHz are engineering targets. Equal launched carrier+squeezed photons, excluding pump and LO electricity. Nearest64distinct supplied USGS-labelled coordinates; route1.3×greatcircle, not surveyed fiber. Sweep includes10mK stress case and1nW–70µW classical power. Ideal lossless uncapped fitM33–64 yields−.953 vs−.500 RMS slope only with growing total squeezing; no deployable1/M claim.13internal model tests;100000 null/alternative draws per strategy verify Gaussian ROC. No field data are generated or claimed; see docs/PROJECT_REPORT.md.</a:t>
            </a:r>
            <a:endParaRPr/>
          </a:p>
          <a:p xmlns:a="http://schemas.openxmlformats.org/drawingml/2006/main">
            <a:pPr marL="0" lvl="0" indent="0" algn="l">
              <a:spcBef>
                <a:spcPts val="0"/>
              </a:spcBef>
              <a:spcAft>
                <a:spcPts val="0"/>
              </a:spcAft>
              <a:buNone/>
            </a:pPr>
            <a:r>
              <a:t>Computed by src/model.py and results/summary.json. Per-node squeezed budget 0.1 photon/mode, total Ns=0.1 M; equal launched bright-plus-squeezed photon budgets. S4 asymptotic displacement model.</a:t>
            </a:r>
            <a:endParaRPr/>
          </a:p>
          <a:p xmlns:a="http://schemas.openxmlformats.org/drawingml/2006/main">
            <a:pPr marL="0" lvl="0" indent="0" algn="l">
              <a:spcBef>
                <a:spcPts val="0"/>
              </a:spcBef>
              <a:spcAft>
                <a:spcPts val="0"/>
              </a:spcAft>
              <a:buNone/>
            </a:pPr>
            <a:r>
              <a:t>data/site_geometry.csv derives coordinates only from draft. 8889 records reduce to 7704 coordinate pairs; nearest64 selected. As M changes, sampled population changes, so this is not a sensor-reduction claim for one fixed spatial target.</a:t>
            </a:r>
            <a:endParaRPr/>
          </a:p>
          <a:p xmlns:a="http://schemas.openxmlformats.org/drawingml/2006/main">
            <a:pPr marL="0" lvl="0" indent="0" algn="l">
              <a:spcBef>
                <a:spcPts val="0"/>
              </a:spcBef>
              <a:spcAft>
                <a:spcPts val="0"/>
              </a:spcAft>
              <a:buNone/>
            </a:pPr>
            <a:r>
              <a:t>Ideal panel Ns=.1M, no cap/loss/jitter/technical noise; practical source Ns&lt;=2.025. These are different reference scenarios, not a proof of deployable1/Mscaling. All carrier+squeezed photons included, pump and LO electricity excluded. The regional plot changes sampled sites as M increases. Coordinates only transferred from supplied USGS-labelled file, lacking full environmental provenance. Exact values results/summary.json and scaling.csv. Theory https://arxiv.org/abs/1711.10459 ; fiber https://www.corning.com/media/worldwide/coc/documents/Fiber/application-notes/AN2008.pdf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Quantum justification: 20%. This is a prediction for a proposed controlled instrument, not a measured water sensor. Optical RMSE .079619 vs .047583; total precision gain 1.387×. The ambitious common temperature residual is an engineering assumption. Probe photon accounting includes squeezed photons deducted from carrier power, but excludes pump and local oscillator energy.</a:t>
            </a:r>
            <a:endParaRPr/>
          </a:p>
          <a:p xmlns:a="http://schemas.openxmlformats.org/drawingml/2006/main">
            <a:pPr marL="0" lvl="0" indent="0" algn="l">
              <a:spcBef>
                <a:spcPts val="0"/>
              </a:spcBef>
              <a:spcAft>
                <a:spcPts val="0"/>
              </a:spcAft>
              <a:buNone/>
            </a:pPr>
            <a:r>
              <a:t>results/summary.json pilot16. No measured-field accuracy claim. Common residual 50 microkelvin is an ambitious compensated bench target.</a:t>
            </a:r>
            <a:endParaRPr/>
          </a:p>
          <a:p xmlns:a="http://schemas.openxmlformats.org/drawingml/2006/main">
            <a:pPr marL="0" lvl="0" indent="0" algn="l">
              <a:spcBef>
                <a:spcPts val="0"/>
              </a:spcBef>
              <a:spcAft>
                <a:spcPts val="0"/>
              </a:spcAft>
              <a:buNone/>
            </a:pPr>
            <a:r>
              <a:t>Results/summary.json gives27.92% RMSE reduction versus coherent and16.58% versus independent squeezing. At64regional sites compare optimized coherent .0728867 to distributed .0655362mg/kg.10mK residual gives approximately9.137mg/kg for either strategy. More classical power also shrinks total gain. These are conditional predictions, not measured hardware results or experimental proof of the literature. Source plot uses exact model results rounded for spreadsheet portability.</a:t>
            </a:r>
            <a:endParaRPr/>
          </a:p>
          <a:p xmlns:a="http://schemas.openxmlformats.org/drawingml/2006/main">
            <a:pPr marL="0" lvl="0" indent="0" algn="l">
              <a:spcBef>
                <a:spcPts val="0"/>
              </a:spcBef>
              <a:spcAft>
                <a:spcPts val="0"/>
              </a:spcAft>
              <a:buNone/>
            </a:pPr>
            <a:r>
              <a:t>results/detection.csv. Independent Monte Carlo marginal windows, not independent samples of the OU trace. Assumes Gaussian moments including squeeze-angle jitter. Decision threshold is not regulatory. Bonferroni alpha=0.05/3600 bounds hourly familywise false-alarm probability at5% without independence.</a:t>
            </a:r>
            <a:endParaRPr/>
          </a:p>
          <a:p xmlns:a="http://schemas.openxmlformats.org/drawingml/2006/main">
            <a:pPr marL="0" lvl="0" indent="0" algn="l">
              <a:spcBef>
                <a:spcPts val="0"/>
              </a:spcBef>
              <a:spcAft>
                <a:spcPts val="0"/>
              </a:spcAft>
              <a:buNone/>
            </a:pPr>
            <a:r>
              <a:t>Analytic Pdetect .2426817/.3293999/.4733113;MC .24311/.3316/.47512. Marginal Gaussian tests, not temporally independent field seconds. No regulatory or chemical safety threshold.13internal checks validate model properties; no hardware trial. Pilot optical RMSE .079619 vs .047583mg/kg gives1.673×gain;total1.387×. Technical targets are essential. Raw summary results/summary.json.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Required closing three claims from judging guidance. All pilot claims use16nodes,10nW/node,1s,50µK common residual. Detection uses.15mg/kg increase and1% false alarm per decision. Optical energy160nJ is equal resources, not measured sustainability improvement. Algorithm is estimator accuracy, not quantum computational runtime. Next KPI: total joules per validated useful detection at matched coverage, false-alarm rate and response time. Results do not prove/disprove literature: conditional model consistency only.</a:t>
            </a:r>
            <a:endParaRPr/>
          </a:p>
          <a:p xmlns:a="http://schemas.openxmlformats.org/drawingml/2006/main">
            <a:pPr marL="0" lvl="0" indent="0" algn="l">
              <a:spcBef>
                <a:spcPts val="0"/>
              </a:spcBef>
              <a:spcAft>
                <a:spcPts val="0"/>
              </a:spcAft>
              <a:buNone/>
            </a:pPr>
            <a:r>
              <a:t>Detection of.15mg/kg mean increase,16nodes,1s,50µK residual.1% per-window false alarm at1Hz gives36expected flagged windows/hour; not an operational alarm policy. Need a separately validated sequential rule. First audience controlled plant lab; possible model research pilot then monitoring module, no confirmed partner or revenue. Compare conventional conductivity and higher-power coherent optics. Expansion only if useful detection beats these alternatives under an operator-relevant constraint and measured total cost/energy. Seek water operator and optical laboratory for a scoped pilot. Figures do not prove/disprove experimental literature; they show conditional consistency and failure regimes. Sources and technical details in docs/PROJECT_REPORT.md and results/summary.json. The proposed environmental impact remains unvalidated.</a:t>
            </a:r>
            <a:endParaRPr/>
          </a:p>
          <a:p xmlns:a="http://schemas.openxmlformats.org/drawingml/2006/main">
            <a:pPr marL="0" lvl="0" indent="0" algn="l">
              <a:spcBef>
                <a:spcPts val="0"/>
              </a:spcBef>
              <a:spcAft>
                <a:spcPts val="0"/>
              </a:spcAft>
              <a:buNone/>
            </a:pPr>
            <a:r>
              <a:t>S10 reports dn/dT≈−1.485e−4 RIU/K at1550nm. The exact coefficient depends on temperature/composition. 0.05 mK and10 mK are assumed stochastic residuals, not manufacturer statistical specifications.</a:t>
            </a:r>
            <a:endParaRPr/>
          </a:p>
          <a:p xmlns:a="http://schemas.openxmlformats.org/drawingml/2006/main">
            <a:pPr marL="0" lvl="0" indent="0" algn="l">
              <a:spcBef>
                <a:spcPts val="0"/>
              </a:spcBef>
              <a:spcAft>
                <a:spcPts val="0"/>
              </a:spcAft>
              <a:buNone/>
            </a:pPr>
            <a:r>
              <a:t>The50µK residual is a demanding target, not demonstrated water performance;10mK is a stress scenario, not statistical interpretation of YSI accuracy. CommonOUdrift tau60s.1mK≈.916mg/kg apparent NaCl change using Kim thermo-optic anchor https://opg.optica.org/abstract.cfm?uri=sensors-2012-STu1F.3 . Higher-power coherent sweep1nW–70µW in Figure10. Stop or redesign if a cheaper/lower-energy conventional alternative achieves the operational goal. Three KPIs: estimator RMSE/sl4,monitoring detection/sl4,energy accounting/sl5. Literature is conditionally consistent, not independently experimentally validated. Team7 has no confirmed partner, customer, price or installed device.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3580e1e2df43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50761cef9c44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a861b4cc3649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702cb2eacc49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2af2e566e44b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8ba09a2cc340f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388bd8a1c2b4d0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6a8447d5be14e0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a47dcb8de2245c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b3fe0ffff6d4a3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960fdf839da4443" /></Relationships>
</file>

<file path=ppt/slideLayouts/slideLayout1.xml><?xml version="1.0" encoding="utf-8"?>
<p:sldLayout xmlns:p="http://schemas.openxmlformats.org/presentationml/2006/main" matchingName="Diapositive de titre" type="title">
  <p:cSld name="TITLE">
    <p:spTree>
      <p:nvGrpSpPr>
        <p:cNvPr id="1" name=""/>
        <p:cNvGrpSpPr/>
        <p:nvPr/>
      </p:nvGrpSpPr>
      <p:grpSpPr>
        <a:xfrm xmlns:a="http://schemas.openxmlformats.org/drawingml/2006/main"/>
      </p:grpSpPr>
      <p:sp>
        <p:nvSpPr>
          <p:cNvPr id="14" name="Google Shape;14;p2">
            <a:extLst xmlns:a="http://schemas.openxmlformats.org/drawingml/2006/main">
              <a:ext uri="{FF2B5EF4-FFF2-40B4-BE49-F238E27FC236}">
                <a16:creationId xmlns:a16="http://schemas.microsoft.com/office/drawing/2014/main" id="{3AFDCEC8-2B57-479E-9388-C44125004D47}"/>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F33264CA-D164-4377-8288-D9B443016768}"/>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640"/>
              </a:spcBef>
              <a:spcAft>
                <a:spcPts val="0"/>
              </a:spcAft>
              <a:buClr>
                <a:srgbClr val="888888"/>
              </a:buClr>
              <a:buSzPts val="1400"/>
              <a:buFont typeface="Calibri"/>
              <a:buNone/>
              <a:defRPr/>
            </a:lvl1pPr>
            <a:lvl2pPr marL="457200" marR="0" indent="0" algn="ctr">
              <a:spcBef>
                <a:spcPts val="560"/>
              </a:spcBef>
              <a:spcAft>
                <a:spcPts val="0"/>
              </a:spcAft>
              <a:buClr>
                <a:srgbClr val="888888"/>
              </a:buClr>
              <a:buSzPts val="1400"/>
              <a:buFont typeface="Calibri"/>
              <a:buNone/>
              <a:defRPr/>
            </a:lvl2pPr>
            <a:lvl3pPr marL="914400" marR="0" indent="0" algn="ctr">
              <a:spcBef>
                <a:spcPts val="480"/>
              </a:spcBef>
              <a:spcAft>
                <a:spcPts val="0"/>
              </a:spcAft>
              <a:buClr>
                <a:srgbClr val="888888"/>
              </a:buClr>
              <a:buSzPts val="1400"/>
              <a:buFont typeface="Calibri"/>
              <a:buNone/>
              <a:defRPr/>
            </a:lvl3pPr>
            <a:lvl4pPr marL="1371600" marR="0" indent="0" algn="ctr">
              <a:spcBef>
                <a:spcPts val="400"/>
              </a:spcBef>
              <a:spcAft>
                <a:spcPts val="0"/>
              </a:spcAft>
              <a:buClr>
                <a:srgbClr val="888888"/>
              </a:buClr>
              <a:buSzPts val="1400"/>
              <a:buFont typeface="Calibri"/>
              <a:buNone/>
              <a:defRPr/>
            </a:lvl4pPr>
            <a:lvl5pPr marL="1828800" marR="0" indent="0" algn="ctr">
              <a:spcBef>
                <a:spcPts val="400"/>
              </a:spcBef>
              <a:spcAft>
                <a:spcPts val="0"/>
              </a:spcAft>
              <a:buClr>
                <a:srgbClr val="888888"/>
              </a:buClr>
              <a:buSzPts val="1400"/>
              <a:buFont typeface="Calibri"/>
              <a:buNone/>
              <a:defRPr/>
            </a:lvl5pPr>
            <a:lvl6pPr marL="2286000" marR="0" indent="0" algn="ctr">
              <a:spcBef>
                <a:spcPts val="400"/>
              </a:spcBef>
              <a:spcAft>
                <a:spcPts val="0"/>
              </a:spcAft>
              <a:buClr>
                <a:srgbClr val="888888"/>
              </a:buClr>
              <a:buSzPts val="1400"/>
              <a:buFont typeface="Calibri"/>
              <a:buNone/>
              <a:defRPr/>
            </a:lvl6pPr>
            <a:lvl7pPr marL="2743200" marR="0" indent="0" algn="ctr">
              <a:spcBef>
                <a:spcPts val="400"/>
              </a:spcBef>
              <a:spcAft>
                <a:spcPts val="0"/>
              </a:spcAft>
              <a:buClr>
                <a:srgbClr val="888888"/>
              </a:buClr>
              <a:buSzPts val="1400"/>
              <a:buFont typeface="Calibri"/>
              <a:buNone/>
              <a:defRPr/>
            </a:lvl7pPr>
            <a:lvl8pPr marL="3200400" marR="0" indent="0" algn="ctr">
              <a:spcBef>
                <a:spcPts val="400"/>
              </a:spcBef>
              <a:spcAft>
                <a:spcPts val="0"/>
              </a:spcAft>
              <a:buClr>
                <a:srgbClr val="888888"/>
              </a:buClr>
              <a:buSzPts val="1400"/>
              <a:buFont typeface="Calibri"/>
              <a:buNone/>
              <a:defRPr/>
            </a:lvl8pPr>
            <a:lvl9pPr marL="3657600" marR="0" indent="0" algn="ctr">
              <a:spcBef>
                <a:spcPts val="400"/>
              </a:spcBef>
              <a:spcAft>
                <a:spcPts val="0"/>
              </a:spcAft>
              <a:buClr>
                <a:srgbClr val="888888"/>
              </a:buClr>
              <a:buSzPts val="1400"/>
              <a:buFont typeface="Calibri"/>
              <a:buNone/>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C1582E76-503F-499B-8367-15428ECD9D50}"/>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987253C2-DFE2-4FD3-8B6A-097BFD81D7A5}"/>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ED4A8BAA-D76C-406E-8CC5-6AC49EE1A79C}"/>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2.xml><?xml version="1.0" encoding="utf-8"?>
<p:sldLayout xmlns:p="http://schemas.openxmlformats.org/presentationml/2006/main" matchingName="Titre et contenu" type="obj">
  <p:cSld name="OBJECT">
    <p:spTree>
      <p:nvGrpSpPr>
        <p:cNvPr id="1" name=""/>
        <p:cNvGrpSpPr/>
        <p:nvPr/>
      </p:nvGrpSpPr>
      <p:grpSpPr>
        <a:xfrm xmlns:a="http://schemas.openxmlformats.org/drawingml/2006/main"/>
      </p:grpSpPr>
      <p:sp>
        <p:nvSpPr>
          <p:cNvPr id="20" name="Google Shape;20;p3">
            <a:extLst xmlns:a="http://schemas.openxmlformats.org/drawingml/2006/main">
              <a:ext uri="{FF2B5EF4-FFF2-40B4-BE49-F238E27FC236}">
                <a16:creationId xmlns:a16="http://schemas.microsoft.com/office/drawing/2014/main" id="{1FE76FF5-8DB0-483A-9920-E82922633B17}"/>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1" name="Google Shape;21;p3">
            <a:extLst xmlns:a="http://schemas.openxmlformats.org/drawingml/2006/main">
              <a:ext uri="{FF2B5EF4-FFF2-40B4-BE49-F238E27FC236}">
                <a16:creationId xmlns:a16="http://schemas.microsoft.com/office/drawing/2014/main" id="{81398090-D91C-4D2E-9E98-8BAC2DA137AF}"/>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22" name="Google Shape;22;p3">
            <a:extLst xmlns:a="http://schemas.openxmlformats.org/drawingml/2006/main">
              <a:ext uri="{FF2B5EF4-FFF2-40B4-BE49-F238E27FC236}">
                <a16:creationId xmlns:a16="http://schemas.microsoft.com/office/drawing/2014/main" id="{D0EE91D0-0603-4649-A84E-1F30AC656EB4}"/>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6C3A21D1-AF50-4720-82CC-E5DE22043364}"/>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94928068-4DA0-4395-8873-3654A1D2442B}"/>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3.xml><?xml version="1.0" encoding="utf-8"?>
<p:sldLayout xmlns:p="http://schemas.openxmlformats.org/presentationml/2006/main" matchingName="En-tête de section" type="secHead">
  <p:cSld name="SECTION_HEADER">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68378AEC-3668-49A4-BEC8-C37578873666}"/>
              </a:ext>
            </a:extLst>
          </p:cNvPr>
          <p:cNvSpPr>
            <a:spLocks xmlns:a="http://schemas.openxmlformats.org/drawingml/2006/main" noGrp="1"/>
          </p:cNvSpPr>
          <p:nvPr>
            <p:ph type="title" idx="0"/>
          </p:nvPr>
        </p:nvSpPr>
        <p:spPr>
          <a:xfrm xmlns:a="http://schemas.openxmlformats.org/drawingml/2006/main">
            <a:off x="722313" y="3305175"/>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7" name="Google Shape;27;p4">
            <a:extLst xmlns:a="http://schemas.openxmlformats.org/drawingml/2006/main">
              <a:ext uri="{FF2B5EF4-FFF2-40B4-BE49-F238E27FC236}">
                <a16:creationId xmlns:a16="http://schemas.microsoft.com/office/drawing/2014/main" id="{29E69A1C-C05F-4257-B5E8-01ACFAEE36A8}"/>
              </a:ext>
            </a:extLst>
          </p:cNvPr>
          <p:cNvSpPr>
            <a:spLocks xmlns:a="http://schemas.openxmlformats.org/drawingml/2006/main" noGrp="1"/>
          </p:cNvSpPr>
          <p:nvPr>
            <p:ph type="body" idx="1"/>
          </p:nvPr>
        </p:nvSpPr>
        <p:spPr>
          <a:xfrm xmlns:a="http://schemas.openxmlformats.org/drawingml/2006/main">
            <a:off x="722313" y="2180035"/>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Clr>
                <a:srgbClr val="888888"/>
              </a:buClr>
              <a:buSzPts val="1400"/>
              <a:buFont typeface="Calibri"/>
              <a:buNone/>
              <a:defRPr/>
            </a:lvl1pPr>
            <a:lvl2pPr marL="914400" indent="-228600">
              <a:spcBef>
                <a:spcPts val="560"/>
              </a:spcBef>
              <a:spcAft>
                <a:spcPts val="0"/>
              </a:spcAft>
              <a:buClr>
                <a:srgbClr val="888888"/>
              </a:buClr>
              <a:buSzPts val="1400"/>
              <a:buFont typeface="Calibri"/>
              <a:buNone/>
              <a:defRPr/>
            </a:lvl2pPr>
            <a:lvl3pPr marL="1371600" indent="-228600">
              <a:spcBef>
                <a:spcPts val="480"/>
              </a:spcBef>
              <a:spcAft>
                <a:spcPts val="0"/>
              </a:spcAft>
              <a:buClr>
                <a:srgbClr val="888888"/>
              </a:buClr>
              <a:buSzPts val="1400"/>
              <a:buFont typeface="Calibri"/>
              <a:buNone/>
              <a:defRPr/>
            </a:lvl3pPr>
            <a:lvl4pPr marL="1828800" indent="-228600">
              <a:spcBef>
                <a:spcPts val="400"/>
              </a:spcBef>
              <a:spcAft>
                <a:spcPts val="0"/>
              </a:spcAft>
              <a:buClr>
                <a:srgbClr val="888888"/>
              </a:buClr>
              <a:buSzPts val="1400"/>
              <a:buFont typeface="Calibri"/>
              <a:buNone/>
              <a:defRPr/>
            </a:lvl4pPr>
            <a:lvl5pPr marL="2286000" indent="-228600">
              <a:spcBef>
                <a:spcPts val="400"/>
              </a:spcBef>
              <a:spcAft>
                <a:spcPts val="0"/>
              </a:spcAft>
              <a:buClr>
                <a:srgbClr val="888888"/>
              </a:buClr>
              <a:buSzPts val="1400"/>
              <a:buFont typeface="Calibri"/>
              <a:buNone/>
              <a:defRPr/>
            </a:lvl5pPr>
            <a:lvl6pPr marL="2743200" indent="-228600">
              <a:spcBef>
                <a:spcPts val="400"/>
              </a:spcBef>
              <a:spcAft>
                <a:spcPts val="0"/>
              </a:spcAft>
              <a:buClr>
                <a:srgbClr val="888888"/>
              </a:buClr>
              <a:buSzPts val="1400"/>
              <a:buFont typeface="Calibri"/>
              <a:buNone/>
              <a:defRPr/>
            </a:lvl6pPr>
            <a:lvl7pPr marL="3200400" indent="-228600">
              <a:spcBef>
                <a:spcPts val="400"/>
              </a:spcBef>
              <a:spcAft>
                <a:spcPts val="0"/>
              </a:spcAft>
              <a:buClr>
                <a:srgbClr val="888888"/>
              </a:buClr>
              <a:buSzPts val="1400"/>
              <a:buFont typeface="Calibri"/>
              <a:buNone/>
              <a:defRPr/>
            </a:lvl7pPr>
            <a:lvl8pPr marL="3657600" indent="-228600">
              <a:spcBef>
                <a:spcPts val="400"/>
              </a:spcBef>
              <a:spcAft>
                <a:spcPts val="0"/>
              </a:spcAft>
              <a:buClr>
                <a:srgbClr val="888888"/>
              </a:buClr>
              <a:buSzPts val="1400"/>
              <a:buFont typeface="Calibri"/>
              <a:buNone/>
              <a:defRPr/>
            </a:lvl8pPr>
            <a:lvl9pPr marL="4114800" indent="-228600">
              <a:spcBef>
                <a:spcPts val="400"/>
              </a:spcBef>
              <a:spcAft>
                <a:spcPts val="0"/>
              </a:spcAft>
              <a:buClr>
                <a:srgbClr val="888888"/>
              </a:buClr>
              <a:buSzPts val="1400"/>
              <a:buFont typeface="Calibri"/>
              <a:buNone/>
              <a:defRPr/>
            </a:lvl9pPr>
          </a:lstStyle>
          <a:p xmlns:a="http://schemas.openxmlformats.org/drawingml/2006/main"/>
        </p:txBody>
      </p:sp>
      <p:sp>
        <p:nvSpPr>
          <p:cNvPr id="28" name="Google Shape;28;p4">
            <a:extLst xmlns:a="http://schemas.openxmlformats.org/drawingml/2006/main">
              <a:ext uri="{FF2B5EF4-FFF2-40B4-BE49-F238E27FC236}">
                <a16:creationId xmlns:a16="http://schemas.microsoft.com/office/drawing/2014/main" id="{9CF25971-495E-4295-AE3D-D8F650E8FD4E}"/>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8356BC40-B924-4731-A1A0-5FEB92BC795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A6081D33-9466-40F3-B870-E1EDE2A45951}"/>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4.xml><?xml version="1.0" encoding="utf-8"?>
<p:sldLayout xmlns:p="http://schemas.openxmlformats.org/presentationml/2006/main" matchingName="Deux contenus" type="twoObj">
  <p:cSld name="TWO_OBJECTS">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E67E8A66-7603-4FCC-AFC7-F024D6270479}"/>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33" name="Google Shape;33;p5">
            <a:extLst xmlns:a="http://schemas.openxmlformats.org/drawingml/2006/main">
              <a:ext uri="{FF2B5EF4-FFF2-40B4-BE49-F238E27FC236}">
                <a16:creationId xmlns:a16="http://schemas.microsoft.com/office/drawing/2014/main" id="{2D5D0DD9-AFFD-42E9-942D-9DBAAD85B3B8}"/>
              </a:ext>
            </a:extLst>
          </p:cNvPr>
          <p:cNvSpPr>
            <a:spLocks xmlns:a="http://schemas.openxmlformats.org/drawingml/2006/main" noGrp="1"/>
          </p:cNvSpPr>
          <p:nvPr>
            <p:ph type="body" idx="1"/>
          </p:nvPr>
        </p:nvSpPr>
        <p:spPr>
          <a:xfrm xmlns:a="http://schemas.openxmlformats.org/drawingml/2006/main">
            <a:off x="457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4" name="Google Shape;34;p5">
            <a:extLst xmlns:a="http://schemas.openxmlformats.org/drawingml/2006/main">
              <a:ext uri="{FF2B5EF4-FFF2-40B4-BE49-F238E27FC236}">
                <a16:creationId xmlns:a16="http://schemas.microsoft.com/office/drawing/2014/main" id="{47F82268-E01B-4E34-BA14-EB696D64D3B6}"/>
              </a:ext>
            </a:extLst>
          </p:cNvPr>
          <p:cNvSpPr>
            <a:spLocks xmlns:a="http://schemas.openxmlformats.org/drawingml/2006/main" noGrp="1"/>
          </p:cNvSpPr>
          <p:nvPr>
            <p:ph type="body" idx="2"/>
          </p:nvPr>
        </p:nvSpPr>
        <p:spPr>
          <a:xfrm xmlns:a="http://schemas.openxmlformats.org/drawingml/2006/main">
            <a:off x="4648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BFD6FEC9-18DA-4738-831F-512FDC3D250C}"/>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E062F325-7353-416B-9D48-89B9F7171970}"/>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930D3801-88BC-4CFE-B008-9737B2A2AD05}"/>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5.xml><?xml version="1.0" encoding="utf-8"?>
<p:sldLayout xmlns:p="http://schemas.openxmlformats.org/presentationml/2006/main" matchingName="Comparaison" type="twoTxTwoObj">
  <p:cSld name="TWO_OBJECTS_WITH_TEXT">
    <p:spTree>
      <p:nvGrpSpPr>
        <p:cNvPr id="1" name=""/>
        <p:cNvGrpSpPr/>
        <p:nvPr/>
      </p:nvGrpSpPr>
      <p:grpSpPr>
        <a:xfrm xmlns:a="http://schemas.openxmlformats.org/drawingml/2006/main"/>
      </p:grpSpPr>
      <p:sp>
        <p:nvSpPr>
          <p:cNvPr id="39" name="Google Shape;39;p6">
            <a:extLst xmlns:a="http://schemas.openxmlformats.org/drawingml/2006/main">
              <a:ext uri="{FF2B5EF4-FFF2-40B4-BE49-F238E27FC236}">
                <a16:creationId xmlns:a16="http://schemas.microsoft.com/office/drawing/2014/main" id="{73DA2C9E-7C86-4876-A1E5-A8C3997CAD7D}"/>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0" name="Google Shape;40;p6">
            <a:extLst xmlns:a="http://schemas.openxmlformats.org/drawingml/2006/main">
              <a:ext uri="{FF2B5EF4-FFF2-40B4-BE49-F238E27FC236}">
                <a16:creationId xmlns:a16="http://schemas.microsoft.com/office/drawing/2014/main" id="{1A315092-48C8-4B05-98B6-7FC36506146E}"/>
              </a:ext>
            </a:extLst>
          </p:cNvPr>
          <p:cNvSpPr>
            <a:spLocks xmlns:a="http://schemas.openxmlformats.org/drawingml/2006/main" noGrp="1"/>
          </p:cNvSpPr>
          <p:nvPr>
            <p:ph type="body" idx="1"/>
          </p:nvPr>
        </p:nvSpPr>
        <p:spPr>
          <a:xfrm xmlns:a="http://schemas.openxmlformats.org/drawingml/2006/main">
            <a:off x="457200" y="1151335"/>
            <a:ext cx="4040188"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1" name="Google Shape;41;p6">
            <a:extLst xmlns:a="http://schemas.openxmlformats.org/drawingml/2006/main">
              <a:ext uri="{FF2B5EF4-FFF2-40B4-BE49-F238E27FC236}">
                <a16:creationId xmlns:a16="http://schemas.microsoft.com/office/drawing/2014/main" id="{678AD1A3-9660-49FE-BE15-3832A5E2ED30}"/>
              </a:ext>
            </a:extLst>
          </p:cNvPr>
          <p:cNvSpPr>
            <a:spLocks xmlns:a="http://schemas.openxmlformats.org/drawingml/2006/main" noGrp="1"/>
          </p:cNvSpPr>
          <p:nvPr>
            <p:ph type="body" idx="2"/>
          </p:nvPr>
        </p:nvSpPr>
        <p:spPr>
          <a:xfrm xmlns:a="http://schemas.openxmlformats.org/drawingml/2006/main">
            <a:off x="457200" y="1631156"/>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03E68670-A2B9-4D92-B29A-AF810AAC0B4E}"/>
              </a:ext>
            </a:extLst>
          </p:cNvPr>
          <p:cNvSpPr>
            <a:spLocks xmlns:a="http://schemas.openxmlformats.org/drawingml/2006/main" noGrp="1"/>
          </p:cNvSpPr>
          <p:nvPr>
            <p:ph type="body" idx="3"/>
          </p:nvPr>
        </p:nvSpPr>
        <p:spPr>
          <a:xfrm xmlns:a="http://schemas.openxmlformats.org/drawingml/2006/main">
            <a:off x="4645025" y="1151335"/>
            <a:ext cx="4041775"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22727C9A-E145-484D-8FD7-9D7F545DB711}"/>
              </a:ext>
            </a:extLst>
          </p:cNvPr>
          <p:cNvSpPr>
            <a:spLocks xmlns:a="http://schemas.openxmlformats.org/drawingml/2006/main" noGrp="1"/>
          </p:cNvSpPr>
          <p:nvPr>
            <p:ph type="body" idx="4"/>
          </p:nvPr>
        </p:nvSpPr>
        <p:spPr>
          <a:xfrm xmlns:a="http://schemas.openxmlformats.org/drawingml/2006/main">
            <a:off x="4645025" y="1631156"/>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EA6C52B6-B5E5-4AE7-A8BF-27267FA640B5}"/>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CA96FAC1-699B-4CDE-B27F-8D413F274FC0}"/>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7AF84506-C752-4962-A33A-B9F9D79A8C8C}"/>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6.xml><?xml version="1.0" encoding="utf-8"?>
<p:sldLayout xmlns:p="http://schemas.openxmlformats.org/presentationml/2006/main" matchingName="Titre seul" type="titleOnly">
  <p:cSld name="TITLE_ONLY">
    <p:spTree>
      <p:nvGrpSpPr>
        <p:cNvPr id="1" name=""/>
        <p:cNvGrpSpPr/>
        <p:nvPr/>
      </p:nvGrpSpPr>
      <p:grpSpPr>
        <a:xfrm xmlns:a="http://schemas.openxmlformats.org/drawingml/2006/main"/>
      </p:grpSpPr>
      <p:sp>
        <p:nvSpPr>
          <p:cNvPr id="48" name="Google Shape;48;p7">
            <a:extLst xmlns:a="http://schemas.openxmlformats.org/drawingml/2006/main">
              <a:ext uri="{FF2B5EF4-FFF2-40B4-BE49-F238E27FC236}">
                <a16:creationId xmlns:a16="http://schemas.microsoft.com/office/drawing/2014/main" id="{EA80CD1C-9895-4AA2-BDAC-02C4C4C31C9A}"/>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9" name="Google Shape;49;p7">
            <a:extLst xmlns:a="http://schemas.openxmlformats.org/drawingml/2006/main">
              <a:ext uri="{FF2B5EF4-FFF2-40B4-BE49-F238E27FC236}">
                <a16:creationId xmlns:a16="http://schemas.microsoft.com/office/drawing/2014/main" id="{6D20DC40-DC9D-4DE1-9C1A-7D4A490C7F7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0" name="Google Shape;50;p7">
            <a:extLst xmlns:a="http://schemas.openxmlformats.org/drawingml/2006/main">
              <a:ext uri="{FF2B5EF4-FFF2-40B4-BE49-F238E27FC236}">
                <a16:creationId xmlns:a16="http://schemas.microsoft.com/office/drawing/2014/main" id="{14CF99C2-3947-457F-8147-CFA6D105732F}"/>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D2DB61EA-959B-4EEB-B8A1-B432D0EAAD59}"/>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7.xml><?xml version="1.0" encoding="utf-8"?>
<p:sldLayout xmlns:p="http://schemas.openxmlformats.org/presentationml/2006/main" matchingName="Vide" type="blank">
  <p:cSld name="BLANK">
    <p:spTree>
      <p:nvGrpSpPr>
        <p:cNvPr id="1" name=""/>
        <p:cNvGrpSpPr/>
        <p:nvPr/>
      </p:nvGrpSpPr>
      <p:grpSpPr>
        <a:xfrm xmlns:a="http://schemas.openxmlformats.org/drawingml/2006/main"/>
      </p:grpSpPr>
      <p:sp>
        <p:nvSpPr>
          <p:cNvPr id="53" name="Google Shape;53;p8">
            <a:extLst xmlns:a="http://schemas.openxmlformats.org/drawingml/2006/main">
              <a:ext uri="{FF2B5EF4-FFF2-40B4-BE49-F238E27FC236}">
                <a16:creationId xmlns:a16="http://schemas.microsoft.com/office/drawing/2014/main" id="{477DFE5F-70DD-4B84-A512-C544C339F537}"/>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4" name="Google Shape;54;p8">
            <a:extLst xmlns:a="http://schemas.openxmlformats.org/drawingml/2006/main">
              <a:ext uri="{FF2B5EF4-FFF2-40B4-BE49-F238E27FC236}">
                <a16:creationId xmlns:a16="http://schemas.microsoft.com/office/drawing/2014/main" id="{5535EAB7-254F-4F6B-9956-F1CBB51103D6}"/>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5" name="Google Shape;55;p8">
            <a:extLst xmlns:a="http://schemas.openxmlformats.org/drawingml/2006/main">
              <a:ext uri="{FF2B5EF4-FFF2-40B4-BE49-F238E27FC236}">
                <a16:creationId xmlns:a16="http://schemas.microsoft.com/office/drawing/2014/main" id="{890E794A-9561-4754-9181-4C326AB90762}"/>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8.xml><?xml version="1.0" encoding="utf-8"?>
<p:sldLayout xmlns:p="http://schemas.openxmlformats.org/presentationml/2006/main" matchingName="Contenu avec légende" type="objTx">
  <p:cSld name="OBJECT_WITH_CAPTION_TEXT">
    <p:spTree>
      <p:nvGrpSpPr>
        <p:cNvPr id="1" name=""/>
        <p:cNvGrpSpPr/>
        <p:nvPr/>
      </p:nvGrpSpPr>
      <p:grpSpPr>
        <a:xfrm xmlns:a="http://schemas.openxmlformats.org/drawingml/2006/main"/>
      </p:grpSpPr>
      <p:sp>
        <p:nvSpPr>
          <p:cNvPr id="57" name="Google Shape;57;p9">
            <a:extLst xmlns:a="http://schemas.openxmlformats.org/drawingml/2006/main">
              <a:ext uri="{FF2B5EF4-FFF2-40B4-BE49-F238E27FC236}">
                <a16:creationId xmlns:a16="http://schemas.microsoft.com/office/drawing/2014/main" id="{7E0D79AC-9296-4D51-8F27-2317246678A9}"/>
              </a:ext>
            </a:extLst>
          </p:cNvPr>
          <p:cNvSpPr>
            <a:spLocks xmlns:a="http://schemas.openxmlformats.org/drawingml/2006/main" noGrp="1"/>
          </p:cNvSpPr>
          <p:nvPr>
            <p:ph type="title" idx="0"/>
          </p:nvPr>
        </p:nvSpPr>
        <p:spPr>
          <a:xfrm xmlns:a="http://schemas.openxmlformats.org/drawingml/2006/main">
            <a:off x="457200" y="204788"/>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F726AF53-3760-4848-9532-3864A4E08876}"/>
              </a:ext>
            </a:extLst>
          </p:cNvPr>
          <p:cNvSpPr>
            <a:spLocks xmlns:a="http://schemas.openxmlformats.org/drawingml/2006/main" noGrp="1"/>
          </p:cNvSpPr>
          <p:nvPr>
            <p:ph type="body" idx="1"/>
          </p:nvPr>
        </p:nvSpPr>
        <p:spPr>
          <a:xfrm xmlns:a="http://schemas.openxmlformats.org/drawingml/2006/main">
            <a:off x="3575050" y="204788"/>
            <a:ext cx="5111750"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32D508BC-B0BF-4D51-A6DE-BA13799FB35B}"/>
              </a:ext>
            </a:extLst>
          </p:cNvPr>
          <p:cNvSpPr>
            <a:spLocks xmlns:a="http://schemas.openxmlformats.org/drawingml/2006/main" noGrp="1"/>
          </p:cNvSpPr>
          <p:nvPr>
            <p:ph type="body" idx="2"/>
          </p:nvPr>
        </p:nvSpPr>
        <p:spPr>
          <a:xfrm xmlns:a="http://schemas.openxmlformats.org/drawingml/2006/main">
            <a:off x="457200" y="1076325"/>
            <a:ext cx="3008313"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C361B255-087D-476A-A6FB-F9CFBD66F635}"/>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F84D2EB2-F322-4E52-99C7-8CBB82C34906}"/>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3959AD56-2FCE-4EA5-AE63-3A9D716DAB36}"/>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9.xml><?xml version="1.0" encoding="utf-8"?>
<p:sldLayout xmlns:p="http://schemas.openxmlformats.org/presentationml/2006/main" matchingName="Image avec légende" type="picTx">
  <p:cSld name="PICTURE_WITH_CAPTION_TEXT">
    <p:spTree>
      <p:nvGrpSpPr>
        <p:cNvPr id="1" name=""/>
        <p:cNvGrpSpPr/>
        <p:nvPr/>
      </p:nvGrpSpPr>
      <p:grpSpPr>
        <a:xfrm xmlns:a="http://schemas.openxmlformats.org/drawingml/2006/main"/>
      </p:grpSpPr>
      <p:sp>
        <p:nvSpPr>
          <p:cNvPr id="64" name="Google Shape;64;p10">
            <a:extLst xmlns:a="http://schemas.openxmlformats.org/drawingml/2006/main">
              <a:ext uri="{FF2B5EF4-FFF2-40B4-BE49-F238E27FC236}">
                <a16:creationId xmlns:a16="http://schemas.microsoft.com/office/drawing/2014/main" id="{0FADB9DD-F4CB-4471-9241-4AB4F8DD1532}"/>
              </a:ext>
            </a:extLst>
          </p:cNvPr>
          <p:cNvSpPr>
            <a:spLocks xmlns:a="http://schemas.openxmlformats.org/drawingml/2006/main" noGrp="1"/>
          </p:cNvSpPr>
          <p:nvPr>
            <p:ph type="title" idx="0"/>
          </p:nvPr>
        </p:nvSpPr>
        <p:spPr>
          <a:xfrm xmlns:a="http://schemas.openxmlformats.org/drawingml/2006/main">
            <a:off x="1792288" y="3600450"/>
            <a:ext cx="548640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BA53D2A0-335E-4531-8CDA-FEA8F8C5552E}"/>
              </a:ext>
            </a:extLst>
          </p:cNvPr>
          <p:cNvSpPr>
            <a:spLocks xmlns:a="http://schemas.openxmlformats.org/drawingml/2006/main" noGrp="1"/>
          </p:cNvSpPr>
          <p:nvPr>
            <p:ph type="pic" idx="2"/>
          </p:nvPr>
        </p:nvSpPr>
        <p:spPr>
          <a:xfrm xmlns:a="http://schemas.openxmlformats.org/drawingml/2006/main">
            <a:off x="1792288" y="459581"/>
            <a:ext cx="5486400" cy="3086100"/>
          </a:xfrm>
          <a:prstGeom xmlns:a="http://schemas.openxmlformats.org/drawingml/2006/main" prst="rect">
            <a:avLst/>
          </a:prstGeom>
          <a:noFill xmlns:a="http://schemas.openxmlformats.org/drawingml/2006/main"/>
          <a:ln xmlns:a="http://schemas.openxmlformats.org/drawingml/2006/main">
            <a:noFill/>
          </a:ln>
        </p:spPr>
      </p:sp>
      <p:sp>
        <p:nvSpPr>
          <p:cNvPr id="66" name="Google Shape;66;p10">
            <a:extLst xmlns:a="http://schemas.openxmlformats.org/drawingml/2006/main">
              <a:ext uri="{FF2B5EF4-FFF2-40B4-BE49-F238E27FC236}">
                <a16:creationId xmlns:a16="http://schemas.microsoft.com/office/drawing/2014/main" id="{92171975-D23E-41A1-B214-DB56C1A9778B}"/>
              </a:ext>
            </a:extLst>
          </p:cNvPr>
          <p:cNvSpPr>
            <a:spLocks xmlns:a="http://schemas.openxmlformats.org/drawingml/2006/main" noGrp="1"/>
          </p:cNvSpPr>
          <p:nvPr>
            <p:ph type="body" idx="1"/>
          </p:nvPr>
        </p:nvSpPr>
        <p:spPr>
          <a:xfrm xmlns:a="http://schemas.openxmlformats.org/drawingml/2006/main">
            <a:off x="1792288" y="4025504"/>
            <a:ext cx="54864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DB122917-1E6E-405C-B93B-CC4D5540C9A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8" name="Google Shape;68;p10">
            <a:extLst xmlns:a="http://schemas.openxmlformats.org/drawingml/2006/main">
              <a:ext uri="{FF2B5EF4-FFF2-40B4-BE49-F238E27FC236}">
                <a16:creationId xmlns:a16="http://schemas.microsoft.com/office/drawing/2014/main" id="{9AEFCF41-AFB8-40B0-83EA-A4BDDDCFE945}"/>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4130AFED-8117-4F89-84A9-73FF3B258B01}"/>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0.xml><?xml version="1.0" encoding="utf-8"?>
<p:sldLayout xmlns:p="http://schemas.openxmlformats.org/presentationml/2006/main" matchingName="Titre et texte vertical" type="vertTx">
  <p:cSld name="VERTICAL_TEXT">
    <p:spTree>
      <p:nvGrpSpPr>
        <p:cNvPr id="1" name=""/>
        <p:cNvGrpSpPr/>
        <p:nvPr/>
      </p:nvGrpSpPr>
      <p:grpSpPr>
        <a:xfrm xmlns:a="http://schemas.openxmlformats.org/drawingml/2006/main"/>
      </p:grpSpPr>
      <p:sp>
        <p:nvSpPr>
          <p:cNvPr id="71" name="Google Shape;71;p11">
            <a:extLst xmlns:a="http://schemas.openxmlformats.org/drawingml/2006/main">
              <a:ext uri="{FF2B5EF4-FFF2-40B4-BE49-F238E27FC236}">
                <a16:creationId xmlns:a16="http://schemas.microsoft.com/office/drawing/2014/main" id="{FC895E0B-3A7A-46F0-8AD5-94DCB9568DEA}"/>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C7BA3F2A-1D1A-43F4-BDAF-E3240CE77701}"/>
              </a:ext>
            </a:extLst>
          </p:cNvPr>
          <p:cNvSpPr>
            <a:spLocks xmlns:a="http://schemas.openxmlformats.org/drawingml/2006/main" noGrp="1"/>
          </p:cNvSpPr>
          <p:nvPr>
            <p:ph type="body" idx="1"/>
          </p:nvPr>
        </p:nvSpPr>
        <p:spPr>
          <a:xfrm xmlns:a="http://schemas.openxmlformats.org/drawingml/2006/main" rot="5400000">
            <a:off x="2874764" y="-1217414"/>
            <a:ext cx="3394472"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03EFE4F5-FFE7-4C8C-97AC-E0DE1090CB2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F6F4DE77-26CE-432F-9DC5-3F92E6B796AB}"/>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A6B79C76-037C-4A25-80C5-65FA28C42DDD}"/>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1.xml><?xml version="1.0" encoding="utf-8"?>
<p:sldLayout xmlns:p="http://schemas.openxmlformats.org/presentationml/2006/main" matchingName="Titre vertical et texte" type="vertTitleAndTx">
  <p:cSld name="VERTICAL_TITLE_AND_VERTICAL_TEXT">
    <p:spTree>
      <p:nvGrpSpPr>
        <p:cNvPr id="1" name=""/>
        <p:cNvGrpSpPr/>
        <p:nvPr/>
      </p:nvGrpSpPr>
      <p:grpSpPr>
        <a:xfrm xmlns:a="http://schemas.openxmlformats.org/drawingml/2006/main"/>
      </p:grpSpPr>
      <p:sp>
        <p:nvSpPr>
          <p:cNvPr id="77" name="Google Shape;77;p12">
            <a:extLst xmlns:a="http://schemas.openxmlformats.org/drawingml/2006/main">
              <a:ext uri="{FF2B5EF4-FFF2-40B4-BE49-F238E27FC236}">
                <a16:creationId xmlns:a16="http://schemas.microsoft.com/office/drawing/2014/main" id="{70001934-D452-4786-83EC-44A85A787196}"/>
              </a:ext>
            </a:extLst>
          </p:cNvPr>
          <p:cNvSpPr>
            <a:spLocks xmlns:a="http://schemas.openxmlformats.org/drawingml/2006/main" noGrp="1"/>
          </p:cNvSpPr>
          <p:nvPr>
            <p:ph type="title" idx="0"/>
          </p:nvPr>
        </p:nvSpPr>
        <p:spPr>
          <a:xfrm xmlns:a="http://schemas.openxmlformats.org/drawingml/2006/main" rot="5400000">
            <a:off x="5463778" y="1371600"/>
            <a:ext cx="4388644"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DB58CF45-B0E6-41F7-8712-44F474EB2FE1}"/>
              </a:ext>
            </a:extLst>
          </p:cNvPr>
          <p:cNvSpPr>
            <a:spLocks xmlns:a="http://schemas.openxmlformats.org/drawingml/2006/main" noGrp="1"/>
          </p:cNvSpPr>
          <p:nvPr>
            <p:ph type="body" idx="1"/>
          </p:nvPr>
        </p:nvSpPr>
        <p:spPr>
          <a:xfrm xmlns:a="http://schemas.openxmlformats.org/drawingml/2006/main" rot="5400000">
            <a:off x="1272778" y="-609599"/>
            <a:ext cx="4388644"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55CFEE35-B38D-4BEC-95C7-555B7F16B276}"/>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648CF87D-8182-42EF-9653-9C6E37F2FA7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138856DC-C1C2-40B5-A6A3-43FCAF6941FF}"/>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dac49421ba234cc3" /><Relationship Type="http://schemas.openxmlformats.org/officeDocument/2006/relationships/theme" Target="/ppt/slideMasters/theme/theme2.xml" Id="R37ee0bbc86724ba5" /><Relationship Type="http://schemas.openxmlformats.org/officeDocument/2006/relationships/slideLayout" Target="/ppt/slideLayouts/slideLayout1.xml" Id="R8f1f59456dd9486c" /><Relationship Type="http://schemas.openxmlformats.org/officeDocument/2006/relationships/slideLayout" Target="/ppt/slideLayouts/slideLayout2.xml" Id="R6934566c029a4fd7" /><Relationship Type="http://schemas.openxmlformats.org/officeDocument/2006/relationships/slideLayout" Target="/ppt/slideLayouts/slideLayout3.xml" Id="R82434913aceb4e4f" /><Relationship Type="http://schemas.openxmlformats.org/officeDocument/2006/relationships/slideLayout" Target="/ppt/slideLayouts/slideLayout4.xml" Id="R361fbde6a8db4c24" /><Relationship Type="http://schemas.openxmlformats.org/officeDocument/2006/relationships/slideLayout" Target="/ppt/slideLayouts/slideLayout5.xml" Id="R581cd18c99a7473c" /><Relationship Type="http://schemas.openxmlformats.org/officeDocument/2006/relationships/slideLayout" Target="/ppt/slideLayouts/slideLayout6.xml" Id="R12626a48e9bf4f6b" /><Relationship Type="http://schemas.openxmlformats.org/officeDocument/2006/relationships/slideLayout" Target="/ppt/slideLayouts/slideLayout7.xml" Id="R1c9c99c333eb4e04" /><Relationship Type="http://schemas.openxmlformats.org/officeDocument/2006/relationships/slideLayout" Target="/ppt/slideLayouts/slideLayout8.xml" Id="Ra998b0e0003c4206" /><Relationship Type="http://schemas.openxmlformats.org/officeDocument/2006/relationships/slideLayout" Target="/ppt/slideLayouts/slideLayout9.xml" Id="R1daee427451d4bdf" /><Relationship Type="http://schemas.openxmlformats.org/officeDocument/2006/relationships/slideLayout" Target="/ppt/slideLayouts/slideLayout10.xml" Id="R5c6be771da374507" /><Relationship Type="http://schemas.openxmlformats.org/officeDocument/2006/relationships/slideLayout" Target="/ppt/slideLayouts/slideLayout11.xml" Id="Re1aac651f5194452"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E647C504-B6D1-4BA5-A69A-AFFC5D72F954}"/>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FBB9D26A-5B87-41EA-BB10-71EF9DAD5626}"/>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640"/>
              </a:spcBef>
              <a:spcAft>
                <a:spcPts val="0"/>
              </a:spcAft>
              <a:buClr>
                <a:schemeClr val="dk1"/>
              </a:buClr>
              <a:buSzPts val="1400"/>
              <a:buFont typeface="Calibri"/>
              <a:buChar char="•"/>
              <a:defRPr/>
            </a:lvl1pPr>
            <a:lvl2pPr marL="914400" marR="0" indent="-317500" algn="l">
              <a:spcBef>
                <a:spcPts val="560"/>
              </a:spcBef>
              <a:spcAft>
                <a:spcPts val="0"/>
              </a:spcAft>
              <a:buClr>
                <a:schemeClr val="dk1"/>
              </a:buClr>
              <a:buSzPts val="1400"/>
              <a:buFont typeface="Calibri"/>
              <a:buChar char="–"/>
              <a:defRPr/>
            </a:lvl2pPr>
            <a:lvl3pPr marL="1371600" marR="0" indent="-317500" algn="l">
              <a:spcBef>
                <a:spcPts val="480"/>
              </a:spcBef>
              <a:spcAft>
                <a:spcPts val="0"/>
              </a:spcAft>
              <a:buClr>
                <a:schemeClr val="dk1"/>
              </a:buClr>
              <a:buSzPts val="1400"/>
              <a:buFont typeface="Calibri"/>
              <a:buChar char="•"/>
              <a:defRPr/>
            </a:lvl3pPr>
            <a:lvl4pPr marL="1828800" marR="0" indent="-317500" algn="l">
              <a:spcBef>
                <a:spcPts val="400"/>
              </a:spcBef>
              <a:spcAft>
                <a:spcPts val="0"/>
              </a:spcAft>
              <a:buClr>
                <a:schemeClr val="dk1"/>
              </a:buClr>
              <a:buSzPts val="1400"/>
              <a:buFont typeface="Calibri"/>
              <a:buChar char="–"/>
              <a:defRPr/>
            </a:lvl4pPr>
            <a:lvl5pPr marL="2286000" marR="0" indent="-317500" algn="l">
              <a:spcBef>
                <a:spcPts val="400"/>
              </a:spcBef>
              <a:spcAft>
                <a:spcPts val="0"/>
              </a:spcAft>
              <a:buClr>
                <a:schemeClr val="dk1"/>
              </a:buClr>
              <a:buSzPts val="1400"/>
              <a:buFont typeface="Calibri"/>
              <a:buChar char="»"/>
              <a:defRPr/>
            </a:lvl5pPr>
            <a:lvl6pPr marL="2743200" marR="0" indent="-317500" algn="l">
              <a:spcBef>
                <a:spcPts val="400"/>
              </a:spcBef>
              <a:spcAft>
                <a:spcPts val="0"/>
              </a:spcAft>
              <a:buClr>
                <a:schemeClr val="dk1"/>
              </a:buClr>
              <a:buSzPts val="1400"/>
              <a:buFont typeface="Calibri"/>
              <a:buChar char="•"/>
              <a:defRPr/>
            </a:lvl6pPr>
            <a:lvl7pPr marL="3200400" marR="0" indent="-317500" algn="l">
              <a:spcBef>
                <a:spcPts val="400"/>
              </a:spcBef>
              <a:spcAft>
                <a:spcPts val="0"/>
              </a:spcAft>
              <a:buClr>
                <a:schemeClr val="dk1"/>
              </a:buClr>
              <a:buSzPts val="1400"/>
              <a:buFont typeface="Calibri"/>
              <a:buChar char="•"/>
              <a:defRPr/>
            </a:lvl7pPr>
            <a:lvl8pPr marL="3657600" marR="0" indent="-317500" algn="l">
              <a:spcBef>
                <a:spcPts val="400"/>
              </a:spcBef>
              <a:spcAft>
                <a:spcPts val="0"/>
              </a:spcAft>
              <a:buClr>
                <a:schemeClr val="dk1"/>
              </a:buClr>
              <a:buSzPts val="1400"/>
              <a:buFont typeface="Calibri"/>
              <a:buChar char="•"/>
              <a:defRPr/>
            </a:lvl8pPr>
            <a:lvl9pPr marL="4114800" marR="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A30517F3-C89A-412B-B949-4230FC2EC48D}"/>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DD0158D1-41D8-4041-9030-3F7CE5B62827}"/>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1ED539C3-DA17-4ACF-8A2E-35222291678F}"/>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
        <p:nvSpPr>
          <p:cNvPr id="11" name="Google Shape;11;p1">
            <a:extLst xmlns:a="http://schemas.openxmlformats.org/drawingml/2006/main">
              <a:ext uri="{FF2B5EF4-FFF2-40B4-BE49-F238E27FC236}">
                <a16:creationId xmlns:a16="http://schemas.microsoft.com/office/drawing/2014/main" id="{B4E163BC-6D69-4861-9E06-48B7B5F68D40}"/>
              </a:ext>
            </a:extLst>
          </p:cNvPr>
          <p:cNvSpPr>
            <a:spLocks xmlns:a="http://schemas.openxmlformats.org/drawingml/2006/main" noGrp="1"/>
          </p:cNvSpPr>
          <p:nvPr/>
        </p:nvSpPr>
        <p:spPr>
          <a:xfrm xmlns:a="http://schemas.openxmlformats.org/drawingml/2006/main">
            <a:off x="-14941" y="5056026"/>
            <a:ext cx="9180512" cy="108012"/>
          </a:xfrm>
          <a:prstGeom xmlns:a="http://schemas.openxmlformats.org/drawingml/2006/main" prst="rect">
            <a:avLst/>
          </a:prstGeom>
          <a:solidFill xmlns:a="http://schemas.openxmlformats.org/drawingml/2006/main">
            <a:srgbClr val="57068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9" name="Google Shape;12;p1"/>
          <p:cNvPicPr>
            <a:picLocks xmlns:a="http://schemas.openxmlformats.org/drawingml/2006/main" noChangeAspect="1"/>
          </p:cNvPicPr>
          <p:nvPr/>
        </p:nvPicPr>
        <p:blipFill>
          <a:blip xmlns:r="http://schemas.openxmlformats.org/officeDocument/2006/relationships" xmlns:a="http://schemas.openxmlformats.org/drawingml/2006/main" r:embed="Rdac49421ba234cc3">
            <a:alphaModFix/>
          </a:blip>
          <a:stretch xmlns:a="http://schemas.openxmlformats.org/drawingml/2006/main">
            <a:fillRect l="0" t="0" r="0" b="0"/>
          </a:stretch>
        </p:blipFill>
        <p:spPr>
          <a:xfrm xmlns:a="http://schemas.openxmlformats.org/drawingml/2006/main">
            <a:off x="7955675" y="0"/>
            <a:ext cx="1188326" cy="5796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f1f59456dd9486c"/>
    <p:sldLayoutId xmlns:r="http://schemas.openxmlformats.org/officeDocument/2006/relationships" id="2147483650" r:id="R6934566c029a4fd7"/>
    <p:sldLayoutId xmlns:r="http://schemas.openxmlformats.org/officeDocument/2006/relationships" id="2147483651" r:id="R82434913aceb4e4f"/>
    <p:sldLayoutId xmlns:r="http://schemas.openxmlformats.org/officeDocument/2006/relationships" id="2147483652" r:id="R361fbde6a8db4c24"/>
    <p:sldLayoutId xmlns:r="http://schemas.openxmlformats.org/officeDocument/2006/relationships" id="2147483653" r:id="R581cd18c99a7473c"/>
    <p:sldLayoutId xmlns:r="http://schemas.openxmlformats.org/officeDocument/2006/relationships" id="2147483654" r:id="R12626a48e9bf4f6b"/>
    <p:sldLayoutId xmlns:r="http://schemas.openxmlformats.org/officeDocument/2006/relationships" id="2147483655" r:id="R1c9c99c333eb4e04"/>
    <p:sldLayoutId xmlns:r="http://schemas.openxmlformats.org/officeDocument/2006/relationships" id="2147483656" r:id="Ra998b0e0003c4206"/>
    <p:sldLayoutId xmlns:r="http://schemas.openxmlformats.org/officeDocument/2006/relationships" id="2147483657" r:id="R1daee427451d4bdf"/>
    <p:sldLayoutId xmlns:r="http://schemas.openxmlformats.org/officeDocument/2006/relationships" id="2147483658" r:id="R5c6be771da374507"/>
    <p:sldLayoutId xmlns:r="http://schemas.openxmlformats.org/officeDocument/2006/relationships" id="2147483659" r:id="Re1aac651f519445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c9ed90410f48bb" /><Relationship Type="http://schemas.openxmlformats.org/officeDocument/2006/relationships/image" Target="/ppt/media/image.jpeg" Id="R04d324b90dd64997" /><Relationship Type="http://schemas.openxmlformats.org/officeDocument/2006/relationships/image" Target="/ppt/media/image2.jpeg" Id="R1924ece8f56542c8" /><Relationship Type="http://schemas.openxmlformats.org/officeDocument/2006/relationships/notesSlide" Target="/ppt/notesSlides/notesSlide1.xml" Id="Rb33590dabbc742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31079b69cd4c9b" /><Relationship Type="http://schemas.openxmlformats.org/officeDocument/2006/relationships/chart" Target="/ppt/slides/charts/chart1.xml" Id="R81d51cc4fc914acf" /><Relationship Type="http://schemas.openxmlformats.org/officeDocument/2006/relationships/notesSlide" Target="/ppt/notesSlides/notesSlide2.xml" Id="R4ca071cbeaae42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cc1bf373ee4527" /><Relationship Type="http://schemas.openxmlformats.org/officeDocument/2006/relationships/chart" Target="/ppt/slides/charts/chart2.xml" Id="Rdb0e9f7ce6c4454c" /><Relationship Type="http://schemas.openxmlformats.org/officeDocument/2006/relationships/chart" Target="/ppt/slides/charts/chart3.xml" Id="Rc44fe3cc42314b07" /><Relationship Type="http://schemas.openxmlformats.org/officeDocument/2006/relationships/notesSlide" Target="/ppt/notesSlides/notesSlide3.xml" Id="R2c9b14cad49d41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15d450245643dd" /><Relationship Type="http://schemas.openxmlformats.org/officeDocument/2006/relationships/chart" Target="/ppt/slides/charts/chart4.xml" Id="R9eb6baa094194a17" /><Relationship Type="http://schemas.openxmlformats.org/officeDocument/2006/relationships/chart" Target="/ppt/slides/charts/chart5.xml" Id="R235e7d1156cb48f6" /><Relationship Type="http://schemas.openxmlformats.org/officeDocument/2006/relationships/notesSlide" Target="/ppt/notesSlides/notesSlide4.xml" Id="Rada7a7f5a0e24a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287fd1bdf0477d" /><Relationship Type="http://schemas.openxmlformats.org/officeDocument/2006/relationships/chart" Target="/ppt/slides/charts/chart6.xml" Id="R56ce789d107b4a3d" /><Relationship Type="http://schemas.openxmlformats.org/officeDocument/2006/relationships/notesSlide" Target="/ppt/notesSlides/notesSlide5.xml" Id="Rc75498d5490a403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Water mean</c:v>
          </c:tx>
          <c:spPr>
            <a:solidFill xmlns:a="http://schemas.openxmlformats.org/drawingml/2006/main">
              <a:srgbClr val="222222"/>
            </a:solidFill>
            <a:ln xmlns:a="http://schemas.openxmlformats.org/drawingml/2006/main" w="22860">
              <a:solidFill>
                <a:srgbClr val="222222"/>
              </a:solidFill>
            </a:ln>
          </c:spPr>
          <c:marker>
            <c:symbol val="none"/>
          </c:marker>
          <c:xVal>
            <c:numRef>
              <c:f>'Chart Data'!$A$2:$A$361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Data'!$B$2:$B$361</c:f>
              <c:numCache>
                <c:formatCode>0.##</c:formatCode>
                <c:ptCount val="3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0.0008577310185</c:v>
                </c:pt>
                <c:pt idx="92">
                  <c:v>0.001681829923</c:v>
                </c:pt>
                <c:pt idx="93">
                  <c:v>0.002473615447</c:v>
                </c:pt>
                <c:pt idx="94">
                  <c:v>0.004272524576</c:v>
                </c:pt>
                <c:pt idx="95">
                  <c:v>0.00600089747</c:v>
                </c:pt>
                <c:pt idx="96">
                  <c:v>0.007661499892</c:v>
                </c:pt>
                <c:pt idx="97">
                  <c:v>0.01030970333</c:v>
                </c:pt>
                <c:pt idx="98">
                  <c:v>0.01285406923</c:v>
                </c:pt>
                <c:pt idx="99">
                  <c:v>0.01529866912</c:v>
                </c:pt>
                <c:pt idx="100">
                  <c:v>0.01853540664</c:v>
                </c:pt>
                <c:pt idx="101">
                  <c:v>0.02164522987</c:v>
                </c:pt>
                <c:pt idx="102">
                  <c:v>0.02463311519</c:v>
                </c:pt>
                <c:pt idx="103">
                  <c:v>0.02819929162</c:v>
                </c:pt>
                <c:pt idx="104">
                  <c:v>0.03162563627</c:v>
                </c:pt>
                <c:pt idx="105">
                  <c:v>0.03491763203</c:v>
                </c:pt>
                <c:pt idx="106">
                  <c:v>0.03873265304</c:v>
                </c:pt>
                <c:pt idx="107">
                  <c:v>0.04239808493</c:v>
                </c:pt>
                <c:pt idx="108">
                  <c:v>0.04591979318</c:v>
                </c:pt>
                <c:pt idx="109">
                  <c:v>0.05010122845</c:v>
                </c:pt>
                <c:pt idx="110">
                  <c:v>0.05411870731</c:v>
                </c:pt>
                <c:pt idx="111">
                  <c:v>0.05797865857</c:v>
                </c:pt>
                <c:pt idx="112">
                  <c:v>0.06268586943</c:v>
                </c:pt>
                <c:pt idx="113">
                  <c:v>0.06720850792</c:v>
                </c:pt>
                <c:pt idx="114">
                  <c:v>0.07155381122</c:v>
                </c:pt>
                <c:pt idx="115">
                  <c:v>0.07679861457</c:v>
                </c:pt>
                <c:pt idx="116">
                  <c:v>0.08183776624</c:v>
                </c:pt>
                <c:pt idx="117">
                  <c:v>0.08667932995</c:v>
                </c:pt>
                <c:pt idx="118">
                  <c:v>0.09227715595</c:v>
                </c:pt>
                <c:pt idx="119">
                  <c:v>0.09765548805</c:v>
                </c:pt>
                <c:pt idx="120">
                  <c:v>0.1028229327</c:v>
                </c:pt>
                <c:pt idx="121">
                  <c:v>0.1085288341</c:v>
                </c:pt>
                <c:pt idx="122">
                  <c:v>0.1140110039</c:v>
                </c:pt>
                <c:pt idx="123">
                  <c:v>0.1192782147</c:v>
                </c:pt>
                <c:pt idx="124">
                  <c:v>0.1249821955</c:v>
                </c:pt>
                <c:pt idx="125">
                  <c:v>0.1304625201</c:v>
                </c:pt>
                <c:pt idx="126">
                  <c:v>0.1357279581</c:v>
                </c:pt>
                <c:pt idx="127">
                  <c:v>0.1415296076</c:v>
                </c:pt>
                <c:pt idx="128">
                  <c:v>0.1471037711</c:v>
                </c:pt>
                <c:pt idx="129">
                  <c:v>0.1524593685</c:v>
                </c:pt>
                <c:pt idx="130">
                  <c:v>0.1585527985</c:v>
                </c:pt>
                <c:pt idx="131">
                  <c:v>0.1644073017</c:v>
                </c:pt>
                <c:pt idx="132">
                  <c:v>0.1700322466</c:v>
                </c:pt>
                <c:pt idx="133">
                  <c:v>0.1765067839</c:v>
                </c:pt>
                <c:pt idx="134">
                  <c:v>0.182727451</c:v>
                </c:pt>
                <c:pt idx="135">
                  <c:v>0.1887042022</c:v>
                </c:pt>
                <c:pt idx="136">
                  <c:v>0.1954437757</c:v>
                </c:pt>
                <c:pt idx="137">
                  <c:v>0.2019190868</c:v>
                </c:pt>
                <c:pt idx="138">
                  <c:v>0.2081404972</c:v>
                </c:pt>
                <c:pt idx="139">
                  <c:v>0.2141179627</c:v>
                </c:pt>
                <c:pt idx="140">
                  <c:v>0.2198610484</c:v>
                </c:pt>
                <c:pt idx="141">
                  <c:v>0.2253789444</c:v>
                </c:pt>
                <c:pt idx="142">
                  <c:v>0.2306804807</c:v>
                </c:pt>
                <c:pt idx="143">
                  <c:v>0.2357741408</c:v>
                </c:pt>
                <c:pt idx="144">
                  <c:v>0.2406680756</c:v>
                </c:pt>
                <c:pt idx="145">
                  <c:v>0.2453701165</c:v>
                </c:pt>
                <c:pt idx="146">
                  <c:v>0.2498877877</c:v>
                </c:pt>
                <c:pt idx="147">
                  <c:v>0.2542283185</c:v>
                </c:pt>
                <c:pt idx="148">
                  <c:v>0.2583986546</c:v>
                </c:pt>
                <c:pt idx="149">
                  <c:v>0.2624054695</c:v>
                </c:pt>
                <c:pt idx="150">
                  <c:v>0.266255175</c:v>
                </c:pt>
                <c:pt idx="151">
                  <c:v>0.2699539314</c:v>
                </c:pt>
                <c:pt idx="152">
                  <c:v>0.2735076574</c:v>
                </c:pt>
                <c:pt idx="153">
                  <c:v>0.2769220399</c:v>
                </c:pt>
                <c:pt idx="154">
                  <c:v>0.2802025425</c:v>
                </c:pt>
                <c:pt idx="155">
                  <c:v>0.2833544147</c:v>
                </c:pt>
                <c:pt idx="156">
                  <c:v>0.2863827003</c:v>
                </c:pt>
                <c:pt idx="157">
                  <c:v>0.2892922451</c:v>
                </c:pt>
                <c:pt idx="158">
                  <c:v>0.292087705</c:v>
                </c:pt>
                <c:pt idx="159">
                  <c:v>0.2947735534</c:v>
                </c:pt>
                <c:pt idx="160">
                  <c:v>0.2973540881</c:v>
                </c:pt>
                <c:pt idx="161">
                  <c:v>0.2998334386</c:v>
                </c:pt>
                <c:pt idx="162">
                  <c:v>0.3022155724</c:v>
                </c:pt>
                <c:pt idx="163">
                  <c:v>0.3045043014</c:v>
                </c:pt>
                <c:pt idx="164">
                  <c:v>0.3067032881</c:v>
                </c:pt>
                <c:pt idx="165">
                  <c:v>0.3088160513</c:v>
                </c:pt>
                <c:pt idx="166">
                  <c:v>0.3108459718</c:v>
                </c:pt>
                <c:pt idx="167">
                  <c:v>0.312796298</c:v>
                </c:pt>
                <c:pt idx="168">
                  <c:v>0.3146701508</c:v>
                </c:pt>
                <c:pt idx="169">
                  <c:v>0.3164705288</c:v>
                </c:pt>
                <c:pt idx="170">
                  <c:v>0.318200313</c:v>
                </c:pt>
                <c:pt idx="171">
                  <c:v>0.3198622713</c:v>
                </c:pt>
                <c:pt idx="172">
                  <c:v>0.3214590634</c:v>
                </c:pt>
                <c:pt idx="173">
                  <c:v>0.3229932443</c:v>
                </c:pt>
                <c:pt idx="174">
                  <c:v>0.3244672691</c:v>
                </c:pt>
                <c:pt idx="175">
                  <c:v>0.3258834966</c:v>
                </c:pt>
                <c:pt idx="176">
                  <c:v>0.3272441931</c:v>
                </c:pt>
                <c:pt idx="177">
                  <c:v>0.3285515358</c:v>
                </c:pt>
                <c:pt idx="178">
                  <c:v>0.3298076169</c:v>
                </c:pt>
                <c:pt idx="179">
                  <c:v>0.3310144464</c:v>
                </c:pt>
                <c:pt idx="180">
                  <c:v>0.3321739554</c:v>
                </c:pt>
                <c:pt idx="181">
                  <c:v>0.3332879994</c:v>
                </c:pt>
                <c:pt idx="182">
                  <c:v>0.3343583611</c:v>
                </c:pt>
                <c:pt idx="183">
                  <c:v>0.3353867533</c:v>
                </c:pt>
                <c:pt idx="184">
                  <c:v>0.3363748217</c:v>
                </c:pt>
                <c:pt idx="185">
                  <c:v>0.3373241474</c:v>
                </c:pt>
                <c:pt idx="186">
                  <c:v>0.3382362495</c:v>
                </c:pt>
                <c:pt idx="187">
                  <c:v>0.3391125876</c:v>
                </c:pt>
                <c:pt idx="188">
                  <c:v>0.3399545639</c:v>
                </c:pt>
                <c:pt idx="189">
                  <c:v>0.3407635259</c:v>
                </c:pt>
                <c:pt idx="190">
                  <c:v>0.341540768</c:v>
                </c:pt>
                <c:pt idx="191">
                  <c:v>0.342287534</c:v>
                </c:pt>
                <c:pt idx="192">
                  <c:v>0.343005019</c:v>
                </c:pt>
                <c:pt idx="193">
                  <c:v>0.3436943709</c:v>
                </c:pt>
                <c:pt idx="194">
                  <c:v>0.3443566929</c:v>
                </c:pt>
                <c:pt idx="195">
                  <c:v>0.344993045</c:v>
                </c:pt>
                <c:pt idx="196">
                  <c:v>0.3456044453</c:v>
                </c:pt>
                <c:pt idx="197">
                  <c:v>0.3461918722</c:v>
                </c:pt>
                <c:pt idx="198">
                  <c:v>0.3467562659</c:v>
                </c:pt>
                <c:pt idx="199">
                  <c:v>0.3472985293</c:v>
                </c:pt>
                <c:pt idx="200">
                  <c:v>0.3478195303</c:v>
                </c:pt>
                <c:pt idx="201">
                  <c:v>0.3483201025</c:v>
                </c:pt>
                <c:pt idx="202">
                  <c:v>0.348801047</c:v>
                </c:pt>
                <c:pt idx="203">
                  <c:v>0.3492631335</c:v>
                </c:pt>
                <c:pt idx="204">
                  <c:v>0.3497071012</c:v>
                </c:pt>
                <c:pt idx="205">
                  <c:v>0.3501336607</c:v>
                </c:pt>
                <c:pt idx="206">
                  <c:v>0.3505434946</c:v>
                </c:pt>
                <c:pt idx="207">
                  <c:v>0.3509372587</c:v>
                </c:pt>
                <c:pt idx="208">
                  <c:v>0.351315583</c:v>
                </c:pt>
                <c:pt idx="209">
                  <c:v>0.3516790731</c:v>
                </c:pt>
                <c:pt idx="210">
                  <c:v>0.3520283105</c:v>
                </c:pt>
                <c:pt idx="211">
                  <c:v>0.3523638541</c:v>
                </c:pt>
                <c:pt idx="212">
                  <c:v>0.3526862409</c:v>
                </c:pt>
                <c:pt idx="213">
                  <c:v>0.3529959866</c:v>
                </c:pt>
                <c:pt idx="214">
                  <c:v>0.3532935871</c:v>
                </c:pt>
                <c:pt idx="215">
                  <c:v>0.3535795185</c:v>
                </c:pt>
                <c:pt idx="216">
                  <c:v>0.3538542384</c:v>
                </c:pt>
                <c:pt idx="217">
                  <c:v>0.3541181863</c:v>
                </c:pt>
                <c:pt idx="218">
                  <c:v>0.3543717847</c:v>
                </c:pt>
                <c:pt idx="219">
                  <c:v>0.3546154394</c:v>
                </c:pt>
                <c:pt idx="220">
                  <c:v>0.3548495402</c:v>
                </c:pt>
                <c:pt idx="221">
                  <c:v>0.3550744618</c:v>
                </c:pt>
                <c:pt idx="222">
                  <c:v>0.3552905642</c:v>
                </c:pt>
                <c:pt idx="223">
                  <c:v>0.355498193</c:v>
                </c:pt>
                <c:pt idx="224">
                  <c:v>0.3556976805</c:v>
                </c:pt>
                <c:pt idx="225">
                  <c:v>0.3558893461</c:v>
                </c:pt>
                <c:pt idx="226">
                  <c:v>0.3560734963</c:v>
                </c:pt>
                <c:pt idx="227">
                  <c:v>0.3562504259</c:v>
                </c:pt>
                <c:pt idx="228">
                  <c:v>0.356420418</c:v>
                </c:pt>
                <c:pt idx="229">
                  <c:v>0.3565837446</c:v>
                </c:pt>
                <c:pt idx="230">
                  <c:v>0.3567406671</c:v>
                </c:pt>
                <c:pt idx="231">
                  <c:v>0.3568914366</c:v>
                </c:pt>
                <c:pt idx="232">
                  <c:v>0.3570362943</c:v>
                </c:pt>
                <c:pt idx="233">
                  <c:v>0.357175472</c:v>
                </c:pt>
                <c:pt idx="234">
                  <c:v>0.3573091925</c:v>
                </c:pt>
                <c:pt idx="235">
                  <c:v>0.3574376698</c:v>
                </c:pt>
                <c:pt idx="236">
                  <c:v>0.3575611094</c:v>
                </c:pt>
                <c:pt idx="237">
                  <c:v>0.3576797088</c:v>
                </c:pt>
                <c:pt idx="238">
                  <c:v>0.357793658</c:v>
                </c:pt>
                <c:pt idx="239">
                  <c:v>0.3579031391</c:v>
                </c:pt>
                <c:pt idx="240">
                  <c:v>0.3580083273</c:v>
                </c:pt>
                <c:pt idx="241">
                  <c:v>0.3581093911</c:v>
                </c:pt>
                <c:pt idx="242">
                  <c:v>0.3582064922</c:v>
                </c:pt>
                <c:pt idx="243">
                  <c:v>0.3582997858</c:v>
                </c:pt>
                <c:pt idx="244">
                  <c:v>0.3583894213</c:v>
                </c:pt>
                <c:pt idx="245">
                  <c:v>0.3584755422</c:v>
                </c:pt>
                <c:pt idx="246">
                  <c:v>0.3585582862</c:v>
                </c:pt>
                <c:pt idx="247">
                  <c:v>0.3586377858</c:v>
                </c:pt>
                <c:pt idx="248">
                  <c:v>0.3587141682</c:v>
                </c:pt>
                <c:pt idx="249">
                  <c:v>0.3587875556</c:v>
                </c:pt>
                <c:pt idx="250">
                  <c:v>0.3588580654</c:v>
                </c:pt>
                <c:pt idx="251">
                  <c:v>0.3589258105</c:v>
                </c:pt>
                <c:pt idx="252">
                  <c:v>0.3589908993</c:v>
                </c:pt>
                <c:pt idx="253">
                  <c:v>0.3590534359</c:v>
                </c:pt>
                <c:pt idx="254">
                  <c:v>0.3591135204</c:v>
                </c:pt>
                <c:pt idx="255">
                  <c:v>0.3591712489</c:v>
                </c:pt>
                <c:pt idx="256">
                  <c:v>0.3592267139</c:v>
                </c:pt>
                <c:pt idx="257">
                  <c:v>0.3592800041</c:v>
                </c:pt>
                <c:pt idx="258">
                  <c:v>0.3593312047</c:v>
                </c:pt>
                <c:pt idx="259">
                  <c:v>0.3593803977</c:v>
                </c:pt>
                <c:pt idx="260">
                  <c:v>0.3594276619</c:v>
                </c:pt>
                <c:pt idx="261">
                  <c:v>0.3594730728</c:v>
                </c:pt>
                <c:pt idx="262">
                  <c:v>0.3595167031</c:v>
                </c:pt>
                <c:pt idx="263">
                  <c:v>0.3595586226</c:v>
                </c:pt>
                <c:pt idx="264">
                  <c:v>0.3595988984</c:v>
                </c:pt>
                <c:pt idx="265">
                  <c:v>0.359637595</c:v>
                </c:pt>
                <c:pt idx="266">
                  <c:v>0.3596747743</c:v>
                </c:pt>
                <c:pt idx="267">
                  <c:v>0.3597104958</c:v>
                </c:pt>
                <c:pt idx="268">
                  <c:v>0.3597448166</c:v>
                </c:pt>
                <c:pt idx="269">
                  <c:v>0.3597777917</c:v>
                </c:pt>
                <c:pt idx="270">
                  <c:v>0.3598094738</c:v>
                </c:pt>
                <c:pt idx="271">
                  <c:v>0.3598399136</c:v>
                </c:pt>
                <c:pt idx="272">
                  <c:v>0.3598691599</c:v>
                </c:pt>
                <c:pt idx="273">
                  <c:v>0.3598972594</c:v>
                </c:pt>
                <c:pt idx="274">
                  <c:v>0.3599242571</c:v>
                </c:pt>
                <c:pt idx="275">
                  <c:v>0.3599501962</c:v>
                </c:pt>
                <c:pt idx="276">
                  <c:v>0.3599751182</c:v>
                </c:pt>
                <c:pt idx="277">
                  <c:v>0.3599990631</c:v>
                </c:pt>
                <c:pt idx="278">
                  <c:v>0.360022069</c:v>
                </c:pt>
                <c:pt idx="279">
                  <c:v>0.3600441728</c:v>
                </c:pt>
                <c:pt idx="280">
                  <c:v>0.36006541</c:v>
                </c:pt>
                <c:pt idx="281">
                  <c:v>0.3600858144</c:v>
                </c:pt>
                <c:pt idx="282">
                  <c:v>0.3601054188</c:v>
                </c:pt>
                <c:pt idx="283">
                  <c:v>0.3601242544</c:v>
                </c:pt>
                <c:pt idx="284">
                  <c:v>0.3601423515</c:v>
                </c:pt>
                <c:pt idx="285">
                  <c:v>0.360159739</c:v>
                </c:pt>
                <c:pt idx="286">
                  <c:v>0.3601764448</c:v>
                </c:pt>
                <c:pt idx="287">
                  <c:v>0.3601924955</c:v>
                </c:pt>
                <c:pt idx="288">
                  <c:v>0.3602079168</c:v>
                </c:pt>
                <c:pt idx="289">
                  <c:v>0.3602227335</c:v>
                </c:pt>
                <c:pt idx="290">
                  <c:v>0.3602369691</c:v>
                </c:pt>
                <c:pt idx="291">
                  <c:v>0.3602506466</c:v>
                </c:pt>
                <c:pt idx="292">
                  <c:v>0.3602637878</c:v>
                </c:pt>
                <c:pt idx="293">
                  <c:v>0.3602764138</c:v>
                </c:pt>
                <c:pt idx="294">
                  <c:v>0.3602885446</c:v>
                </c:pt>
                <c:pt idx="295">
                  <c:v>0.3603001998</c:v>
                </c:pt>
                <c:pt idx="296">
                  <c:v>0.360311398</c:v>
                </c:pt>
                <c:pt idx="297">
                  <c:v>0.3603221571</c:v>
                </c:pt>
                <c:pt idx="298">
                  <c:v>0.3603324943</c:v>
                </c:pt>
                <c:pt idx="299">
                  <c:v>0.3603424262</c:v>
                </c:pt>
                <c:pt idx="300">
                  <c:v>0.3603519687</c:v>
                </c:pt>
                <c:pt idx="301">
                  <c:v>0.360361137</c:v>
                </c:pt>
                <c:pt idx="302">
                  <c:v>0.3603699458</c:v>
                </c:pt>
                <c:pt idx="303">
                  <c:v>0.3603784092</c:v>
                </c:pt>
                <c:pt idx="304">
                  <c:v>0.3603865408</c:v>
                </c:pt>
                <c:pt idx="305">
                  <c:v>0.3603943535</c:v>
                </c:pt>
                <c:pt idx="306">
                  <c:v>0.3604018598</c:v>
                </c:pt>
                <c:pt idx="307">
                  <c:v>0.3604090719</c:v>
                </c:pt>
                <c:pt idx="308">
                  <c:v>0.3604160011</c:v>
                </c:pt>
                <c:pt idx="309">
                  <c:v>0.3604226587</c:v>
                </c:pt>
                <c:pt idx="310">
                  <c:v>0.3604290552</c:v>
                </c:pt>
                <c:pt idx="311">
                  <c:v>0.3604352009</c:v>
                </c:pt>
                <c:pt idx="312">
                  <c:v>0.3604411056</c:v>
                </c:pt>
                <c:pt idx="313">
                  <c:v>0.3604467788</c:v>
                </c:pt>
                <c:pt idx="314">
                  <c:v>0.3604522295</c:v>
                </c:pt>
                <c:pt idx="315">
                  <c:v>0.3604574665</c:v>
                </c:pt>
                <c:pt idx="316">
                  <c:v>0.3604624982</c:v>
                </c:pt>
                <c:pt idx="317">
                  <c:v>0.3604673326</c:v>
                </c:pt>
                <c:pt idx="318">
                  <c:v>0.3604719774</c:v>
                </c:pt>
                <c:pt idx="319">
                  <c:v>0.3604764401</c:v>
                </c:pt>
                <c:pt idx="320">
                  <c:v>0.3604807278</c:v>
                </c:pt>
                <c:pt idx="321">
                  <c:v>0.3604848474</c:v>
                </c:pt>
                <c:pt idx="322">
                  <c:v>0.3604888054</c:v>
                </c:pt>
                <c:pt idx="323">
                  <c:v>0.3604926083</c:v>
                </c:pt>
                <c:pt idx="324">
                  <c:v>0.360496262</c:v>
                </c:pt>
                <c:pt idx="325">
                  <c:v>0.3604997725</c:v>
                </c:pt>
                <c:pt idx="326">
                  <c:v>0.3605031453</c:v>
                </c:pt>
                <c:pt idx="327">
                  <c:v>0.3605063859</c:v>
                </c:pt>
                <c:pt idx="328">
                  <c:v>0.3605094994</c:v>
                </c:pt>
                <c:pt idx="329">
                  <c:v>0.3605124909</c:v>
                </c:pt>
                <c:pt idx="330">
                  <c:v>0.360515365</c:v>
                </c:pt>
                <c:pt idx="331">
                  <c:v>0.3605181264</c:v>
                </c:pt>
                <c:pt idx="332">
                  <c:v>0.3605207796</c:v>
                </c:pt>
                <c:pt idx="333">
                  <c:v>0.3605233287</c:v>
                </c:pt>
                <c:pt idx="334">
                  <c:v>0.3605257779</c:v>
                </c:pt>
                <c:pt idx="335">
                  <c:v>0.3605281311</c:v>
                </c:pt>
                <c:pt idx="336">
                  <c:v>0.3605303919</c:v>
                </c:pt>
                <c:pt idx="337">
                  <c:v>0.3605325642</c:v>
                </c:pt>
                <c:pt idx="338">
                  <c:v>0.3605346512</c:v>
                </c:pt>
                <c:pt idx="339">
                  <c:v>0.3605366564</c:v>
                </c:pt>
                <c:pt idx="340">
                  <c:v>0.360538583</c:v>
                </c:pt>
                <c:pt idx="341">
                  <c:v>0.3605404341</c:v>
                </c:pt>
                <c:pt idx="342">
                  <c:v>0.3605422125</c:v>
                </c:pt>
                <c:pt idx="343">
                  <c:v>0.3605439213</c:v>
                </c:pt>
                <c:pt idx="344">
                  <c:v>0.360545563</c:v>
                </c:pt>
                <c:pt idx="345">
                  <c:v>0.3605471403</c:v>
                </c:pt>
                <c:pt idx="346">
                  <c:v>0.3605486559</c:v>
                </c:pt>
                <c:pt idx="347">
                  <c:v>0.3605501119</c:v>
                </c:pt>
                <c:pt idx="348">
                  <c:v>0.3605515109</c:v>
                </c:pt>
                <c:pt idx="349">
                  <c:v>0.3605528551</c:v>
                </c:pt>
                <c:pt idx="350">
                  <c:v>0.3605541465</c:v>
                </c:pt>
                <c:pt idx="351">
                  <c:v>0.3605553873</c:v>
                </c:pt>
                <c:pt idx="352">
                  <c:v>0.3605565794</c:v>
                </c:pt>
                <c:pt idx="353">
                  <c:v>0.3605577248</c:v>
                </c:pt>
                <c:pt idx="354">
                  <c:v>0.3605588253</c:v>
                </c:pt>
                <c:pt idx="355">
                  <c:v>0.3605598827</c:v>
                </c:pt>
                <c:pt idx="356">
                  <c:v>0.3605608985</c:v>
                </c:pt>
                <c:pt idx="357">
                  <c:v>0.3605618746</c:v>
                </c:pt>
                <c:pt idx="358">
                  <c:v>0.3605628124</c:v>
                </c:pt>
                <c:pt idx="359">
                  <c:v>0.3605637134</c:v>
                </c:pt>
              </c:numCache>
            </c:numRef>
          </c:yVal>
        </c:ser>
        <c:ser>
          <c:idx val="1"/>
          <c:order val="1"/>
          <c:tx>
            <c:v>Sensor response</c:v>
          </c:tx>
          <c:spPr>
            <a:solidFill xmlns:a="http://schemas.openxmlformats.org/drawingml/2006/main">
              <a:srgbClr val="16877B"/>
            </a:solidFill>
            <a:ln xmlns:a="http://schemas.openxmlformats.org/drawingml/2006/main" w="22860">
              <a:solidFill>
                <a:srgbClr val="16877B"/>
              </a:solidFill>
            </a:ln>
          </c:spPr>
          <c:marker>
            <c:symbol val="none"/>
          </c:marker>
          <c:xVal>
            <c:numRef>
              <c:f>'Chart Data'!$C$2:$C$361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Data'!$D$2:$D$361</c:f>
              <c:numCache>
                <c:formatCode>0.##</c:formatCode>
                <c:ptCount val="3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8.162389836E-05</c:v>
                </c:pt>
                <c:pt idx="92">
                  <c:v>0.0002339036353</c:v>
                </c:pt>
                <c:pt idx="93">
                  <c:v>0.0004470403942</c:v>
                </c:pt>
                <c:pt idx="94">
                  <c:v>0.0008110833462</c:v>
                </c:pt>
                <c:pt idx="95">
                  <c:v>0.001304959458</c:v>
                </c:pt>
                <c:pt idx="96">
                  <c:v>0.001909864258</c:v>
                </c:pt>
                <c:pt idx="97">
                  <c:v>0.002709214633</c:v>
                </c:pt>
                <c:pt idx="98">
                  <c:v>0.00367462519</c:v>
                </c:pt>
                <c:pt idx="99">
                  <c:v>0.004780799223</c:v>
                </c:pt>
                <c:pt idx="100">
                  <c:v>0.006089723179</c:v>
                </c:pt>
                <c:pt idx="101">
                  <c:v>0.007570025359</c:v>
                </c:pt>
                <c:pt idx="102">
                  <c:v>0.009193793044</c:v>
                </c:pt>
                <c:pt idx="103">
                  <c:v>0.01100240536</c:v>
                </c:pt>
                <c:pt idx="104">
                  <c:v>0.01296496526</c:v>
                </c:pt>
                <c:pt idx="105">
                  <c:v>0.01505403771</c:v>
                </c:pt>
                <c:pt idx="106">
                  <c:v>0.01730735588</c:v>
                </c:pt>
                <c:pt idx="107">
                  <c:v>0.01969505444</c:v>
                </c:pt>
                <c:pt idx="108">
                  <c:v>0.02219066829</c:v>
                </c:pt>
                <c:pt idx="109">
                  <c:v>0.02484670926</c:v>
                </c:pt>
                <c:pt idx="110">
                  <c:v>0.02763230818</c:v>
                </c:pt>
                <c:pt idx="111">
                  <c:v>0.03052014523</c:v>
                </c:pt>
                <c:pt idx="112">
                  <c:v>0.0335811186</c:v>
                </c:pt>
                <c:pt idx="113">
                  <c:v>0.03678118779</c:v>
                </c:pt>
                <c:pt idx="114">
                  <c:v>0.04009024042</c:v>
                </c:pt>
                <c:pt idx="115">
                  <c:v>0.04358350408</c:v>
                </c:pt>
                <c:pt idx="116">
                  <c:v>0.04722387844</c:v>
                </c:pt>
                <c:pt idx="117">
                  <c:v>0.05097856108</c:v>
                </c:pt>
                <c:pt idx="118">
                  <c:v>0.054908642</c:v>
                </c:pt>
                <c:pt idx="119">
                  <c:v>0.05897654224</c:v>
                </c:pt>
                <c:pt idx="120">
                  <c:v>0.06314907797</c:v>
                </c:pt>
                <c:pt idx="121">
                  <c:v>0.06746753273</c:v>
                </c:pt>
                <c:pt idx="122">
                  <c:v>0.07189672962</c:v>
                </c:pt>
                <c:pt idx="123">
                  <c:v>0.07640567407</c:v>
                </c:pt>
                <c:pt idx="124">
                  <c:v>0.08102834128</c:v>
                </c:pt>
                <c:pt idx="125">
                  <c:v>0.08573262537</c:v>
                </c:pt>
                <c:pt idx="126">
                  <c:v>0.09049031033</c:v>
                </c:pt>
                <c:pt idx="127">
                  <c:v>0.09534734163</c:v>
                </c:pt>
                <c:pt idx="128">
                  <c:v>0.1002726171</c:v>
                </c:pt>
                <c:pt idx="129">
                  <c:v>0.1052388431</c:v>
                </c:pt>
                <c:pt idx="130">
                  <c:v>0.1103123367</c:v>
                </c:pt>
                <c:pt idx="131">
                  <c:v>0.1154601533</c:v>
                </c:pt>
                <c:pt idx="132">
                  <c:v>0.1206533746</c:v>
                </c:pt>
                <c:pt idx="133">
                  <c:v>0.1259685292</c:v>
                </c:pt>
                <c:pt idx="134">
                  <c:v>0.1313698548</c:v>
                </c:pt>
                <c:pt idx="135">
                  <c:v>0.1368259393</c:v>
                </c:pt>
                <c:pt idx="136">
                  <c:v>0.142404164</c:v>
                </c:pt>
                <c:pt idx="137">
                  <c:v>0.1480677577</c:v>
                </c:pt>
                <c:pt idx="138">
                  <c:v>0.1537844347</c:v>
                </c:pt>
                <c:pt idx="139">
                  <c:v>0.159525929</c:v>
                </c:pt>
                <c:pt idx="140">
                  <c:v>0.1652675747</c:v>
                </c:pt>
                <c:pt idx="141">
                  <c:v>0.1709879279</c:v>
                </c:pt>
                <c:pt idx="142">
                  <c:v>0.1766684253</c:v>
                </c:pt>
                <c:pt idx="143">
                  <c:v>0.1822930778</c:v>
                </c:pt>
                <c:pt idx="144">
                  <c:v>0.1878481933</c:v>
                </c:pt>
                <c:pt idx="145">
                  <c:v>0.1933221281</c:v>
                </c:pt>
                <c:pt idx="146">
                  <c:v>0.1987050623</c:v>
                </c:pt>
                <c:pt idx="147">
                  <c:v>0.2039887987</c:v>
                </c:pt>
                <c:pt idx="148">
                  <c:v>0.2091665811</c:v>
                </c:pt>
                <c:pt idx="149">
                  <c:v>0.2142329312</c:v>
                </c:pt>
                <c:pt idx="150">
                  <c:v>0.2191835022</c:v>
                </c:pt>
                <c:pt idx="151">
                  <c:v>0.2240149473</c:v>
                </c:pt>
                <c:pt idx="152">
                  <c:v>0.2287248014</c:v>
                </c:pt>
                <c:pt idx="153">
                  <c:v>0.2333113751</c:v>
                </c:pt>
                <c:pt idx="154">
                  <c:v>0.2377736596</c:v>
                </c:pt>
                <c:pt idx="155">
                  <c:v>0.242111242</c:v>
                </c:pt>
                <c:pt idx="156">
                  <c:v>0.2463242282</c:v>
                </c:pt>
                <c:pt idx="157">
                  <c:v>0.2504131757</c:v>
                </c:pt>
                <c:pt idx="158">
                  <c:v>0.2543790315</c:v>
                </c:pt>
                <c:pt idx="159">
                  <c:v>0.2582230785</c:v>
                </c:pt>
                <c:pt idx="160">
                  <c:v>0.2619468864</c:v>
                </c:pt>
                <c:pt idx="161">
                  <c:v>0.2655522685</c:v>
                </c:pt>
                <c:pt idx="162">
                  <c:v>0.2690412432</c:v>
                </c:pt>
                <c:pt idx="163">
                  <c:v>0.2724159994</c:v>
                </c:pt>
                <c:pt idx="164">
                  <c:v>0.2756788663</c:v>
                </c:pt>
                <c:pt idx="165">
                  <c:v>0.2788322864</c:v>
                </c:pt>
                <c:pt idx="166">
                  <c:v>0.2818787913</c:v>
                </c:pt>
                <c:pt idx="167">
                  <c:v>0.2848209811</c:v>
                </c:pt>
                <c:pt idx="168">
                  <c:v>0.2876615052</c:v>
                </c:pt>
                <c:pt idx="169">
                  <c:v>0.2904030462</c:v>
                </c:pt>
                <c:pt idx="170">
                  <c:v>0.2930483059</c:v>
                </c:pt>
                <c:pt idx="171">
                  <c:v>0.2955999921</c:v>
                </c:pt>
                <c:pt idx="172">
                  <c:v>0.2980608081</c:v>
                </c:pt>
                <c:pt idx="173">
                  <c:v>0.3004334431</c:v>
                </c:pt>
                <c:pt idx="174">
                  <c:v>0.302720564</c:v>
                </c:pt>
                <c:pt idx="175">
                  <c:v>0.3049248085</c:v>
                </c:pt>
                <c:pt idx="176">
                  <c:v>0.3070487788</c:v>
                </c:pt>
                <c:pt idx="177">
                  <c:v>0.3090950366</c:v>
                </c:pt>
                <c:pt idx="178">
                  <c:v>0.3110660993</c:v>
                </c:pt>
                <c:pt idx="179">
                  <c:v>0.3129644355</c:v>
                </c:pt>
                <c:pt idx="180">
                  <c:v>0.314792463</c:v>
                </c:pt>
                <c:pt idx="181">
                  <c:v>0.316552546</c:v>
                </c:pt>
                <c:pt idx="182">
                  <c:v>0.3182469933</c:v>
                </c:pt>
                <c:pt idx="183">
                  <c:v>0.3198780572</c:v>
                </c:pt>
                <c:pt idx="184">
                  <c:v>0.3214479319</c:v>
                </c:pt>
                <c:pt idx="185">
                  <c:v>0.3229587535</c:v>
                </c:pt>
                <c:pt idx="186">
                  <c:v>0.3244125995</c:v>
                </c:pt>
                <c:pt idx="187">
                  <c:v>0.3258114883</c:v>
                </c:pt>
                <c:pt idx="188">
                  <c:v>0.3271573799</c:v>
                </c:pt>
                <c:pt idx="189">
                  <c:v>0.3284521759</c:v>
                </c:pt>
                <c:pt idx="190">
                  <c:v>0.3296977201</c:v>
                </c:pt>
                <c:pt idx="191">
                  <c:v>0.3308957993</c:v>
                </c:pt>
                <c:pt idx="192">
                  <c:v>0.3320481439</c:v>
                </c:pt>
                <c:pt idx="193">
                  <c:v>0.3331564289</c:v>
                </c:pt>
                <c:pt idx="194">
                  <c:v>0.334222275</c:v>
                </c:pt>
                <c:pt idx="195">
                  <c:v>0.3352472493</c:v>
                </c:pt>
                <c:pt idx="196">
                  <c:v>0.3362328668</c:v>
                </c:pt>
                <c:pt idx="197">
                  <c:v>0.3371805915</c:v>
                </c:pt>
                <c:pt idx="198">
                  <c:v>0.3380918374</c:v>
                </c:pt>
                <c:pt idx="199">
                  <c:v>0.3389679699</c:v>
                </c:pt>
                <c:pt idx="200">
                  <c:v>0.3398103073</c:v>
                </c:pt>
                <c:pt idx="201">
                  <c:v>0.3406201214</c:v>
                </c:pt>
                <c:pt idx="202">
                  <c:v>0.3413986394</c:v>
                </c:pt>
                <c:pt idx="203">
                  <c:v>0.3421470449</c:v>
                </c:pt>
                <c:pt idx="204">
                  <c:v>0.3428664794</c:v>
                </c:pt>
                <c:pt idx="205">
                  <c:v>0.3435580431</c:v>
                </c:pt>
                <c:pt idx="206">
                  <c:v>0.3442227967</c:v>
                </c:pt>
                <c:pt idx="207">
                  <c:v>0.3448617623</c:v>
                </c:pt>
                <c:pt idx="208">
                  <c:v>0.3454759245</c:v>
                </c:pt>
                <c:pt idx="209">
                  <c:v>0.3460662322</c:v>
                </c:pt>
                <c:pt idx="210">
                  <c:v>0.3466335989</c:v>
                </c:pt>
                <c:pt idx="211">
                  <c:v>0.3471789048</c:v>
                </c:pt>
                <c:pt idx="212">
                  <c:v>0.3477029971</c:v>
                </c:pt>
                <c:pt idx="213">
                  <c:v>0.3482066917</c:v>
                </c:pt>
                <c:pt idx="214">
                  <c:v>0.3486907738</c:v>
                </c:pt>
                <c:pt idx="215">
                  <c:v>0.3491559994</c:v>
                </c:pt>
                <c:pt idx="216">
                  <c:v>0.3496030959</c:v>
                </c:pt>
                <c:pt idx="217">
                  <c:v>0.3500327636</c:v>
                </c:pt>
                <c:pt idx="218">
                  <c:v>0.350445676</c:v>
                </c:pt>
                <c:pt idx="219">
                  <c:v>0.3508424815</c:v>
                </c:pt>
                <c:pt idx="220">
                  <c:v>0.3512238035</c:v>
                </c:pt>
                <c:pt idx="221">
                  <c:v>0.3515902421</c:v>
                </c:pt>
                <c:pt idx="222">
                  <c:v>0.3519423743</c:v>
                </c:pt>
                <c:pt idx="223">
                  <c:v>0.3522807552</c:v>
                </c:pt>
                <c:pt idx="224">
                  <c:v>0.3526059186</c:v>
                </c:pt>
                <c:pt idx="225">
                  <c:v>0.3529183781</c:v>
                </c:pt>
                <c:pt idx="226">
                  <c:v>0.3532186273</c:v>
                </c:pt>
                <c:pt idx="227">
                  <c:v>0.3535071411</c:v>
                </c:pt>
                <c:pt idx="228">
                  <c:v>0.353784376</c:v>
                </c:pt>
                <c:pt idx="229">
                  <c:v>0.3540507712</c:v>
                </c:pt>
                <c:pt idx="230">
                  <c:v>0.3543067486</c:v>
                </c:pt>
                <c:pt idx="231">
                  <c:v>0.3545527142</c:v>
                </c:pt>
                <c:pt idx="232">
                  <c:v>0.3547890581</c:v>
                </c:pt>
                <c:pt idx="233">
                  <c:v>0.3550161554</c:v>
                </c:pt>
                <c:pt idx="234">
                  <c:v>0.3552343667</c:v>
                </c:pt>
                <c:pt idx="235">
                  <c:v>0.3554440387</c:v>
                </c:pt>
                <c:pt idx="236">
                  <c:v>0.3556455046</c:v>
                </c:pt>
                <c:pt idx="237">
                  <c:v>0.3558390848</c:v>
                </c:pt>
                <c:pt idx="238">
                  <c:v>0.356025087</c:v>
                </c:pt>
                <c:pt idx="239">
                  <c:v>0.3562038073</c:v>
                </c:pt>
                <c:pt idx="240">
                  <c:v>0.3563755301</c:v>
                </c:pt>
                <c:pt idx="241">
                  <c:v>0.3565405288</c:v>
                </c:pt>
                <c:pt idx="242">
                  <c:v>0.3566990661</c:v>
                </c:pt>
                <c:pt idx="243">
                  <c:v>0.3568513948</c:v>
                </c:pt>
                <c:pt idx="244">
                  <c:v>0.3569977573</c:v>
                </c:pt>
                <c:pt idx="245">
                  <c:v>0.3571383872</c:v>
                </c:pt>
                <c:pt idx="246">
                  <c:v>0.3572735084</c:v>
                </c:pt>
                <c:pt idx="247">
                  <c:v>0.3574033366</c:v>
                </c:pt>
                <c:pt idx="248">
                  <c:v>0.3575280787</c:v>
                </c:pt>
                <c:pt idx="249">
                  <c:v>0.3576479338</c:v>
                </c:pt>
                <c:pt idx="250">
                  <c:v>0.357763093</c:v>
                </c:pt>
                <c:pt idx="251">
                  <c:v>0.3578737402</c:v>
                </c:pt>
                <c:pt idx="252">
                  <c:v>0.357980052</c:v>
                </c:pt>
                <c:pt idx="253">
                  <c:v>0.3580821979</c:v>
                </c:pt>
                <c:pt idx="254">
                  <c:v>0.3581803412</c:v>
                </c:pt>
                <c:pt idx="255">
                  <c:v>0.3582746386</c:v>
                </c:pt>
                <c:pt idx="256">
                  <c:v>0.3583652405</c:v>
                </c:pt>
                <c:pt idx="257">
                  <c:v>0.3584522918</c:v>
                </c:pt>
                <c:pt idx="258">
                  <c:v>0.3585359314</c:v>
                </c:pt>
                <c:pt idx="259">
                  <c:v>0.358616293</c:v>
                </c:pt>
                <c:pt idx="260">
                  <c:v>0.358693505</c:v>
                </c:pt>
                <c:pt idx="261">
                  <c:v>0.3587676906</c:v>
                </c:pt>
                <c:pt idx="262">
                  <c:v>0.3588389686</c:v>
                </c:pt>
                <c:pt idx="263">
                  <c:v>0.3589074527</c:v>
                </c:pt>
                <c:pt idx="264">
                  <c:v>0.3589732525</c:v>
                </c:pt>
                <c:pt idx="265">
                  <c:v>0.359036473</c:v>
                </c:pt>
                <c:pt idx="266">
                  <c:v>0.3590972154</c:v>
                </c:pt>
                <c:pt idx="267">
                  <c:v>0.3591555768</c:v>
                </c:pt>
                <c:pt idx="268">
                  <c:v>0.3592116504</c:v>
                </c:pt>
                <c:pt idx="269">
                  <c:v>0.3592655258</c:v>
                </c:pt>
                <c:pt idx="270">
                  <c:v>0.3593172893</c:v>
                </c:pt>
                <c:pt idx="271">
                  <c:v>0.3593670236</c:v>
                </c:pt>
                <c:pt idx="272">
                  <c:v>0.3594148082</c:v>
                </c:pt>
                <c:pt idx="273">
                  <c:v>0.3594607195</c:v>
                </c:pt>
                <c:pt idx="274">
                  <c:v>0.3595048309</c:v>
                </c:pt>
                <c:pt idx="275">
                  <c:v>0.359547213</c:v>
                </c:pt>
                <c:pt idx="276">
                  <c:v>0.3595879336</c:v>
                </c:pt>
                <c:pt idx="277">
                  <c:v>0.3596270577</c:v>
                </c:pt>
                <c:pt idx="278">
                  <c:v>0.359664648</c:v>
                </c:pt>
                <c:pt idx="279">
                  <c:v>0.3597007646</c:v>
                </c:pt>
                <c:pt idx="280">
                  <c:v>0.3597354652</c:v>
                </c:pt>
                <c:pt idx="281">
                  <c:v>0.3597688053</c:v>
                </c:pt>
                <c:pt idx="282">
                  <c:v>0.3598008383</c:v>
                </c:pt>
                <c:pt idx="283">
                  <c:v>0.3598316154</c:v>
                </c:pt>
                <c:pt idx="284">
                  <c:v>0.3598611859</c:v>
                </c:pt>
                <c:pt idx="285">
                  <c:v>0.359889597</c:v>
                </c:pt>
                <c:pt idx="286">
                  <c:v>0.3599168942</c:v>
                </c:pt>
                <c:pt idx="287">
                  <c:v>0.3599431211</c:v>
                </c:pt>
                <c:pt idx="288">
                  <c:v>0.3599683197</c:v>
                </c:pt>
                <c:pt idx="289">
                  <c:v>0.3599925304</c:v>
                </c:pt>
                <c:pt idx="290">
                  <c:v>0.3600157918</c:v>
                </c:pt>
                <c:pt idx="291">
                  <c:v>0.3600381412</c:v>
                </c:pt>
                <c:pt idx="292">
                  <c:v>0.3600596143</c:v>
                </c:pt>
                <c:pt idx="293">
                  <c:v>0.3600802455</c:v>
                </c:pt>
                <c:pt idx="294">
                  <c:v>0.3601000678</c:v>
                </c:pt>
                <c:pt idx="295">
                  <c:v>0.3601191129</c:v>
                </c:pt>
                <c:pt idx="296">
                  <c:v>0.3601374112</c:v>
                </c:pt>
                <c:pt idx="297">
                  <c:v>0.3601549921</c:v>
                </c:pt>
                <c:pt idx="298">
                  <c:v>0.3601718837</c:v>
                </c:pt>
                <c:pt idx="299">
                  <c:v>0.360188113</c:v>
                </c:pt>
                <c:pt idx="300">
                  <c:v>0.3602037059</c:v>
                </c:pt>
                <c:pt idx="301">
                  <c:v>0.3602186874</c:v>
                </c:pt>
                <c:pt idx="302">
                  <c:v>0.3602330816</c:v>
                </c:pt>
                <c:pt idx="303">
                  <c:v>0.3602469113</c:v>
                </c:pt>
                <c:pt idx="304">
                  <c:v>0.3602601988</c:v>
                </c:pt>
                <c:pt idx="305">
                  <c:v>0.3602729653</c:v>
                </c:pt>
                <c:pt idx="306">
                  <c:v>0.3602852313</c:v>
                </c:pt>
                <c:pt idx="307">
                  <c:v>0.3602970162</c:v>
                </c:pt>
                <c:pt idx="308">
                  <c:v>0.3603083392</c:v>
                </c:pt>
                <c:pt idx="309">
                  <c:v>0.3603192181</c:v>
                </c:pt>
                <c:pt idx="310">
                  <c:v>0.3603296705</c:v>
                </c:pt>
                <c:pt idx="311">
                  <c:v>0.360339713</c:v>
                </c:pt>
                <c:pt idx="312">
                  <c:v>0.3603493618</c:v>
                </c:pt>
                <c:pt idx="313">
                  <c:v>0.3603586323</c:v>
                </c:pt>
                <c:pt idx="314">
                  <c:v>0.3603675392</c:v>
                </c:pt>
                <c:pt idx="315">
                  <c:v>0.3603760969</c:v>
                </c:pt>
                <c:pt idx="316">
                  <c:v>0.3603843191</c:v>
                </c:pt>
                <c:pt idx="317">
                  <c:v>0.3603922189</c:v>
                </c:pt>
                <c:pt idx="318">
                  <c:v>0.3603998089</c:v>
                </c:pt>
                <c:pt idx="319">
                  <c:v>0.3604071013</c:v>
                </c:pt>
                <c:pt idx="320">
                  <c:v>0.3604141078</c:v>
                </c:pt>
                <c:pt idx="321">
                  <c:v>0.3604208396</c:v>
                </c:pt>
                <c:pt idx="322">
                  <c:v>0.3604273074</c:v>
                </c:pt>
                <c:pt idx="323">
                  <c:v>0.3604335216</c:v>
                </c:pt>
                <c:pt idx="324">
                  <c:v>0.3604394921</c:v>
                </c:pt>
                <c:pt idx="325">
                  <c:v>0.3604452286</c:v>
                </c:pt>
                <c:pt idx="326">
                  <c:v>0.3604507401</c:v>
                </c:pt>
                <c:pt idx="327">
                  <c:v>0.3604560355</c:v>
                </c:pt>
                <c:pt idx="328">
                  <c:v>0.3604611232</c:v>
                </c:pt>
                <c:pt idx="329">
                  <c:v>0.3604660115</c:v>
                </c:pt>
                <c:pt idx="330">
                  <c:v>0.3604707081</c:v>
                </c:pt>
                <c:pt idx="331">
                  <c:v>0.3604752206</c:v>
                </c:pt>
                <c:pt idx="332">
                  <c:v>0.3604795561</c:v>
                </c:pt>
                <c:pt idx="333">
                  <c:v>0.3604837216</c:v>
                </c:pt>
                <c:pt idx="334">
                  <c:v>0.3604877238</c:v>
                </c:pt>
                <c:pt idx="335">
                  <c:v>0.3604915691</c:v>
                </c:pt>
                <c:pt idx="336">
                  <c:v>0.3604952635</c:v>
                </c:pt>
                <c:pt idx="337">
                  <c:v>0.3604988132</c:v>
                </c:pt>
                <c:pt idx="338">
                  <c:v>0.3605022236</c:v>
                </c:pt>
                <c:pt idx="339">
                  <c:v>0.3605055003</c:v>
                </c:pt>
                <c:pt idx="340">
                  <c:v>0.3605086486</c:v>
                </c:pt>
                <c:pt idx="341">
                  <c:v>0.3605116733</c:v>
                </c:pt>
                <c:pt idx="342">
                  <c:v>0.3605145795</c:v>
                </c:pt>
                <c:pt idx="343">
                  <c:v>0.3605173718</c:v>
                </c:pt>
                <c:pt idx="344">
                  <c:v>0.3605200545</c:v>
                </c:pt>
                <c:pt idx="345">
                  <c:v>0.3605226321</c:v>
                </c:pt>
                <c:pt idx="346">
                  <c:v>0.3605251086</c:v>
                </c:pt>
                <c:pt idx="347">
                  <c:v>0.360527488</c:v>
                </c:pt>
                <c:pt idx="348">
                  <c:v>0.360529774</c:v>
                </c:pt>
                <c:pt idx="349">
                  <c:v>0.3605319705</c:v>
                </c:pt>
                <c:pt idx="350">
                  <c:v>0.3605340808</c:v>
                </c:pt>
                <c:pt idx="351">
                  <c:v>0.3605361084</c:v>
                </c:pt>
                <c:pt idx="352">
                  <c:v>0.3605380565</c:v>
                </c:pt>
                <c:pt idx="353">
                  <c:v>0.3605399282</c:v>
                </c:pt>
                <c:pt idx="354">
                  <c:v>0.3605417265</c:v>
                </c:pt>
                <c:pt idx="355">
                  <c:v>0.3605434543</c:v>
                </c:pt>
                <c:pt idx="356">
                  <c:v>0.3605451143</c:v>
                </c:pt>
                <c:pt idx="357">
                  <c:v>0.3605467093</c:v>
                </c:pt>
                <c:pt idx="358">
                  <c:v>0.3605482417</c:v>
                </c:pt>
                <c:pt idx="359">
                  <c:v>0.360549714</c:v>
                </c:pt>
              </c:numCache>
            </c:numRef>
          </c:yVal>
        </c:ser>
        <c:ser>
          <c:idx val="2"/>
          <c:order val="2"/>
          <c:tx>
            <c:v>Coherent</c:v>
          </c:tx>
          <c:spPr>
            <a:solidFill xmlns:a="http://schemas.openxmlformats.org/drawingml/2006/main">
              <a:srgbClr val="999999"/>
            </a:solidFill>
            <a:ln xmlns:a="http://schemas.openxmlformats.org/drawingml/2006/main" w="22860">
              <a:solidFill>
                <a:srgbClr val="999999"/>
              </a:solidFill>
            </a:ln>
          </c:spPr>
          <c:marker>
            <c:symbol val="none"/>
          </c:marker>
          <c:xVal>
            <c:numRef>
              <c:f>'Chart Data'!$E$2:$E$361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Data'!$F$2:$F$361</c:f>
              <c:numCache>
                <c:formatCode>0.##</c:formatCode>
                <c:ptCount val="360"/>
                <c:pt idx="0">
                  <c:v>0.05650409643</c:v>
                </c:pt>
                <c:pt idx="1">
                  <c:v>0.03605416413</c:v>
                </c:pt>
                <c:pt idx="2">
                  <c:v>0.1387100113</c:v>
                </c:pt>
                <c:pt idx="3">
                  <c:v>0.04536725622</c:v>
                </c:pt>
                <c:pt idx="4">
                  <c:v>0.08199663048</c:v>
                </c:pt>
                <c:pt idx="5">
                  <c:v>0.0783531383</c:v>
                </c:pt>
                <c:pt idx="6">
                  <c:v>0.05690024708</c:v>
                </c:pt>
                <c:pt idx="7">
                  <c:v>-0.01805717471</c:v>
                </c:pt>
                <c:pt idx="8">
                  <c:v>0.112144588</c:v>
                </c:pt>
                <c:pt idx="9">
                  <c:v>-0.01507102391</c:v>
                </c:pt>
                <c:pt idx="10">
                  <c:v>0.03423887384</c:v>
                </c:pt>
                <c:pt idx="11">
                  <c:v>0.01562064152</c:v>
                </c:pt>
                <c:pt idx="12">
                  <c:v>0.07579531152</c:v>
                </c:pt>
                <c:pt idx="13">
                  <c:v>-0.03957042891</c:v>
                </c:pt>
                <c:pt idx="14">
                  <c:v>0.0921473323</c:v>
                </c:pt>
                <c:pt idx="15">
                  <c:v>0.1062268874</c:v>
                </c:pt>
                <c:pt idx="16">
                  <c:v>0.0121252918</c:v>
                </c:pt>
                <c:pt idx="17">
                  <c:v>-0.05975583215</c:v>
                </c:pt>
                <c:pt idx="18">
                  <c:v>0.1826046884</c:v>
                </c:pt>
                <c:pt idx="19">
                  <c:v>0.03586191099</c:v>
                </c:pt>
                <c:pt idx="20">
                  <c:v>0.1616596995</c:v>
                </c:pt>
                <c:pt idx="21">
                  <c:v>0.1396246662</c:v>
                </c:pt>
                <c:pt idx="22">
                  <c:v>-0.05557162505</c:v>
                </c:pt>
                <c:pt idx="23">
                  <c:v>0.2726256868</c:v>
                </c:pt>
                <c:pt idx="24">
                  <c:v>-0.03545517542</c:v>
                </c:pt>
                <c:pt idx="25">
                  <c:v>0.04382913471</c:v>
                </c:pt>
                <c:pt idx="26">
                  <c:v>0.05347912755</c:v>
                </c:pt>
                <c:pt idx="27">
                  <c:v>-0.04680205332</c:v>
                </c:pt>
                <c:pt idx="28">
                  <c:v>-0.0283171413</c:v>
                </c:pt>
                <c:pt idx="29">
                  <c:v>0.1750317814</c:v>
                </c:pt>
                <c:pt idx="30">
                  <c:v>0.03558906907</c:v>
                </c:pt>
                <c:pt idx="31">
                  <c:v>0.1373062182</c:v>
                </c:pt>
                <c:pt idx="32">
                  <c:v>0.140405497</c:v>
                </c:pt>
                <c:pt idx="33">
                  <c:v>0.1561382613</c:v>
                </c:pt>
                <c:pt idx="34">
                  <c:v>0.03124659936</c:v>
                </c:pt>
                <c:pt idx="35">
                  <c:v>0.03680295887</c:v>
                </c:pt>
                <c:pt idx="36">
                  <c:v>0.2293285726</c:v>
                </c:pt>
                <c:pt idx="37">
                  <c:v>0.07541082183</c:v>
                </c:pt>
                <c:pt idx="38">
                  <c:v>0.05279943676</c:v>
                </c:pt>
                <c:pt idx="39">
                  <c:v>0.01272988426</c:v>
                </c:pt>
                <c:pt idx="40">
                  <c:v>0.08079089921</c:v>
                </c:pt>
                <c:pt idx="41">
                  <c:v>0.07459072602</c:v>
                </c:pt>
                <c:pt idx="42">
                  <c:v>0.05841316723</c:v>
                </c:pt>
                <c:pt idx="43">
                  <c:v>0.2301438541</c:v>
                </c:pt>
                <c:pt idx="44">
                  <c:v>-0.02112590576</c:v>
                </c:pt>
                <c:pt idx="45">
                  <c:v>-0.03615802312</c:v>
                </c:pt>
                <c:pt idx="46">
                  <c:v>-0.02713347151</c:v>
                </c:pt>
                <c:pt idx="47">
                  <c:v>0.03937662885</c:v>
                </c:pt>
                <c:pt idx="48">
                  <c:v>0.07893790177</c:v>
                </c:pt>
                <c:pt idx="49">
                  <c:v>-0.2182968624</c:v>
                </c:pt>
                <c:pt idx="50">
                  <c:v>-0.01624616506</c:v>
                </c:pt>
                <c:pt idx="51">
                  <c:v>0.05462560473</c:v>
                </c:pt>
                <c:pt idx="52">
                  <c:v>-0.005281187681</c:v>
                </c:pt>
                <c:pt idx="53">
                  <c:v>0.03141124957</c:v>
                </c:pt>
                <c:pt idx="54">
                  <c:v>-0.1585139009</c:v>
                </c:pt>
                <c:pt idx="55">
                  <c:v>-0.08364395308</c:v>
                </c:pt>
                <c:pt idx="56">
                  <c:v>-0.06170612231</c:v>
                </c:pt>
                <c:pt idx="57">
                  <c:v>0.006722029495</c:v>
                </c:pt>
                <c:pt idx="58">
                  <c:v>-0.04168208988</c:v>
                </c:pt>
                <c:pt idx="59">
                  <c:v>-0.02992062755</c:v>
                </c:pt>
                <c:pt idx="60">
                  <c:v>0.03213493818</c:v>
                </c:pt>
                <c:pt idx="61">
                  <c:v>0.05181727716</c:v>
                </c:pt>
                <c:pt idx="62">
                  <c:v>0.1166988811</c:v>
                </c:pt>
                <c:pt idx="63">
                  <c:v>-0.006365868086</c:v>
                </c:pt>
                <c:pt idx="64">
                  <c:v>0.07566498489</c:v>
                </c:pt>
                <c:pt idx="65">
                  <c:v>0.009258482307</c:v>
                </c:pt>
                <c:pt idx="66">
                  <c:v>0.01168902417</c:v>
                </c:pt>
                <c:pt idx="67">
                  <c:v>0.02832976667</c:v>
                </c:pt>
                <c:pt idx="68">
                  <c:v>0.09069806751</c:v>
                </c:pt>
                <c:pt idx="69">
                  <c:v>0.01569875687</c:v>
                </c:pt>
                <c:pt idx="70">
                  <c:v>0.1111378751</c:v>
                </c:pt>
                <c:pt idx="71">
                  <c:v>0.01331837062</c:v>
                </c:pt>
                <c:pt idx="72">
                  <c:v>-0.07125215641</c:v>
                </c:pt>
                <c:pt idx="73">
                  <c:v>-0.08073548221</c:v>
                </c:pt>
                <c:pt idx="74">
                  <c:v>-0.002422732278</c:v>
                </c:pt>
                <c:pt idx="75">
                  <c:v>0.1180494502</c:v>
                </c:pt>
                <c:pt idx="76">
                  <c:v>-0.08748264189</c:v>
                </c:pt>
                <c:pt idx="77">
                  <c:v>0.09394809203</c:v>
                </c:pt>
                <c:pt idx="78">
                  <c:v>0.04625589057</c:v>
                </c:pt>
                <c:pt idx="79">
                  <c:v>0.09010375073</c:v>
                </c:pt>
                <c:pt idx="80">
                  <c:v>0.1793864097</c:v>
                </c:pt>
                <c:pt idx="81">
                  <c:v>0.04809284468</c:v>
                </c:pt>
                <c:pt idx="82">
                  <c:v>0.1802808686</c:v>
                </c:pt>
                <c:pt idx="83">
                  <c:v>0.1368857539</c:v>
                </c:pt>
                <c:pt idx="84">
                  <c:v>-0.03693554309</c:v>
                </c:pt>
                <c:pt idx="85">
                  <c:v>0.08458091656</c:v>
                </c:pt>
                <c:pt idx="86">
                  <c:v>-0.03140988608</c:v>
                </c:pt>
                <c:pt idx="87">
                  <c:v>0.08672299178</c:v>
                </c:pt>
                <c:pt idx="88">
                  <c:v>0.04790123005</c:v>
                </c:pt>
                <c:pt idx="89">
                  <c:v>0.06549688918</c:v>
                </c:pt>
                <c:pt idx="90">
                  <c:v>0.02445959326</c:v>
                </c:pt>
                <c:pt idx="91">
                  <c:v>0.06809988124</c:v>
                </c:pt>
                <c:pt idx="92">
                  <c:v>0.07203524287</c:v>
                </c:pt>
                <c:pt idx="93">
                  <c:v>0.08012986332</c:v>
                </c:pt>
                <c:pt idx="94">
                  <c:v>0.03359082187</c:v>
                </c:pt>
                <c:pt idx="95">
                  <c:v>0.07936325335</c:v>
                </c:pt>
                <c:pt idx="96">
                  <c:v>0.07489677838</c:v>
                </c:pt>
                <c:pt idx="97">
                  <c:v>0.05589158434</c:v>
                </c:pt>
                <c:pt idx="98">
                  <c:v>0.0594933153</c:v>
                </c:pt>
                <c:pt idx="99">
                  <c:v>0.2896172303</c:v>
                </c:pt>
                <c:pt idx="100">
                  <c:v>0.05225161274</c:v>
                </c:pt>
                <c:pt idx="101">
                  <c:v>0.0388165751</c:v>
                </c:pt>
                <c:pt idx="102">
                  <c:v>-0.0258958115</c:v>
                </c:pt>
                <c:pt idx="103">
                  <c:v>-0.1265329352</c:v>
                </c:pt>
                <c:pt idx="104">
                  <c:v>-0.1292260863</c:v>
                </c:pt>
                <c:pt idx="105">
                  <c:v>-0.006293075402</c:v>
                </c:pt>
                <c:pt idx="106">
                  <c:v>0.05215009601</c:v>
                </c:pt>
                <c:pt idx="107">
                  <c:v>0.04431941109</c:v>
                </c:pt>
                <c:pt idx="108">
                  <c:v>0.07798562119</c:v>
                </c:pt>
                <c:pt idx="109">
                  <c:v>-0.1330966734</c:v>
                </c:pt>
                <c:pt idx="110">
                  <c:v>-0.1016924507</c:v>
                </c:pt>
                <c:pt idx="111">
                  <c:v>0.07236010555</c:v>
                </c:pt>
                <c:pt idx="112">
                  <c:v>0.2196617728</c:v>
                </c:pt>
                <c:pt idx="113">
                  <c:v>0.09836551958</c:v>
                </c:pt>
                <c:pt idx="114">
                  <c:v>0.08554823864</c:v>
                </c:pt>
                <c:pt idx="115">
                  <c:v>0.01211134166</c:v>
                </c:pt>
                <c:pt idx="116">
                  <c:v>0.1209704747</c:v>
                </c:pt>
                <c:pt idx="117">
                  <c:v>0.004392452578</c:v>
                </c:pt>
                <c:pt idx="118">
                  <c:v>-0.05372138857</c:v>
                </c:pt>
                <c:pt idx="119">
                  <c:v>-0.03441856921</c:v>
                </c:pt>
                <c:pt idx="120">
                  <c:v>0.02580608146</c:v>
                </c:pt>
                <c:pt idx="121">
                  <c:v>0.1155526544</c:v>
                </c:pt>
                <c:pt idx="122">
                  <c:v>0.00232456251</c:v>
                </c:pt>
                <c:pt idx="123">
                  <c:v>0.1232261574</c:v>
                </c:pt>
                <c:pt idx="124">
                  <c:v>-0.1832748456</c:v>
                </c:pt>
                <c:pt idx="125">
                  <c:v>0.1017419434</c:v>
                </c:pt>
                <c:pt idx="126">
                  <c:v>0.04881037375</c:v>
                </c:pt>
                <c:pt idx="127">
                  <c:v>-0.03571583948</c:v>
                </c:pt>
                <c:pt idx="128">
                  <c:v>0.1596312063</c:v>
                </c:pt>
                <c:pt idx="129">
                  <c:v>-0.01862430255</c:v>
                </c:pt>
                <c:pt idx="130">
                  <c:v>0.1387053655</c:v>
                </c:pt>
                <c:pt idx="131">
                  <c:v>0.1595411708</c:v>
                </c:pt>
                <c:pt idx="132">
                  <c:v>0.03654521289</c:v>
                </c:pt>
                <c:pt idx="133">
                  <c:v>0.08834211401</c:v>
                </c:pt>
                <c:pt idx="134">
                  <c:v>0.1165912509</c:v>
                </c:pt>
                <c:pt idx="135">
                  <c:v>-0.1030289638</c:v>
                </c:pt>
                <c:pt idx="136">
                  <c:v>-0.1286312828</c:v>
                </c:pt>
                <c:pt idx="137">
                  <c:v>0.3275261591</c:v>
                </c:pt>
                <c:pt idx="138">
                  <c:v>0.05310343555</c:v>
                </c:pt>
                <c:pt idx="139">
                  <c:v>0.01726156463</c:v>
                </c:pt>
                <c:pt idx="140">
                  <c:v>0.01727396452</c:v>
                </c:pt>
                <c:pt idx="141">
                  <c:v>0.1773578328</c:v>
                </c:pt>
                <c:pt idx="142">
                  <c:v>0.1987296399</c:v>
                </c:pt>
                <c:pt idx="143">
                  <c:v>0.1630423157</c:v>
                </c:pt>
                <c:pt idx="144">
                  <c:v>0.2573093614</c:v>
                </c:pt>
                <c:pt idx="145">
                  <c:v>0.0840291291</c:v>
                </c:pt>
                <c:pt idx="146">
                  <c:v>0.1844697694</c:v>
                </c:pt>
                <c:pt idx="147">
                  <c:v>0.2660364499</c:v>
                </c:pt>
                <c:pt idx="148">
                  <c:v>0.05478931147</c:v>
                </c:pt>
                <c:pt idx="149">
                  <c:v>0.1892712539</c:v>
                </c:pt>
                <c:pt idx="150">
                  <c:v>0.2178038516</c:v>
                </c:pt>
                <c:pt idx="151">
                  <c:v>0.2498327434</c:v>
                </c:pt>
                <c:pt idx="152">
                  <c:v>0.1367073655</c:v>
                </c:pt>
                <c:pt idx="153">
                  <c:v>0.2334324735</c:v>
                </c:pt>
                <c:pt idx="154">
                  <c:v>0.3333645315</c:v>
                </c:pt>
                <c:pt idx="155">
                  <c:v>0.1236286383</c:v>
                </c:pt>
                <c:pt idx="156">
                  <c:v>0.2939674718</c:v>
                </c:pt>
                <c:pt idx="157">
                  <c:v>0.2381995629</c:v>
                </c:pt>
                <c:pt idx="158">
                  <c:v>0.1089956618</c:v>
                </c:pt>
                <c:pt idx="159">
                  <c:v>0.2800509526</c:v>
                </c:pt>
                <c:pt idx="160">
                  <c:v>0.1836544723</c:v>
                </c:pt>
                <c:pt idx="161">
                  <c:v>0.356505763</c:v>
                </c:pt>
                <c:pt idx="162">
                  <c:v>0.1571865358</c:v>
                </c:pt>
                <c:pt idx="163">
                  <c:v>0.2960567377</c:v>
                </c:pt>
                <c:pt idx="164">
                  <c:v>0.09900873716</c:v>
                </c:pt>
                <c:pt idx="165">
                  <c:v>0.2225321866</c:v>
                </c:pt>
                <c:pt idx="166">
                  <c:v>0.09696965548</c:v>
                </c:pt>
                <c:pt idx="167">
                  <c:v>0.289649732</c:v>
                </c:pt>
                <c:pt idx="168">
                  <c:v>0.4321846162</c:v>
                </c:pt>
                <c:pt idx="169">
                  <c:v>0.3968768321</c:v>
                </c:pt>
                <c:pt idx="170">
                  <c:v>0.2587368186</c:v>
                </c:pt>
                <c:pt idx="171">
                  <c:v>0.162359355</c:v>
                </c:pt>
                <c:pt idx="172">
                  <c:v>0.3667902473</c:v>
                </c:pt>
                <c:pt idx="173">
                  <c:v>0.3705631858</c:v>
                </c:pt>
                <c:pt idx="174">
                  <c:v>0.2605066614</c:v>
                </c:pt>
                <c:pt idx="175">
                  <c:v>0.4488701586</c:v>
                </c:pt>
                <c:pt idx="176">
                  <c:v>0.1974150662</c:v>
                </c:pt>
                <c:pt idx="177">
                  <c:v>0.2811575009</c:v>
                </c:pt>
                <c:pt idx="178">
                  <c:v>0.3121594374</c:v>
                </c:pt>
                <c:pt idx="179">
                  <c:v>0.277654922</c:v>
                </c:pt>
                <c:pt idx="180">
                  <c:v>0.4333903325</c:v>
                </c:pt>
                <c:pt idx="181">
                  <c:v>0.3091826425</c:v>
                </c:pt>
                <c:pt idx="182">
                  <c:v>0.3407200946</c:v>
                </c:pt>
                <c:pt idx="183">
                  <c:v>0.3395226894</c:v>
                </c:pt>
                <c:pt idx="184">
                  <c:v>0.2877269711</c:v>
                </c:pt>
                <c:pt idx="185">
                  <c:v>0.2695850332</c:v>
                </c:pt>
                <c:pt idx="186">
                  <c:v>0.381245611</c:v>
                </c:pt>
                <c:pt idx="187">
                  <c:v>0.3469933255</c:v>
                </c:pt>
                <c:pt idx="188">
                  <c:v>0.3588631042</c:v>
                </c:pt>
                <c:pt idx="189">
                  <c:v>0.3730304671</c:v>
                </c:pt>
                <c:pt idx="190">
                  <c:v>0.3843545237</c:v>
                </c:pt>
                <c:pt idx="191">
                  <c:v>0.416485</c:v>
                </c:pt>
                <c:pt idx="192">
                  <c:v>0.3998041684</c:v>
                </c:pt>
                <c:pt idx="193">
                  <c:v>0.4285971949</c:v>
                </c:pt>
                <c:pt idx="194">
                  <c:v>0.5345119212</c:v>
                </c:pt>
                <c:pt idx="195">
                  <c:v>0.3018683172</c:v>
                </c:pt>
                <c:pt idx="196">
                  <c:v>0.4047186206</c:v>
                </c:pt>
                <c:pt idx="197">
                  <c:v>0.3932976154</c:v>
                </c:pt>
                <c:pt idx="198">
                  <c:v>0.3393428031</c:v>
                </c:pt>
                <c:pt idx="199">
                  <c:v>0.3073888797</c:v>
                </c:pt>
                <c:pt idx="200">
                  <c:v>0.3418136295</c:v>
                </c:pt>
                <c:pt idx="201">
                  <c:v>0.291684396</c:v>
                </c:pt>
                <c:pt idx="202">
                  <c:v>0.4103000894</c:v>
                </c:pt>
                <c:pt idx="203">
                  <c:v>0.3737272828</c:v>
                </c:pt>
                <c:pt idx="204">
                  <c:v>0.3745881245</c:v>
                </c:pt>
                <c:pt idx="205">
                  <c:v>0.2588047264</c:v>
                </c:pt>
                <c:pt idx="206">
                  <c:v>0.4037148943</c:v>
                </c:pt>
                <c:pt idx="207">
                  <c:v>0.4072201968</c:v>
                </c:pt>
                <c:pt idx="208">
                  <c:v>0.4146887474</c:v>
                </c:pt>
                <c:pt idx="209">
                  <c:v>0.3689011463</c:v>
                </c:pt>
                <c:pt idx="210">
                  <c:v>0.2812796833</c:v>
                </c:pt>
                <c:pt idx="211">
                  <c:v>0.419643455</c:v>
                </c:pt>
                <c:pt idx="212">
                  <c:v>0.5279683078</c:v>
                </c:pt>
                <c:pt idx="213">
                  <c:v>0.3336780541</c:v>
                </c:pt>
                <c:pt idx="214">
                  <c:v>0.4005304524</c:v>
                </c:pt>
                <c:pt idx="215">
                  <c:v>0.2616652937</c:v>
                </c:pt>
                <c:pt idx="216">
                  <c:v>0.5043747582</c:v>
                </c:pt>
                <c:pt idx="217">
                  <c:v>0.6012460742</c:v>
                </c:pt>
                <c:pt idx="218">
                  <c:v>0.3551266615</c:v>
                </c:pt>
                <c:pt idx="219">
                  <c:v>0.3606237543</c:v>
                </c:pt>
                <c:pt idx="220">
                  <c:v>0.4844284023</c:v>
                </c:pt>
                <c:pt idx="221">
                  <c:v>0.4484721659</c:v>
                </c:pt>
                <c:pt idx="222">
                  <c:v>0.2999705818</c:v>
                </c:pt>
                <c:pt idx="223">
                  <c:v>0.458901721</c:v>
                </c:pt>
                <c:pt idx="224">
                  <c:v>0.351356518</c:v>
                </c:pt>
                <c:pt idx="225">
                  <c:v>0.2732672126</c:v>
                </c:pt>
                <c:pt idx="226">
                  <c:v>0.3241778332</c:v>
                </c:pt>
                <c:pt idx="227">
                  <c:v>0.4464334839</c:v>
                </c:pt>
                <c:pt idx="228">
                  <c:v>0.2887306898</c:v>
                </c:pt>
                <c:pt idx="229">
                  <c:v>0.4015589465</c:v>
                </c:pt>
                <c:pt idx="230">
                  <c:v>0.3815947474</c:v>
                </c:pt>
                <c:pt idx="231">
                  <c:v>0.4381456251</c:v>
                </c:pt>
                <c:pt idx="232">
                  <c:v>0.4734584845</c:v>
                </c:pt>
                <c:pt idx="233">
                  <c:v>0.4158916503</c:v>
                </c:pt>
                <c:pt idx="234">
                  <c:v>0.5212189223</c:v>
                </c:pt>
                <c:pt idx="235">
                  <c:v>0.3549942271</c:v>
                </c:pt>
                <c:pt idx="236">
                  <c:v>0.3118617271</c:v>
                </c:pt>
                <c:pt idx="237">
                  <c:v>0.3773253646</c:v>
                </c:pt>
                <c:pt idx="238">
                  <c:v>0.3631791161</c:v>
                </c:pt>
                <c:pt idx="239">
                  <c:v>0.4945786283</c:v>
                </c:pt>
                <c:pt idx="240">
                  <c:v>0.4679553099</c:v>
                </c:pt>
                <c:pt idx="241">
                  <c:v>0.5012847703</c:v>
                </c:pt>
                <c:pt idx="242">
                  <c:v>0.3091636455</c:v>
                </c:pt>
                <c:pt idx="243">
                  <c:v>0.4431771732</c:v>
                </c:pt>
                <c:pt idx="244">
                  <c:v>0.5786409805</c:v>
                </c:pt>
                <c:pt idx="245">
                  <c:v>0.4938939144</c:v>
                </c:pt>
                <c:pt idx="246">
                  <c:v>0.3577532673</c:v>
                </c:pt>
                <c:pt idx="247">
                  <c:v>0.3019191494</c:v>
                </c:pt>
                <c:pt idx="248">
                  <c:v>0.494538714</c:v>
                </c:pt>
                <c:pt idx="249">
                  <c:v>0.4370841702</c:v>
                </c:pt>
                <c:pt idx="250">
                  <c:v>0.57613973</c:v>
                </c:pt>
                <c:pt idx="251">
                  <c:v>0.5066083648</c:v>
                </c:pt>
                <c:pt idx="252">
                  <c:v>0.4788046267</c:v>
                </c:pt>
                <c:pt idx="253">
                  <c:v>0.4276234385</c:v>
                </c:pt>
                <c:pt idx="254">
                  <c:v>0.3856025353</c:v>
                </c:pt>
                <c:pt idx="255">
                  <c:v>0.3508810316</c:v>
                </c:pt>
                <c:pt idx="256">
                  <c:v>0.415698624</c:v>
                </c:pt>
                <c:pt idx="257">
                  <c:v>0.4230794072</c:v>
                </c:pt>
                <c:pt idx="258">
                  <c:v>0.2436876242</c:v>
                </c:pt>
                <c:pt idx="259">
                  <c:v>0.3683015818</c:v>
                </c:pt>
                <c:pt idx="260">
                  <c:v>0.3736318091</c:v>
                </c:pt>
                <c:pt idx="261">
                  <c:v>0.4685173505</c:v>
                </c:pt>
                <c:pt idx="262">
                  <c:v>0.5092271707</c:v>
                </c:pt>
                <c:pt idx="263">
                  <c:v>0.4102290155</c:v>
                </c:pt>
                <c:pt idx="264">
                  <c:v>0.3667148994</c:v>
                </c:pt>
                <c:pt idx="265">
                  <c:v>0.3805715782</c:v>
                </c:pt>
                <c:pt idx="266">
                  <c:v>0.4534712636</c:v>
                </c:pt>
                <c:pt idx="267">
                  <c:v>0.3654003994</c:v>
                </c:pt>
                <c:pt idx="268">
                  <c:v>0.4031732056</c:v>
                </c:pt>
                <c:pt idx="269">
                  <c:v>0.4383512611</c:v>
                </c:pt>
                <c:pt idx="270">
                  <c:v>0.5586929944</c:v>
                </c:pt>
                <c:pt idx="271">
                  <c:v>0.4110765353</c:v>
                </c:pt>
                <c:pt idx="272">
                  <c:v>0.4358741802</c:v>
                </c:pt>
                <c:pt idx="273">
                  <c:v>0.3240180297</c:v>
                </c:pt>
                <c:pt idx="274">
                  <c:v>0.3741298429</c:v>
                </c:pt>
                <c:pt idx="275">
                  <c:v>0.4097662268</c:v>
                </c:pt>
                <c:pt idx="276">
                  <c:v>0.3596504402</c:v>
                </c:pt>
                <c:pt idx="277">
                  <c:v>0.5063197094</c:v>
                </c:pt>
                <c:pt idx="278">
                  <c:v>0.3969292933</c:v>
                </c:pt>
                <c:pt idx="279">
                  <c:v>0.5373668418</c:v>
                </c:pt>
                <c:pt idx="280">
                  <c:v>0.3763276984</c:v>
                </c:pt>
                <c:pt idx="281">
                  <c:v>0.4330481883</c:v>
                </c:pt>
                <c:pt idx="282">
                  <c:v>0.4728990237</c:v>
                </c:pt>
                <c:pt idx="283">
                  <c:v>0.3124176141</c:v>
                </c:pt>
                <c:pt idx="284">
                  <c:v>0.413358893</c:v>
                </c:pt>
                <c:pt idx="285">
                  <c:v>0.3417361511</c:v>
                </c:pt>
                <c:pt idx="286">
                  <c:v>0.3461016294</c:v>
                </c:pt>
                <c:pt idx="287">
                  <c:v>0.3894921584</c:v>
                </c:pt>
                <c:pt idx="288">
                  <c:v>0.4500360916</c:v>
                </c:pt>
                <c:pt idx="289">
                  <c:v>0.2693941256</c:v>
                </c:pt>
                <c:pt idx="290">
                  <c:v>0.3731226227</c:v>
                </c:pt>
                <c:pt idx="291">
                  <c:v>0.5393174703</c:v>
                </c:pt>
                <c:pt idx="292">
                  <c:v>0.3334783924</c:v>
                </c:pt>
                <c:pt idx="293">
                  <c:v>0.6037716047</c:v>
                </c:pt>
                <c:pt idx="294">
                  <c:v>0.3996639421</c:v>
                </c:pt>
                <c:pt idx="295">
                  <c:v>0.391646506</c:v>
                </c:pt>
                <c:pt idx="296">
                  <c:v>0.3549293828</c:v>
                </c:pt>
                <c:pt idx="297">
                  <c:v>0.3808934615</c:v>
                </c:pt>
                <c:pt idx="298">
                  <c:v>0.3878650515</c:v>
                </c:pt>
                <c:pt idx="299">
                  <c:v>0.3991802436</c:v>
                </c:pt>
                <c:pt idx="300">
                  <c:v>0.2548060212</c:v>
                </c:pt>
                <c:pt idx="301">
                  <c:v>0.4590757602</c:v>
                </c:pt>
                <c:pt idx="302">
                  <c:v>0.3736112197</c:v>
                </c:pt>
                <c:pt idx="303">
                  <c:v>0.3465657836</c:v>
                </c:pt>
                <c:pt idx="304">
                  <c:v>0.5711326363</c:v>
                </c:pt>
                <c:pt idx="305">
                  <c:v>0.5621575369</c:v>
                </c:pt>
                <c:pt idx="306">
                  <c:v>0.3092541899</c:v>
                </c:pt>
                <c:pt idx="307">
                  <c:v>0.3734553172</c:v>
                </c:pt>
                <c:pt idx="308">
                  <c:v>0.3901669988</c:v>
                </c:pt>
                <c:pt idx="309">
                  <c:v>0.444862284</c:v>
                </c:pt>
                <c:pt idx="310">
                  <c:v>0.343527293</c:v>
                </c:pt>
                <c:pt idx="311">
                  <c:v>0.2891983235</c:v>
                </c:pt>
                <c:pt idx="312">
                  <c:v>0.5552689679</c:v>
                </c:pt>
                <c:pt idx="313">
                  <c:v>0.4230385122</c:v>
                </c:pt>
                <c:pt idx="314">
                  <c:v>0.5958212036</c:v>
                </c:pt>
                <c:pt idx="315">
                  <c:v>0.5023522858</c:v>
                </c:pt>
                <c:pt idx="316">
                  <c:v>0.4358101283</c:v>
                </c:pt>
                <c:pt idx="317">
                  <c:v>0.5200209684</c:v>
                </c:pt>
                <c:pt idx="318">
                  <c:v>0.534216993</c:v>
                </c:pt>
                <c:pt idx="319">
                  <c:v>0.4884192718</c:v>
                </c:pt>
                <c:pt idx="320">
                  <c:v>0.424122</c:v>
                </c:pt>
                <c:pt idx="321">
                  <c:v>0.5581458662</c:v>
                </c:pt>
                <c:pt idx="322">
                  <c:v>0.4874603949</c:v>
                </c:pt>
                <c:pt idx="323">
                  <c:v>0.4474733747</c:v>
                </c:pt>
                <c:pt idx="324">
                  <c:v>0.4823335088</c:v>
                </c:pt>
                <c:pt idx="325">
                  <c:v>0.3266708741</c:v>
                </c:pt>
                <c:pt idx="326">
                  <c:v>0.4990866841</c:v>
                </c:pt>
                <c:pt idx="327">
                  <c:v>0.527830085</c:v>
                </c:pt>
                <c:pt idx="328">
                  <c:v>0.3462770993</c:v>
                </c:pt>
                <c:pt idx="329">
                  <c:v>0.5760590652</c:v>
                </c:pt>
                <c:pt idx="330">
                  <c:v>0.4907674151</c:v>
                </c:pt>
                <c:pt idx="331">
                  <c:v>0.4244656928</c:v>
                </c:pt>
                <c:pt idx="332">
                  <c:v>0.5295037725</c:v>
                </c:pt>
                <c:pt idx="333">
                  <c:v>0.6488769602</c:v>
                </c:pt>
                <c:pt idx="334">
                  <c:v>0.4936498557</c:v>
                </c:pt>
                <c:pt idx="335">
                  <c:v>0.4501715349</c:v>
                </c:pt>
                <c:pt idx="336">
                  <c:v>0.4571798022</c:v>
                </c:pt>
                <c:pt idx="337">
                  <c:v>0.590856717</c:v>
                </c:pt>
                <c:pt idx="338">
                  <c:v>0.5314940732</c:v>
                </c:pt>
                <c:pt idx="339">
                  <c:v>0.4697712924</c:v>
                </c:pt>
                <c:pt idx="340">
                  <c:v>0.4283972319</c:v>
                </c:pt>
                <c:pt idx="341">
                  <c:v>0.4574008581</c:v>
                </c:pt>
                <c:pt idx="342">
                  <c:v>0.5356743713</c:v>
                </c:pt>
                <c:pt idx="343">
                  <c:v>0.5978301009</c:v>
                </c:pt>
                <c:pt idx="344">
                  <c:v>0.4060773941</c:v>
                </c:pt>
                <c:pt idx="345">
                  <c:v>0.4779344937</c:v>
                </c:pt>
                <c:pt idx="346">
                  <c:v>0.3930422237</c:v>
                </c:pt>
                <c:pt idx="347">
                  <c:v>0.5474906706</c:v>
                </c:pt>
                <c:pt idx="348">
                  <c:v>0.6380193876</c:v>
                </c:pt>
                <c:pt idx="349">
                  <c:v>0.40911651</c:v>
                </c:pt>
                <c:pt idx="350">
                  <c:v>0.4765681359</c:v>
                </c:pt>
                <c:pt idx="351">
                  <c:v>0.4159312558</c:v>
                </c:pt>
                <c:pt idx="352">
                  <c:v>0.4131520727</c:v>
                </c:pt>
                <c:pt idx="353">
                  <c:v>0.32279057</c:v>
                </c:pt>
                <c:pt idx="354">
                  <c:v>0.2816727938</c:v>
                </c:pt>
                <c:pt idx="355">
                  <c:v>0.3364974216</c:v>
                </c:pt>
                <c:pt idx="356">
                  <c:v>0.4156321118</c:v>
                </c:pt>
                <c:pt idx="357">
                  <c:v>0.4411234731</c:v>
                </c:pt>
                <c:pt idx="358">
                  <c:v>0.348080806</c:v>
                </c:pt>
                <c:pt idx="359">
                  <c:v>0.369464729</c:v>
                </c:pt>
              </c:numCache>
            </c:numRef>
          </c:yVal>
        </c:ser>
        <c:ser>
          <c:idx val="3"/>
          <c:order val="3"/>
          <c:tx>
            <c:v>Distributed</c:v>
          </c:tx>
          <c:spPr>
            <a:solidFill xmlns:a="http://schemas.openxmlformats.org/drawingml/2006/main">
              <a:srgbClr val="660099"/>
            </a:solidFill>
            <a:ln xmlns:a="http://schemas.openxmlformats.org/drawingml/2006/main" w="22860">
              <a:solidFill>
                <a:srgbClr val="660099"/>
              </a:solidFill>
            </a:ln>
          </c:spPr>
          <c:marker>
            <c:symbol val="none"/>
          </c:marker>
          <c:xVal>
            <c:numRef>
              <c:f>'Chart Data'!$G$2:$G$361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Data'!$H$2:$H$361</c:f>
              <c:numCache>
                <c:formatCode>0.##</c:formatCode>
                <c:ptCount val="360"/>
                <c:pt idx="0">
                  <c:v>0.09873831395</c:v>
                </c:pt>
                <c:pt idx="1">
                  <c:v>-0.02599381161</c:v>
                </c:pt>
                <c:pt idx="2">
                  <c:v>0.01844633159</c:v>
                </c:pt>
                <c:pt idx="3">
                  <c:v>-0.08063983726</c:v>
                </c:pt>
                <c:pt idx="4">
                  <c:v>0.01289639031</c:v>
                </c:pt>
                <c:pt idx="5">
                  <c:v>0.04006153515</c:v>
                </c:pt>
                <c:pt idx="6">
                  <c:v>0.00743179155</c:v>
                </c:pt>
                <c:pt idx="7">
                  <c:v>0.1331471044</c:v>
                </c:pt>
                <c:pt idx="8">
                  <c:v>0.07966308733</c:v>
                </c:pt>
                <c:pt idx="9">
                  <c:v>0.008552838118</c:v>
                </c:pt>
                <c:pt idx="10">
                  <c:v>0.002659841302</c:v>
                </c:pt>
                <c:pt idx="11">
                  <c:v>0.02342335796</c:v>
                </c:pt>
                <c:pt idx="12">
                  <c:v>-0.08201439299</c:v>
                </c:pt>
                <c:pt idx="13">
                  <c:v>-0.03070904539</c:v>
                </c:pt>
                <c:pt idx="14">
                  <c:v>-0.03003715819</c:v>
                </c:pt>
                <c:pt idx="15">
                  <c:v>0.07182404866</c:v>
                </c:pt>
                <c:pt idx="16">
                  <c:v>0.05360795284</c:v>
                </c:pt>
                <c:pt idx="17">
                  <c:v>0.02245920406</c:v>
                </c:pt>
                <c:pt idx="18">
                  <c:v>0.1039480587</c:v>
                </c:pt>
                <c:pt idx="19">
                  <c:v>-0.002391158648</c:v>
                </c:pt>
                <c:pt idx="20">
                  <c:v>-0.01265842239</c:v>
                </c:pt>
                <c:pt idx="21">
                  <c:v>0.002782975472</c:v>
                </c:pt>
                <c:pt idx="22">
                  <c:v>0.1426559616</c:v>
                </c:pt>
                <c:pt idx="23">
                  <c:v>0.04140761623</c:v>
                </c:pt>
                <c:pt idx="24">
                  <c:v>0.06380637748</c:v>
                </c:pt>
                <c:pt idx="25">
                  <c:v>0.1212917387</c:v>
                </c:pt>
                <c:pt idx="26">
                  <c:v>0.06370884134</c:v>
                </c:pt>
                <c:pt idx="27">
                  <c:v>0.118931959</c:v>
                </c:pt>
                <c:pt idx="28">
                  <c:v>0.08075234466</c:v>
                </c:pt>
                <c:pt idx="29">
                  <c:v>0.1613600506</c:v>
                </c:pt>
                <c:pt idx="30">
                  <c:v>0.06571478135</c:v>
                </c:pt>
                <c:pt idx="31">
                  <c:v>0.02759027672</c:v>
                </c:pt>
                <c:pt idx="32">
                  <c:v>-0.004166263242</c:v>
                </c:pt>
                <c:pt idx="33">
                  <c:v>0.06025596548</c:v>
                </c:pt>
                <c:pt idx="34">
                  <c:v>0.1832702639</c:v>
                </c:pt>
                <c:pt idx="35">
                  <c:v>0.06585319656</c:v>
                </c:pt>
                <c:pt idx="36">
                  <c:v>0.1109479275</c:v>
                </c:pt>
                <c:pt idx="37">
                  <c:v>-0.0153494498</c:v>
                </c:pt>
                <c:pt idx="38">
                  <c:v>0.02703960448</c:v>
                </c:pt>
                <c:pt idx="39">
                  <c:v>0.01905340196</c:v>
                </c:pt>
                <c:pt idx="40">
                  <c:v>0.0302357396</c:v>
                </c:pt>
                <c:pt idx="41">
                  <c:v>-0.0130635431</c:v>
                </c:pt>
                <c:pt idx="42">
                  <c:v>0.06424170218</c:v>
                </c:pt>
                <c:pt idx="43">
                  <c:v>-0.0322799131</c:v>
                </c:pt>
                <c:pt idx="44">
                  <c:v>-0.03818063964</c:v>
                </c:pt>
                <c:pt idx="45">
                  <c:v>0.05198353655</c:v>
                </c:pt>
                <c:pt idx="46">
                  <c:v>0.0407164229</c:v>
                </c:pt>
                <c:pt idx="47">
                  <c:v>0.0543413057</c:v>
                </c:pt>
                <c:pt idx="48">
                  <c:v>0.05767508471</c:v>
                </c:pt>
                <c:pt idx="49">
                  <c:v>0.05931259198</c:v>
                </c:pt>
                <c:pt idx="50">
                  <c:v>0.02814317422</c:v>
                </c:pt>
                <c:pt idx="51">
                  <c:v>-0.0673623393</c:v>
                </c:pt>
                <c:pt idx="52">
                  <c:v>-0.06489749238</c:v>
                </c:pt>
                <c:pt idx="53">
                  <c:v>-0.1025246419</c:v>
                </c:pt>
                <c:pt idx="54">
                  <c:v>0.01703215273</c:v>
                </c:pt>
                <c:pt idx="55">
                  <c:v>0.07255618228</c:v>
                </c:pt>
                <c:pt idx="56">
                  <c:v>0.0100581213</c:v>
                </c:pt>
                <c:pt idx="57">
                  <c:v>-0.01327303026</c:v>
                </c:pt>
                <c:pt idx="58">
                  <c:v>-0.01305609223</c:v>
                </c:pt>
                <c:pt idx="59">
                  <c:v>-0.01050735089</c:v>
                </c:pt>
                <c:pt idx="60">
                  <c:v>-0.0105909665</c:v>
                </c:pt>
                <c:pt idx="61">
                  <c:v>0.01906397324</c:v>
                </c:pt>
                <c:pt idx="62">
                  <c:v>0.01837746275</c:v>
                </c:pt>
                <c:pt idx="63">
                  <c:v>-0.0138559814</c:v>
                </c:pt>
                <c:pt idx="64">
                  <c:v>0.004219300297</c:v>
                </c:pt>
                <c:pt idx="65">
                  <c:v>0.1006357138</c:v>
                </c:pt>
                <c:pt idx="66">
                  <c:v>-0.01475671726</c:v>
                </c:pt>
                <c:pt idx="67">
                  <c:v>0.02029279858</c:v>
                </c:pt>
                <c:pt idx="68">
                  <c:v>0.1316685576</c:v>
                </c:pt>
                <c:pt idx="69">
                  <c:v>-0.03289888405</c:v>
                </c:pt>
                <c:pt idx="70">
                  <c:v>0.002542873498</c:v>
                </c:pt>
                <c:pt idx="71">
                  <c:v>-0.01356402807</c:v>
                </c:pt>
                <c:pt idx="72">
                  <c:v>0.0538833294</c:v>
                </c:pt>
                <c:pt idx="73">
                  <c:v>0.0220050546</c:v>
                </c:pt>
                <c:pt idx="74">
                  <c:v>0.1053305019</c:v>
                </c:pt>
                <c:pt idx="75">
                  <c:v>0.05691287816</c:v>
                </c:pt>
                <c:pt idx="76">
                  <c:v>-0.008111135586</c:v>
                </c:pt>
                <c:pt idx="77">
                  <c:v>0.07512807344</c:v>
                </c:pt>
                <c:pt idx="78">
                  <c:v>0.01211659686</c:v>
                </c:pt>
                <c:pt idx="79">
                  <c:v>0.08389214413</c:v>
                </c:pt>
                <c:pt idx="80">
                  <c:v>-0.01474091882</c:v>
                </c:pt>
                <c:pt idx="81">
                  <c:v>0.03193689532</c:v>
                </c:pt>
                <c:pt idx="82">
                  <c:v>0.08375915768</c:v>
                </c:pt>
                <c:pt idx="83">
                  <c:v>0.01254611818</c:v>
                </c:pt>
                <c:pt idx="84">
                  <c:v>-0.01509886931</c:v>
                </c:pt>
                <c:pt idx="85">
                  <c:v>-0.07135522553</c:v>
                </c:pt>
                <c:pt idx="86">
                  <c:v>-0.03852680152</c:v>
                </c:pt>
                <c:pt idx="87">
                  <c:v>0.03846211909</c:v>
                </c:pt>
                <c:pt idx="88">
                  <c:v>0.04270702958</c:v>
                </c:pt>
                <c:pt idx="89">
                  <c:v>0.04865073458</c:v>
                </c:pt>
                <c:pt idx="90">
                  <c:v>-0.07470099862</c:v>
                </c:pt>
                <c:pt idx="91">
                  <c:v>-0.09205956871</c:v>
                </c:pt>
                <c:pt idx="92">
                  <c:v>-0.01771120208</c:v>
                </c:pt>
                <c:pt idx="93">
                  <c:v>0.0002406371001</c:v>
                </c:pt>
                <c:pt idx="94">
                  <c:v>0.06577788436</c:v>
                </c:pt>
                <c:pt idx="95">
                  <c:v>0.06351883662</c:v>
                </c:pt>
                <c:pt idx="96">
                  <c:v>0.04026030452</c:v>
                </c:pt>
                <c:pt idx="97">
                  <c:v>0.07412754271</c:v>
                </c:pt>
                <c:pt idx="98">
                  <c:v>0.02626797212</c:v>
                </c:pt>
                <c:pt idx="99">
                  <c:v>-0.03476469219</c:v>
                </c:pt>
                <c:pt idx="100">
                  <c:v>-0.001558585994</c:v>
                </c:pt>
                <c:pt idx="101">
                  <c:v>0.01037328183</c:v>
                </c:pt>
                <c:pt idx="102">
                  <c:v>0.01224586721</c:v>
                </c:pt>
                <c:pt idx="103">
                  <c:v>0.01819093994</c:v>
                </c:pt>
                <c:pt idx="104">
                  <c:v>0.01951554024</c:v>
                </c:pt>
                <c:pt idx="105">
                  <c:v>0.01796386928</c:v>
                </c:pt>
                <c:pt idx="106">
                  <c:v>0.004765369504</c:v>
                </c:pt>
                <c:pt idx="107">
                  <c:v>-0.0007336186149</c:v>
                </c:pt>
                <c:pt idx="108">
                  <c:v>0.04387657673</c:v>
                </c:pt>
                <c:pt idx="109">
                  <c:v>0.09667444318</c:v>
                </c:pt>
                <c:pt idx="110">
                  <c:v>0.01499552413</c:v>
                </c:pt>
                <c:pt idx="111">
                  <c:v>0.04095331739</c:v>
                </c:pt>
                <c:pt idx="112">
                  <c:v>0.05491539974</c:v>
                </c:pt>
                <c:pt idx="113">
                  <c:v>-0.01775427764</c:v>
                </c:pt>
                <c:pt idx="114">
                  <c:v>0.04593937094</c:v>
                </c:pt>
                <c:pt idx="115">
                  <c:v>0.01084762376</c:v>
                </c:pt>
                <c:pt idx="116">
                  <c:v>0.08728392981</c:v>
                </c:pt>
                <c:pt idx="117">
                  <c:v>0.03690771601</c:v>
                </c:pt>
                <c:pt idx="118">
                  <c:v>0.01152661487</c:v>
                </c:pt>
                <c:pt idx="119">
                  <c:v>0.1088669538</c:v>
                </c:pt>
                <c:pt idx="120">
                  <c:v>-0.04188572183</c:v>
                </c:pt>
                <c:pt idx="121">
                  <c:v>0.04030654824</c:v>
                </c:pt>
                <c:pt idx="122">
                  <c:v>-0.03193901678</c:v>
                </c:pt>
                <c:pt idx="123">
                  <c:v>-0.02851963001</c:v>
                </c:pt>
                <c:pt idx="124">
                  <c:v>-0.002260646792</c:v>
                </c:pt>
                <c:pt idx="125">
                  <c:v>0.06446207385</c:v>
                </c:pt>
                <c:pt idx="126">
                  <c:v>0.09555386145</c:v>
                </c:pt>
                <c:pt idx="127">
                  <c:v>0.1054801117</c:v>
                </c:pt>
                <c:pt idx="128">
                  <c:v>0.1325046314</c:v>
                </c:pt>
                <c:pt idx="129">
                  <c:v>0.0969684363</c:v>
                </c:pt>
                <c:pt idx="130">
                  <c:v>0.06919706952</c:v>
                </c:pt>
                <c:pt idx="131">
                  <c:v>0.05335929762</c:v>
                </c:pt>
                <c:pt idx="132">
                  <c:v>0.05499866223</c:v>
                </c:pt>
                <c:pt idx="133">
                  <c:v>0.04358959027</c:v>
                </c:pt>
                <c:pt idx="134">
                  <c:v>0.05505754177</c:v>
                </c:pt>
                <c:pt idx="135">
                  <c:v>0.1896792239</c:v>
                </c:pt>
                <c:pt idx="136">
                  <c:v>0.1489855841</c:v>
                </c:pt>
                <c:pt idx="137">
                  <c:v>0.07853353788</c:v>
                </c:pt>
                <c:pt idx="138">
                  <c:v>0.02405402492</c:v>
                </c:pt>
                <c:pt idx="139">
                  <c:v>0.1492384571</c:v>
                </c:pt>
                <c:pt idx="140">
                  <c:v>0.1825373918</c:v>
                </c:pt>
                <c:pt idx="141">
                  <c:v>0.05998413507</c:v>
                </c:pt>
                <c:pt idx="142">
                  <c:v>0.1192896937</c:v>
                </c:pt>
                <c:pt idx="143">
                  <c:v>0.1485473372</c:v>
                </c:pt>
                <c:pt idx="144">
                  <c:v>0.05275051979</c:v>
                </c:pt>
                <c:pt idx="145">
                  <c:v>0.1622866723</c:v>
                </c:pt>
                <c:pt idx="146">
                  <c:v>0.03834036518</c:v>
                </c:pt>
                <c:pt idx="147">
                  <c:v>0.09248199168</c:v>
                </c:pt>
                <c:pt idx="148">
                  <c:v>0.1639680277</c:v>
                </c:pt>
                <c:pt idx="149">
                  <c:v>0.2544671909</c:v>
                </c:pt>
                <c:pt idx="150">
                  <c:v>0.1715130005</c:v>
                </c:pt>
                <c:pt idx="151">
                  <c:v>0.2131938298</c:v>
                </c:pt>
                <c:pt idx="152">
                  <c:v>0.2953049566</c:v>
                </c:pt>
                <c:pt idx="153">
                  <c:v>0.193552007</c:v>
                </c:pt>
                <c:pt idx="154">
                  <c:v>0.1319459918</c:v>
                </c:pt>
                <c:pt idx="155">
                  <c:v>0.182005653</c:v>
                </c:pt>
                <c:pt idx="156">
                  <c:v>0.2458684171</c:v>
                </c:pt>
                <c:pt idx="157">
                  <c:v>0.243768077</c:v>
                </c:pt>
                <c:pt idx="158">
                  <c:v>0.2548247746</c:v>
                </c:pt>
                <c:pt idx="159">
                  <c:v>0.2127361298</c:v>
                </c:pt>
                <c:pt idx="160">
                  <c:v>0.2302684299</c:v>
                </c:pt>
                <c:pt idx="161">
                  <c:v>0.3321951781</c:v>
                </c:pt>
                <c:pt idx="162">
                  <c:v>0.2878792507</c:v>
                </c:pt>
                <c:pt idx="163">
                  <c:v>0.2652477395</c:v>
                </c:pt>
                <c:pt idx="164">
                  <c:v>0.2231896672</c:v>
                </c:pt>
                <c:pt idx="165">
                  <c:v>0.2688928912</c:v>
                </c:pt>
                <c:pt idx="166">
                  <c:v>0.2732793003</c:v>
                </c:pt>
                <c:pt idx="167">
                  <c:v>0.2441565664</c:v>
                </c:pt>
                <c:pt idx="168">
                  <c:v>0.2510987087</c:v>
                </c:pt>
                <c:pt idx="169">
                  <c:v>0.2556367307</c:v>
                </c:pt>
                <c:pt idx="170">
                  <c:v>0.4265722949</c:v>
                </c:pt>
                <c:pt idx="171">
                  <c:v>0.2157736174</c:v>
                </c:pt>
                <c:pt idx="172">
                  <c:v>0.2340239713</c:v>
                </c:pt>
                <c:pt idx="173">
                  <c:v>0.3104019118</c:v>
                </c:pt>
                <c:pt idx="174">
                  <c:v>0.317054451</c:v>
                </c:pt>
                <c:pt idx="175">
                  <c:v>0.3029118343</c:v>
                </c:pt>
                <c:pt idx="176">
                  <c:v>0.3344142215</c:v>
                </c:pt>
                <c:pt idx="177">
                  <c:v>0.2785321734</c:v>
                </c:pt>
                <c:pt idx="178">
                  <c:v>0.3678728435</c:v>
                </c:pt>
                <c:pt idx="179">
                  <c:v>0.2926202725</c:v>
                </c:pt>
                <c:pt idx="180">
                  <c:v>0.2796894063</c:v>
                </c:pt>
                <c:pt idx="181">
                  <c:v>0.2445628252</c:v>
                </c:pt>
                <c:pt idx="182">
                  <c:v>0.3495922036</c:v>
                </c:pt>
                <c:pt idx="183">
                  <c:v>0.359456773</c:v>
                </c:pt>
                <c:pt idx="184">
                  <c:v>0.3563884443</c:v>
                </c:pt>
                <c:pt idx="185">
                  <c:v>0.3208016565</c:v>
                </c:pt>
                <c:pt idx="186">
                  <c:v>0.217347342</c:v>
                </c:pt>
                <c:pt idx="187">
                  <c:v>0.3381427568</c:v>
                </c:pt>
                <c:pt idx="188">
                  <c:v>0.2786496667</c:v>
                </c:pt>
                <c:pt idx="189">
                  <c:v>0.4755274634</c:v>
                </c:pt>
                <c:pt idx="190">
                  <c:v>0.3691942313</c:v>
                </c:pt>
                <c:pt idx="191">
                  <c:v>0.4220006759</c:v>
                </c:pt>
                <c:pt idx="192">
                  <c:v>0.3286551062</c:v>
                </c:pt>
                <c:pt idx="193">
                  <c:v>0.2935193586</c:v>
                </c:pt>
                <c:pt idx="194">
                  <c:v>0.4078550826</c:v>
                </c:pt>
                <c:pt idx="195">
                  <c:v>0.2903816926</c:v>
                </c:pt>
                <c:pt idx="196">
                  <c:v>0.3647085151</c:v>
                </c:pt>
                <c:pt idx="197">
                  <c:v>0.3476903811</c:v>
                </c:pt>
                <c:pt idx="198">
                  <c:v>0.3638155721</c:v>
                </c:pt>
                <c:pt idx="199">
                  <c:v>0.4417176181</c:v>
                </c:pt>
                <c:pt idx="200">
                  <c:v>0.4110854089</c:v>
                </c:pt>
                <c:pt idx="201">
                  <c:v>0.5396489694</c:v>
                </c:pt>
                <c:pt idx="202">
                  <c:v>0.3592630435</c:v>
                </c:pt>
                <c:pt idx="203">
                  <c:v>0.3851234148</c:v>
                </c:pt>
                <c:pt idx="204">
                  <c:v>0.3379937454</c:v>
                </c:pt>
                <c:pt idx="205">
                  <c:v>0.3418234426</c:v>
                </c:pt>
                <c:pt idx="206">
                  <c:v>0.3433160964</c:v>
                </c:pt>
                <c:pt idx="207">
                  <c:v>0.4464864665</c:v>
                </c:pt>
                <c:pt idx="208">
                  <c:v>0.3246581807</c:v>
                </c:pt>
                <c:pt idx="209">
                  <c:v>0.4635666038</c:v>
                </c:pt>
                <c:pt idx="210">
                  <c:v>0.4490557534</c:v>
                </c:pt>
                <c:pt idx="211">
                  <c:v>0.2900683949</c:v>
                </c:pt>
                <c:pt idx="212">
                  <c:v>0.3826209174</c:v>
                </c:pt>
                <c:pt idx="213">
                  <c:v>0.3917217904</c:v>
                </c:pt>
                <c:pt idx="214">
                  <c:v>0.4925466073</c:v>
                </c:pt>
                <c:pt idx="215">
                  <c:v>0.4329481812</c:v>
                </c:pt>
                <c:pt idx="216">
                  <c:v>0.4083499814</c:v>
                </c:pt>
                <c:pt idx="217">
                  <c:v>0.4260748958</c:v>
                </c:pt>
                <c:pt idx="218">
                  <c:v>0.3609440432</c:v>
                </c:pt>
                <c:pt idx="219">
                  <c:v>0.4033490209</c:v>
                </c:pt>
                <c:pt idx="220">
                  <c:v>0.4143748924</c:v>
                </c:pt>
                <c:pt idx="221">
                  <c:v>0.3491230136</c:v>
                </c:pt>
                <c:pt idx="222">
                  <c:v>0.4179120676</c:v>
                </c:pt>
                <c:pt idx="223">
                  <c:v>0.3790530508</c:v>
                </c:pt>
                <c:pt idx="224">
                  <c:v>0.3827856541</c:v>
                </c:pt>
                <c:pt idx="225">
                  <c:v>0.4215524946</c:v>
                </c:pt>
                <c:pt idx="226">
                  <c:v>0.3793709114</c:v>
                </c:pt>
                <c:pt idx="227">
                  <c:v>0.3643234562</c:v>
                </c:pt>
                <c:pt idx="228">
                  <c:v>0.3559231503</c:v>
                </c:pt>
                <c:pt idx="229">
                  <c:v>0.3750690618</c:v>
                </c:pt>
                <c:pt idx="230">
                  <c:v>0.3854993364</c:v>
                </c:pt>
                <c:pt idx="231">
                  <c:v>0.3387644121</c:v>
                </c:pt>
                <c:pt idx="232">
                  <c:v>0.4070640164</c:v>
                </c:pt>
                <c:pt idx="233">
                  <c:v>0.4198912319</c:v>
                </c:pt>
                <c:pt idx="234">
                  <c:v>0.4001698985</c:v>
                </c:pt>
                <c:pt idx="235">
                  <c:v>0.4271480471</c:v>
                </c:pt>
                <c:pt idx="236">
                  <c:v>0.4208591975</c:v>
                </c:pt>
                <c:pt idx="237">
                  <c:v>0.4699939367</c:v>
                </c:pt>
                <c:pt idx="238">
                  <c:v>0.4009223478</c:v>
                </c:pt>
                <c:pt idx="239">
                  <c:v>0.5084981661</c:v>
                </c:pt>
                <c:pt idx="240">
                  <c:v>0.2914297584</c:v>
                </c:pt>
                <c:pt idx="241">
                  <c:v>0.4507498373</c:v>
                </c:pt>
                <c:pt idx="242">
                  <c:v>0.4334594003</c:v>
                </c:pt>
                <c:pt idx="243">
                  <c:v>0.4214293796</c:v>
                </c:pt>
                <c:pt idx="244">
                  <c:v>0.4130806965</c:v>
                </c:pt>
                <c:pt idx="245">
                  <c:v>0.3586185616</c:v>
                </c:pt>
                <c:pt idx="246">
                  <c:v>0.3401766964</c:v>
                </c:pt>
                <c:pt idx="247">
                  <c:v>0.4322725536</c:v>
                </c:pt>
                <c:pt idx="248">
                  <c:v>0.4983005318</c:v>
                </c:pt>
                <c:pt idx="249">
                  <c:v>0.4695039982</c:v>
                </c:pt>
                <c:pt idx="250">
                  <c:v>0.420010924</c:v>
                </c:pt>
                <c:pt idx="251">
                  <c:v>0.3802513131</c:v>
                </c:pt>
                <c:pt idx="252">
                  <c:v>0.4761039233</c:v>
                </c:pt>
                <c:pt idx="253">
                  <c:v>0.4747926962</c:v>
                </c:pt>
                <c:pt idx="254">
                  <c:v>0.4897989506</c:v>
                </c:pt>
                <c:pt idx="255">
                  <c:v>0.3827052986</c:v>
                </c:pt>
                <c:pt idx="256">
                  <c:v>0.3799135664</c:v>
                </c:pt>
                <c:pt idx="257">
                  <c:v>0.4654939608</c:v>
                </c:pt>
                <c:pt idx="258">
                  <c:v>0.3911099568</c:v>
                </c:pt>
                <c:pt idx="259">
                  <c:v>0.4093826688</c:v>
                </c:pt>
                <c:pt idx="260">
                  <c:v>0.4193178908</c:v>
                </c:pt>
                <c:pt idx="261">
                  <c:v>0.3041266208</c:v>
                </c:pt>
                <c:pt idx="262">
                  <c:v>0.4454702613</c:v>
                </c:pt>
                <c:pt idx="263">
                  <c:v>0.3742791417</c:v>
                </c:pt>
                <c:pt idx="264">
                  <c:v>0.3722089797</c:v>
                </c:pt>
                <c:pt idx="265">
                  <c:v>0.4576025434</c:v>
                </c:pt>
                <c:pt idx="266">
                  <c:v>0.3916995241</c:v>
                </c:pt>
                <c:pt idx="267">
                  <c:v>0.3538534082</c:v>
                </c:pt>
                <c:pt idx="268">
                  <c:v>0.3912788138</c:v>
                </c:pt>
                <c:pt idx="269">
                  <c:v>0.3920553004</c:v>
                </c:pt>
                <c:pt idx="270">
                  <c:v>0.4028226717</c:v>
                </c:pt>
                <c:pt idx="271">
                  <c:v>0.5613862041</c:v>
                </c:pt>
                <c:pt idx="272">
                  <c:v>0.4406480893</c:v>
                </c:pt>
                <c:pt idx="273">
                  <c:v>0.4020376473</c:v>
                </c:pt>
                <c:pt idx="274">
                  <c:v>0.4347760168</c:v>
                </c:pt>
                <c:pt idx="275">
                  <c:v>0.4476715011</c:v>
                </c:pt>
                <c:pt idx="276">
                  <c:v>0.4854140877</c:v>
                </c:pt>
                <c:pt idx="277">
                  <c:v>0.3843540195</c:v>
                </c:pt>
                <c:pt idx="278">
                  <c:v>0.4166202087</c:v>
                </c:pt>
                <c:pt idx="279">
                  <c:v>0.4186889397</c:v>
                </c:pt>
                <c:pt idx="280">
                  <c:v>0.3522087916</c:v>
                </c:pt>
                <c:pt idx="281">
                  <c:v>0.4122337692</c:v>
                </c:pt>
                <c:pt idx="282">
                  <c:v>0.3980402512</c:v>
                </c:pt>
                <c:pt idx="283">
                  <c:v>0.4268984636</c:v>
                </c:pt>
                <c:pt idx="284">
                  <c:v>0.4257066083</c:v>
                </c:pt>
                <c:pt idx="285">
                  <c:v>0.3636290285</c:v>
                </c:pt>
                <c:pt idx="286">
                  <c:v>0.4556756232</c:v>
                </c:pt>
                <c:pt idx="287">
                  <c:v>0.3741398955</c:v>
                </c:pt>
                <c:pt idx="288">
                  <c:v>0.2996658963</c:v>
                </c:pt>
                <c:pt idx="289">
                  <c:v>0.3141487772</c:v>
                </c:pt>
                <c:pt idx="290">
                  <c:v>0.4347305405</c:v>
                </c:pt>
                <c:pt idx="291">
                  <c:v>0.4666807203</c:v>
                </c:pt>
                <c:pt idx="292">
                  <c:v>0.3743180806</c:v>
                </c:pt>
                <c:pt idx="293">
                  <c:v>0.4393264922</c:v>
                </c:pt>
                <c:pt idx="294">
                  <c:v>0.3156302189</c:v>
                </c:pt>
                <c:pt idx="295">
                  <c:v>0.4323331918</c:v>
                </c:pt>
                <c:pt idx="296">
                  <c:v>0.3385854056</c:v>
                </c:pt>
                <c:pt idx="297">
                  <c:v>0.4257809643</c:v>
                </c:pt>
                <c:pt idx="298">
                  <c:v>0.3216587353</c:v>
                </c:pt>
                <c:pt idx="299">
                  <c:v>0.358072211</c:v>
                </c:pt>
                <c:pt idx="300">
                  <c:v>0.3729416801</c:v>
                </c:pt>
                <c:pt idx="301">
                  <c:v>0.4232154129</c:v>
                </c:pt>
                <c:pt idx="302">
                  <c:v>0.3934858678</c:v>
                </c:pt>
                <c:pt idx="303">
                  <c:v>0.4116781856</c:v>
                </c:pt>
                <c:pt idx="304">
                  <c:v>0.4418223046</c:v>
                </c:pt>
                <c:pt idx="305">
                  <c:v>0.3847474334</c:v>
                </c:pt>
                <c:pt idx="306">
                  <c:v>0.3180649285</c:v>
                </c:pt>
                <c:pt idx="307">
                  <c:v>0.3587908095</c:v>
                </c:pt>
                <c:pt idx="308">
                  <c:v>0.4216630493</c:v>
                </c:pt>
                <c:pt idx="309">
                  <c:v>0.2883325439</c:v>
                </c:pt>
                <c:pt idx="310">
                  <c:v>0.393147379</c:v>
                </c:pt>
                <c:pt idx="311">
                  <c:v>0.4535421315</c:v>
                </c:pt>
                <c:pt idx="312">
                  <c:v>0.4022283013</c:v>
                </c:pt>
                <c:pt idx="313">
                  <c:v>0.4042391287</c:v>
                </c:pt>
                <c:pt idx="314">
                  <c:v>0.4689357927</c:v>
                </c:pt>
                <c:pt idx="315">
                  <c:v>0.4891234235</c:v>
                </c:pt>
                <c:pt idx="316">
                  <c:v>0.4216617888</c:v>
                </c:pt>
                <c:pt idx="317">
                  <c:v>0.3579096596</c:v>
                </c:pt>
                <c:pt idx="318">
                  <c:v>0.4332767541</c:v>
                </c:pt>
                <c:pt idx="319">
                  <c:v>0.4645956058</c:v>
                </c:pt>
                <c:pt idx="320">
                  <c:v>0.4873724748</c:v>
                </c:pt>
                <c:pt idx="321">
                  <c:v>0.4324981244</c:v>
                </c:pt>
                <c:pt idx="322">
                  <c:v>0.4349451823</c:v>
                </c:pt>
                <c:pt idx="323">
                  <c:v>0.4086999121</c:v>
                </c:pt>
                <c:pt idx="324">
                  <c:v>0.4905942624</c:v>
                </c:pt>
                <c:pt idx="325">
                  <c:v>0.4716832293</c:v>
                </c:pt>
                <c:pt idx="326">
                  <c:v>0.5340677865</c:v>
                </c:pt>
                <c:pt idx="327">
                  <c:v>0.4767189562</c:v>
                </c:pt>
                <c:pt idx="328">
                  <c:v>0.4366463823</c:v>
                </c:pt>
                <c:pt idx="329">
                  <c:v>0.4613547277</c:v>
                </c:pt>
                <c:pt idx="330">
                  <c:v>0.4561362012</c:v>
                </c:pt>
                <c:pt idx="331">
                  <c:v>0.4263540811</c:v>
                </c:pt>
                <c:pt idx="332">
                  <c:v>0.3977289091</c:v>
                </c:pt>
                <c:pt idx="333">
                  <c:v>0.3715711058</c:v>
                </c:pt>
                <c:pt idx="334">
                  <c:v>0.4479961857</c:v>
                </c:pt>
                <c:pt idx="335">
                  <c:v>0.4390370976</c:v>
                </c:pt>
                <c:pt idx="336">
                  <c:v>0.3956199084</c:v>
                </c:pt>
                <c:pt idx="337">
                  <c:v>0.4106775609</c:v>
                </c:pt>
                <c:pt idx="338">
                  <c:v>0.4524193497</c:v>
                </c:pt>
                <c:pt idx="339">
                  <c:v>0.4821947807</c:v>
                </c:pt>
                <c:pt idx="340">
                  <c:v>0.4404179214</c:v>
                </c:pt>
                <c:pt idx="341">
                  <c:v>0.4248466477</c:v>
                </c:pt>
                <c:pt idx="342">
                  <c:v>0.3344586023</c:v>
                </c:pt>
                <c:pt idx="343">
                  <c:v>0.4515749924</c:v>
                </c:pt>
                <c:pt idx="344">
                  <c:v>0.4522885582</c:v>
                </c:pt>
                <c:pt idx="345">
                  <c:v>0.4044944139</c:v>
                </c:pt>
                <c:pt idx="346">
                  <c:v>0.3577430239</c:v>
                </c:pt>
                <c:pt idx="347">
                  <c:v>0.3433886395</c:v>
                </c:pt>
                <c:pt idx="348">
                  <c:v>0.332795535</c:v>
                </c:pt>
                <c:pt idx="349">
                  <c:v>0.4519329156</c:v>
                </c:pt>
                <c:pt idx="350">
                  <c:v>0.4408431567</c:v>
                </c:pt>
                <c:pt idx="351">
                  <c:v>0.330832928</c:v>
                </c:pt>
                <c:pt idx="352">
                  <c:v>0.3988447523</c:v>
                </c:pt>
                <c:pt idx="353">
                  <c:v>0.4257338762</c:v>
                </c:pt>
                <c:pt idx="354">
                  <c:v>0.4652442176</c:v>
                </c:pt>
                <c:pt idx="355">
                  <c:v>0.4044998712</c:v>
                </c:pt>
                <c:pt idx="356">
                  <c:v>0.3110710663</c:v>
                </c:pt>
                <c:pt idx="357">
                  <c:v>0.4387762026</c:v>
                </c:pt>
                <c:pt idx="358">
                  <c:v>0.4098835722</c:v>
                </c:pt>
                <c:pt idx="359">
                  <c:v>0.4641363286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NaCl change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Coherent</c:v>
          </c:tx>
          <c:spPr>
            <a:solidFill xmlns:a="http://schemas.openxmlformats.org/drawingml/2006/main">
              <a:srgbClr val="595959"/>
            </a:solidFill>
            <a:ln xmlns:a="http://schemas.openxmlformats.org/drawingml/2006/main" w="22860">
              <a:solidFill>
                <a:srgbClr val="595959"/>
              </a:solidFill>
            </a:ln>
          </c:spPr>
          <c:marker>
            <c:symbol val="none"/>
          </c:marker>
          <c:xVal>
            <c:numRef>
              <c:f>'Chart Data'!$A$2:$A$65</c:f>
              <c:numCache>
                <c:formatCode>General</c:formatCode>
                <c:ptCount val="64"/>
                <c:pt idx="0">
                  <c:v>0</c:v>
                </c:pt>
                <c:pt idx="1">
                  <c:v>0.3010299957</c:v>
                </c:pt>
                <c:pt idx="2">
                  <c:v>0.4771212547</c:v>
                </c:pt>
                <c:pt idx="3">
                  <c:v>0.6020599913</c:v>
                </c:pt>
                <c:pt idx="4">
                  <c:v>0.6989700043</c:v>
                </c:pt>
                <c:pt idx="5">
                  <c:v>0.7781512504</c:v>
                </c:pt>
                <c:pt idx="6">
                  <c:v>0.84509804</c:v>
                </c:pt>
                <c:pt idx="7">
                  <c:v>0.903089987</c:v>
                </c:pt>
                <c:pt idx="8">
                  <c:v>0.9542425094</c:v>
                </c:pt>
                <c:pt idx="9">
                  <c:v>1</c:v>
                </c:pt>
                <c:pt idx="10">
                  <c:v>1.041392685</c:v>
                </c:pt>
                <c:pt idx="11">
                  <c:v>1.079181246</c:v>
                </c:pt>
                <c:pt idx="12">
                  <c:v>1.113943352</c:v>
                </c:pt>
                <c:pt idx="13">
                  <c:v>1.146128036</c:v>
                </c:pt>
                <c:pt idx="14">
                  <c:v>1.176091259</c:v>
                </c:pt>
                <c:pt idx="15">
                  <c:v>1.204119983</c:v>
                </c:pt>
                <c:pt idx="16">
                  <c:v>1.230448921</c:v>
                </c:pt>
                <c:pt idx="17">
                  <c:v>1.255272505</c:v>
                </c:pt>
                <c:pt idx="18">
                  <c:v>1.278753601</c:v>
                </c:pt>
                <c:pt idx="19">
                  <c:v>1.301029996</c:v>
                </c:pt>
                <c:pt idx="20">
                  <c:v>1.322219295</c:v>
                </c:pt>
                <c:pt idx="21">
                  <c:v>1.342422681</c:v>
                </c:pt>
                <c:pt idx="22">
                  <c:v>1.361727836</c:v>
                </c:pt>
                <c:pt idx="23">
                  <c:v>1.380211242</c:v>
                </c:pt>
                <c:pt idx="24">
                  <c:v>1.397940009</c:v>
                </c:pt>
                <c:pt idx="25">
                  <c:v>1.414973348</c:v>
                </c:pt>
                <c:pt idx="26">
                  <c:v>1.431363764</c:v>
                </c:pt>
                <c:pt idx="27">
                  <c:v>1.447158031</c:v>
                </c:pt>
                <c:pt idx="28">
                  <c:v>1.462397998</c:v>
                </c:pt>
                <c:pt idx="29">
                  <c:v>1.477121255</c:v>
                </c:pt>
                <c:pt idx="30">
                  <c:v>1.491361694</c:v>
                </c:pt>
                <c:pt idx="31">
                  <c:v>1.505149978</c:v>
                </c:pt>
                <c:pt idx="32">
                  <c:v>1.51851394</c:v>
                </c:pt>
                <c:pt idx="33">
                  <c:v>1.531478917</c:v>
                </c:pt>
                <c:pt idx="34">
                  <c:v>1.544068044</c:v>
                </c:pt>
                <c:pt idx="35">
                  <c:v>1.556302501</c:v>
                </c:pt>
                <c:pt idx="36">
                  <c:v>1.568201724</c:v>
                </c:pt>
                <c:pt idx="37">
                  <c:v>1.579783597</c:v>
                </c:pt>
                <c:pt idx="38">
                  <c:v>1.591064607</c:v>
                </c:pt>
                <c:pt idx="39">
                  <c:v>1.602059991</c:v>
                </c:pt>
                <c:pt idx="40">
                  <c:v>1.612783857</c:v>
                </c:pt>
                <c:pt idx="41">
                  <c:v>1.62324929</c:v>
                </c:pt>
                <c:pt idx="42">
                  <c:v>1.633468456</c:v>
                </c:pt>
                <c:pt idx="43">
                  <c:v>1.643452676</c:v>
                </c:pt>
                <c:pt idx="44">
                  <c:v>1.653212514</c:v>
                </c:pt>
                <c:pt idx="45">
                  <c:v>1.662757832</c:v>
                </c:pt>
                <c:pt idx="46">
                  <c:v>1.672097858</c:v>
                </c:pt>
                <c:pt idx="47">
                  <c:v>1.681241237</c:v>
                </c:pt>
                <c:pt idx="48">
                  <c:v>1.69019608</c:v>
                </c:pt>
                <c:pt idx="49">
                  <c:v>1.698970004</c:v>
                </c:pt>
                <c:pt idx="50">
                  <c:v>1.707570176</c:v>
                </c:pt>
                <c:pt idx="51">
                  <c:v>1.716003344</c:v>
                </c:pt>
                <c:pt idx="52">
                  <c:v>1.72427587</c:v>
                </c:pt>
                <c:pt idx="53">
                  <c:v>1.73239376</c:v>
                </c:pt>
                <c:pt idx="54">
                  <c:v>1.740362689</c:v>
                </c:pt>
                <c:pt idx="55">
                  <c:v>1.748188027</c:v>
                </c:pt>
                <c:pt idx="56">
                  <c:v>1.755874856</c:v>
                </c:pt>
                <c:pt idx="57">
                  <c:v>1.763427994</c:v>
                </c:pt>
                <c:pt idx="58">
                  <c:v>1.770852012</c:v>
                </c:pt>
                <c:pt idx="59">
                  <c:v>1.77815125</c:v>
                </c:pt>
                <c:pt idx="60">
                  <c:v>1.785329835</c:v>
                </c:pt>
                <c:pt idx="61">
                  <c:v>1.792391689</c:v>
                </c:pt>
                <c:pt idx="62">
                  <c:v>1.799340549</c:v>
                </c:pt>
                <c:pt idx="63">
                  <c:v>1.806179974</c:v>
                </c:pt>
              </c:numCache>
            </c:numRef>
          </c:xVal>
          <c:yVal>
            <c:numRef>
              <c:f>'Chart Data'!$B$2:$B$65</c:f>
              <c:numCache>
                <c:formatCode>0.##</c:formatCode>
                <c:ptCount val="64"/>
                <c:pt idx="0">
                  <c:v>-0.5647188387</c:v>
                </c:pt>
                <c:pt idx="1">
                  <c:v>-0.7152338365</c:v>
                </c:pt>
                <c:pt idx="2">
                  <c:v>-0.803279466</c:v>
                </c:pt>
                <c:pt idx="3">
                  <c:v>-0.8657488343</c:v>
                </c:pt>
                <c:pt idx="4">
                  <c:v>-0.9142038408</c:v>
                </c:pt>
                <c:pt idx="5">
                  <c:v>-0.9537944638</c:v>
                </c:pt>
                <c:pt idx="6">
                  <c:v>-0.9872678587</c:v>
                </c:pt>
                <c:pt idx="7">
                  <c:v>-1.016263832</c:v>
                </c:pt>
                <c:pt idx="8">
                  <c:v>-1.041840093</c:v>
                </c:pt>
                <c:pt idx="9">
                  <c:v>-1.064718839</c:v>
                </c:pt>
                <c:pt idx="10">
                  <c:v>-1.085415181</c:v>
                </c:pt>
                <c:pt idx="11">
                  <c:v>-1.104309462</c:v>
                </c:pt>
                <c:pt idx="12">
                  <c:v>-1.121690515</c:v>
                </c:pt>
                <c:pt idx="13">
                  <c:v>-1.137782856</c:v>
                </c:pt>
                <c:pt idx="14">
                  <c:v>-1.152764468</c:v>
                </c:pt>
                <c:pt idx="15">
                  <c:v>-1.16677883</c:v>
                </c:pt>
                <c:pt idx="16">
                  <c:v>-1.179943299</c:v>
                </c:pt>
                <c:pt idx="17">
                  <c:v>-1.192355091</c:v>
                </c:pt>
                <c:pt idx="18">
                  <c:v>-1.204095639</c:v>
                </c:pt>
                <c:pt idx="19">
                  <c:v>-1.215233836</c:v>
                </c:pt>
                <c:pt idx="20">
                  <c:v>-1.225828486</c:v>
                </c:pt>
                <c:pt idx="21">
                  <c:v>-1.235930179</c:v>
                </c:pt>
                <c:pt idx="22">
                  <c:v>-1.245582757</c:v>
                </c:pt>
                <c:pt idx="23">
                  <c:v>-1.25482446</c:v>
                </c:pt>
                <c:pt idx="24">
                  <c:v>-1.263688843</c:v>
                </c:pt>
                <c:pt idx="25">
                  <c:v>-1.272205513</c:v>
                </c:pt>
                <c:pt idx="26">
                  <c:v>-1.280400721</c:v>
                </c:pt>
                <c:pt idx="27">
                  <c:v>-1.288297854</c:v>
                </c:pt>
                <c:pt idx="28">
                  <c:v>-1.295917838</c:v>
                </c:pt>
                <c:pt idx="29">
                  <c:v>-1.303279466</c:v>
                </c:pt>
                <c:pt idx="30">
                  <c:v>-1.310399686</c:v>
                </c:pt>
                <c:pt idx="31">
                  <c:v>-1.317293828</c:v>
                </c:pt>
                <c:pt idx="32">
                  <c:v>-1.323975809</c:v>
                </c:pt>
                <c:pt idx="33">
                  <c:v>-1.330458297</c:v>
                </c:pt>
                <c:pt idx="34">
                  <c:v>-1.336752861</c:v>
                </c:pt>
                <c:pt idx="35">
                  <c:v>-1.342870089</c:v>
                </c:pt>
                <c:pt idx="36">
                  <c:v>-1.348819701</c:v>
                </c:pt>
                <c:pt idx="37">
                  <c:v>-1.354610637</c:v>
                </c:pt>
                <c:pt idx="38">
                  <c:v>-1.360251142</c:v>
                </c:pt>
                <c:pt idx="39">
                  <c:v>-1.365748834</c:v>
                </c:pt>
                <c:pt idx="40">
                  <c:v>-1.371110767</c:v>
                </c:pt>
                <c:pt idx="41">
                  <c:v>-1.376343484</c:v>
                </c:pt>
                <c:pt idx="42">
                  <c:v>-1.381453066</c:v>
                </c:pt>
                <c:pt idx="43">
                  <c:v>-1.386445177</c:v>
                </c:pt>
                <c:pt idx="44">
                  <c:v>-1.391325096</c:v>
                </c:pt>
                <c:pt idx="45">
                  <c:v>-1.396097754</c:v>
                </c:pt>
                <c:pt idx="46">
                  <c:v>-1.400767768</c:v>
                </c:pt>
                <c:pt idx="47">
                  <c:v>-1.405339457</c:v>
                </c:pt>
                <c:pt idx="48">
                  <c:v>-1.409816879</c:v>
                </c:pt>
                <c:pt idx="49">
                  <c:v>-1.414203841</c:v>
                </c:pt>
                <c:pt idx="50">
                  <c:v>-1.418503927</c:v>
                </c:pt>
                <c:pt idx="51">
                  <c:v>-1.42272051</c:v>
                </c:pt>
                <c:pt idx="52">
                  <c:v>-1.426856773</c:v>
                </c:pt>
                <c:pt idx="53">
                  <c:v>-1.430915719</c:v>
                </c:pt>
                <c:pt idx="54">
                  <c:v>-1.434900183</c:v>
                </c:pt>
                <c:pt idx="55">
                  <c:v>-1.438812852</c:v>
                </c:pt>
                <c:pt idx="56">
                  <c:v>-1.442656266</c:v>
                </c:pt>
                <c:pt idx="57">
                  <c:v>-1.446432835</c:v>
                </c:pt>
                <c:pt idx="58">
                  <c:v>-1.450144844</c:v>
                </c:pt>
                <c:pt idx="59">
                  <c:v>-1.453794464</c:v>
                </c:pt>
                <c:pt idx="60">
                  <c:v>-1.457383756</c:v>
                </c:pt>
                <c:pt idx="61">
                  <c:v>-1.460914683</c:v>
                </c:pt>
                <c:pt idx="62">
                  <c:v>-1.464389113</c:v>
                </c:pt>
                <c:pt idx="63">
                  <c:v>-1.467808826</c:v>
                </c:pt>
              </c:numCache>
            </c:numRef>
          </c:yVal>
        </c:ser>
        <c:ser>
          <c:idx val="1"/>
          <c:order val="1"/>
          <c:tx>
            <c:v>Independent</c:v>
          </c:tx>
          <c:spPr>
            <a:solidFill xmlns:a="http://schemas.openxmlformats.org/drawingml/2006/main">
              <a:srgbClr val="16877B"/>
            </a:solidFill>
            <a:ln xmlns:a="http://schemas.openxmlformats.org/drawingml/2006/main" w="22860">
              <a:solidFill>
                <a:srgbClr val="16877B"/>
              </a:solidFill>
            </a:ln>
          </c:spPr>
          <c:marker>
            <c:symbol val="none"/>
          </c:marker>
          <c:xVal>
            <c:numRef>
              <c:f>'Chart Data'!$C$2:$C$65</c:f>
              <c:numCache>
                <c:formatCode>General</c:formatCode>
                <c:ptCount val="64"/>
                <c:pt idx="0">
                  <c:v>0</c:v>
                </c:pt>
                <c:pt idx="1">
                  <c:v>0.3010299957</c:v>
                </c:pt>
                <c:pt idx="2">
                  <c:v>0.4771212547</c:v>
                </c:pt>
                <c:pt idx="3">
                  <c:v>0.6020599913</c:v>
                </c:pt>
                <c:pt idx="4">
                  <c:v>0.6989700043</c:v>
                </c:pt>
                <c:pt idx="5">
                  <c:v>0.7781512504</c:v>
                </c:pt>
                <c:pt idx="6">
                  <c:v>0.84509804</c:v>
                </c:pt>
                <c:pt idx="7">
                  <c:v>0.903089987</c:v>
                </c:pt>
                <c:pt idx="8">
                  <c:v>0.9542425094</c:v>
                </c:pt>
                <c:pt idx="9">
                  <c:v>1</c:v>
                </c:pt>
                <c:pt idx="10">
                  <c:v>1.041392685</c:v>
                </c:pt>
                <c:pt idx="11">
                  <c:v>1.079181246</c:v>
                </c:pt>
                <c:pt idx="12">
                  <c:v>1.113943352</c:v>
                </c:pt>
                <c:pt idx="13">
                  <c:v>1.146128036</c:v>
                </c:pt>
                <c:pt idx="14">
                  <c:v>1.176091259</c:v>
                </c:pt>
                <c:pt idx="15">
                  <c:v>1.204119983</c:v>
                </c:pt>
                <c:pt idx="16">
                  <c:v>1.230448921</c:v>
                </c:pt>
                <c:pt idx="17">
                  <c:v>1.255272505</c:v>
                </c:pt>
                <c:pt idx="18">
                  <c:v>1.278753601</c:v>
                </c:pt>
                <c:pt idx="19">
                  <c:v>1.301029996</c:v>
                </c:pt>
                <c:pt idx="20">
                  <c:v>1.322219295</c:v>
                </c:pt>
                <c:pt idx="21">
                  <c:v>1.342422681</c:v>
                </c:pt>
                <c:pt idx="22">
                  <c:v>1.361727836</c:v>
                </c:pt>
                <c:pt idx="23">
                  <c:v>1.380211242</c:v>
                </c:pt>
                <c:pt idx="24">
                  <c:v>1.397940009</c:v>
                </c:pt>
                <c:pt idx="25">
                  <c:v>1.414973348</c:v>
                </c:pt>
                <c:pt idx="26">
                  <c:v>1.431363764</c:v>
                </c:pt>
                <c:pt idx="27">
                  <c:v>1.447158031</c:v>
                </c:pt>
                <c:pt idx="28">
                  <c:v>1.462397998</c:v>
                </c:pt>
                <c:pt idx="29">
                  <c:v>1.477121255</c:v>
                </c:pt>
                <c:pt idx="30">
                  <c:v>1.491361694</c:v>
                </c:pt>
                <c:pt idx="31">
                  <c:v>1.505149978</c:v>
                </c:pt>
                <c:pt idx="32">
                  <c:v>1.51851394</c:v>
                </c:pt>
                <c:pt idx="33">
                  <c:v>1.531478917</c:v>
                </c:pt>
                <c:pt idx="34">
                  <c:v>1.544068044</c:v>
                </c:pt>
                <c:pt idx="35">
                  <c:v>1.556302501</c:v>
                </c:pt>
                <c:pt idx="36">
                  <c:v>1.568201724</c:v>
                </c:pt>
                <c:pt idx="37">
                  <c:v>1.579783597</c:v>
                </c:pt>
                <c:pt idx="38">
                  <c:v>1.591064607</c:v>
                </c:pt>
                <c:pt idx="39">
                  <c:v>1.602059991</c:v>
                </c:pt>
                <c:pt idx="40">
                  <c:v>1.612783857</c:v>
                </c:pt>
                <c:pt idx="41">
                  <c:v>1.62324929</c:v>
                </c:pt>
                <c:pt idx="42">
                  <c:v>1.633468456</c:v>
                </c:pt>
                <c:pt idx="43">
                  <c:v>1.643452676</c:v>
                </c:pt>
                <c:pt idx="44">
                  <c:v>1.653212514</c:v>
                </c:pt>
                <c:pt idx="45">
                  <c:v>1.662757832</c:v>
                </c:pt>
                <c:pt idx="46">
                  <c:v>1.672097858</c:v>
                </c:pt>
                <c:pt idx="47">
                  <c:v>1.681241237</c:v>
                </c:pt>
                <c:pt idx="48">
                  <c:v>1.69019608</c:v>
                </c:pt>
                <c:pt idx="49">
                  <c:v>1.698970004</c:v>
                </c:pt>
                <c:pt idx="50">
                  <c:v>1.707570176</c:v>
                </c:pt>
                <c:pt idx="51">
                  <c:v>1.716003344</c:v>
                </c:pt>
                <c:pt idx="52">
                  <c:v>1.72427587</c:v>
                </c:pt>
                <c:pt idx="53">
                  <c:v>1.73239376</c:v>
                </c:pt>
                <c:pt idx="54">
                  <c:v>1.740362689</c:v>
                </c:pt>
                <c:pt idx="55">
                  <c:v>1.748188027</c:v>
                </c:pt>
                <c:pt idx="56">
                  <c:v>1.755874856</c:v>
                </c:pt>
                <c:pt idx="57">
                  <c:v>1.763427994</c:v>
                </c:pt>
                <c:pt idx="58">
                  <c:v>1.770852012</c:v>
                </c:pt>
                <c:pt idx="59">
                  <c:v>1.77815125</c:v>
                </c:pt>
                <c:pt idx="60">
                  <c:v>1.785329835</c:v>
                </c:pt>
                <c:pt idx="61">
                  <c:v>1.792391689</c:v>
                </c:pt>
                <c:pt idx="62">
                  <c:v>1.799340549</c:v>
                </c:pt>
                <c:pt idx="63">
                  <c:v>1.806179974</c:v>
                </c:pt>
              </c:numCache>
            </c:numRef>
          </c:xVal>
          <c:yVal>
            <c:numRef>
              <c:f>'Chart Data'!$D$2:$D$65</c:f>
              <c:numCache>
                <c:formatCode>0.##</c:formatCode>
                <c:ptCount val="64"/>
                <c:pt idx="0">
                  <c:v>-0.6998628609</c:v>
                </c:pt>
                <c:pt idx="1">
                  <c:v>-0.8503778588</c:v>
                </c:pt>
                <c:pt idx="2">
                  <c:v>-0.9384234883</c:v>
                </c:pt>
                <c:pt idx="3">
                  <c:v>-1.000892857</c:v>
                </c:pt>
                <c:pt idx="4">
                  <c:v>-1.049347863</c:v>
                </c:pt>
                <c:pt idx="5">
                  <c:v>-1.088938486</c:v>
                </c:pt>
                <c:pt idx="6">
                  <c:v>-1.122411881</c:v>
                </c:pt>
                <c:pt idx="7">
                  <c:v>-1.151407854</c:v>
                </c:pt>
                <c:pt idx="8">
                  <c:v>-1.176984116</c:v>
                </c:pt>
                <c:pt idx="9">
                  <c:v>-1.199862861</c:v>
                </c:pt>
                <c:pt idx="10">
                  <c:v>-1.220559203</c:v>
                </c:pt>
                <c:pt idx="11">
                  <c:v>-1.239453484</c:v>
                </c:pt>
                <c:pt idx="12">
                  <c:v>-1.256834537</c:v>
                </c:pt>
                <c:pt idx="13">
                  <c:v>-1.272926879</c:v>
                </c:pt>
                <c:pt idx="14">
                  <c:v>-1.28790849</c:v>
                </c:pt>
                <c:pt idx="15">
                  <c:v>-1.301922852</c:v>
                </c:pt>
                <c:pt idx="16">
                  <c:v>-1.315087322</c:v>
                </c:pt>
                <c:pt idx="17">
                  <c:v>-1.327499113</c:v>
                </c:pt>
                <c:pt idx="18">
                  <c:v>-1.339239661</c:v>
                </c:pt>
                <c:pt idx="19">
                  <c:v>-1.350377859</c:v>
                </c:pt>
                <c:pt idx="20">
                  <c:v>-1.360972508</c:v>
                </c:pt>
                <c:pt idx="21">
                  <c:v>-1.371074201</c:v>
                </c:pt>
                <c:pt idx="22">
                  <c:v>-1.380726779</c:v>
                </c:pt>
                <c:pt idx="23">
                  <c:v>-1.389968482</c:v>
                </c:pt>
                <c:pt idx="24">
                  <c:v>-1.398832865</c:v>
                </c:pt>
                <c:pt idx="25">
                  <c:v>-1.407349535</c:v>
                </c:pt>
                <c:pt idx="26">
                  <c:v>-1.415544743</c:v>
                </c:pt>
                <c:pt idx="27">
                  <c:v>-1.423441877</c:v>
                </c:pt>
                <c:pt idx="28">
                  <c:v>-1.43106186</c:v>
                </c:pt>
                <c:pt idx="29">
                  <c:v>-1.438423488</c:v>
                </c:pt>
                <c:pt idx="30">
                  <c:v>-1.445543708</c:v>
                </c:pt>
                <c:pt idx="31">
                  <c:v>-1.45243785</c:v>
                </c:pt>
                <c:pt idx="32">
                  <c:v>-1.459119831</c:v>
                </c:pt>
                <c:pt idx="33">
                  <c:v>-1.465602319</c:v>
                </c:pt>
                <c:pt idx="34">
                  <c:v>-1.471896883</c:v>
                </c:pt>
                <c:pt idx="35">
                  <c:v>-1.478014111</c:v>
                </c:pt>
                <c:pt idx="36">
                  <c:v>-1.483963723</c:v>
                </c:pt>
                <c:pt idx="37">
                  <c:v>-1.489754659</c:v>
                </c:pt>
                <c:pt idx="38">
                  <c:v>-1.495395164</c:v>
                </c:pt>
                <c:pt idx="39">
                  <c:v>-1.500892857</c:v>
                </c:pt>
                <c:pt idx="40">
                  <c:v>-1.506254789</c:v>
                </c:pt>
                <c:pt idx="41">
                  <c:v>-1.511487506</c:v>
                </c:pt>
                <c:pt idx="42">
                  <c:v>-1.516597089</c:v>
                </c:pt>
                <c:pt idx="43">
                  <c:v>-1.521589199</c:v>
                </c:pt>
                <c:pt idx="44">
                  <c:v>-1.526469118</c:v>
                </c:pt>
                <c:pt idx="45">
                  <c:v>-1.531241777</c:v>
                </c:pt>
                <c:pt idx="46">
                  <c:v>-1.53591179</c:v>
                </c:pt>
                <c:pt idx="47">
                  <c:v>-1.54048348</c:v>
                </c:pt>
                <c:pt idx="48">
                  <c:v>-1.544960901</c:v>
                </c:pt>
                <c:pt idx="49">
                  <c:v>-1.549347863</c:v>
                </c:pt>
                <c:pt idx="50">
                  <c:v>-1.553647949</c:v>
                </c:pt>
                <c:pt idx="51">
                  <c:v>-1.557864533</c:v>
                </c:pt>
                <c:pt idx="52">
                  <c:v>-1.562000796</c:v>
                </c:pt>
                <c:pt idx="53">
                  <c:v>-1.566059741</c:v>
                </c:pt>
                <c:pt idx="54">
                  <c:v>-1.570044206</c:v>
                </c:pt>
                <c:pt idx="55">
                  <c:v>-1.573956874</c:v>
                </c:pt>
                <c:pt idx="56">
                  <c:v>-1.577800289</c:v>
                </c:pt>
                <c:pt idx="57">
                  <c:v>-1.581576858</c:v>
                </c:pt>
                <c:pt idx="58">
                  <c:v>-1.585288867</c:v>
                </c:pt>
                <c:pt idx="59">
                  <c:v>-1.588938486</c:v>
                </c:pt>
                <c:pt idx="60">
                  <c:v>-1.592527778</c:v>
                </c:pt>
                <c:pt idx="61">
                  <c:v>-1.596058706</c:v>
                </c:pt>
                <c:pt idx="62">
                  <c:v>-1.599533136</c:v>
                </c:pt>
                <c:pt idx="63">
                  <c:v>-1.602952848</c:v>
                </c:pt>
              </c:numCache>
            </c:numRef>
          </c:yVal>
        </c:ser>
        <c:ser>
          <c:idx val="2"/>
          <c:order val="2"/>
          <c:tx>
            <c:v>Distributed</c:v>
          </c:tx>
          <c:spPr>
            <a:solidFill xmlns:a="http://schemas.openxmlformats.org/drawingml/2006/main">
              <a:srgbClr val="660099"/>
            </a:solidFill>
            <a:ln xmlns:a="http://schemas.openxmlformats.org/drawingml/2006/main" w="22860">
              <a:solidFill>
                <a:srgbClr val="660099"/>
              </a:solidFill>
            </a:ln>
          </c:spPr>
          <c:marker>
            <c:symbol val="none"/>
          </c:marker>
          <c:xVal>
            <c:numRef>
              <c:f>'Chart Data'!$E$2:$E$65</c:f>
              <c:numCache>
                <c:formatCode>General</c:formatCode>
                <c:ptCount val="64"/>
                <c:pt idx="0">
                  <c:v>0</c:v>
                </c:pt>
                <c:pt idx="1">
                  <c:v>0.3010299957</c:v>
                </c:pt>
                <c:pt idx="2">
                  <c:v>0.4771212547</c:v>
                </c:pt>
                <c:pt idx="3">
                  <c:v>0.6020599913</c:v>
                </c:pt>
                <c:pt idx="4">
                  <c:v>0.6989700043</c:v>
                </c:pt>
                <c:pt idx="5">
                  <c:v>0.7781512504</c:v>
                </c:pt>
                <c:pt idx="6">
                  <c:v>0.84509804</c:v>
                </c:pt>
                <c:pt idx="7">
                  <c:v>0.903089987</c:v>
                </c:pt>
                <c:pt idx="8">
                  <c:v>0.9542425094</c:v>
                </c:pt>
                <c:pt idx="9">
                  <c:v>1</c:v>
                </c:pt>
                <c:pt idx="10">
                  <c:v>1.041392685</c:v>
                </c:pt>
                <c:pt idx="11">
                  <c:v>1.079181246</c:v>
                </c:pt>
                <c:pt idx="12">
                  <c:v>1.113943352</c:v>
                </c:pt>
                <c:pt idx="13">
                  <c:v>1.146128036</c:v>
                </c:pt>
                <c:pt idx="14">
                  <c:v>1.176091259</c:v>
                </c:pt>
                <c:pt idx="15">
                  <c:v>1.204119983</c:v>
                </c:pt>
                <c:pt idx="16">
                  <c:v>1.230448921</c:v>
                </c:pt>
                <c:pt idx="17">
                  <c:v>1.255272505</c:v>
                </c:pt>
                <c:pt idx="18">
                  <c:v>1.278753601</c:v>
                </c:pt>
                <c:pt idx="19">
                  <c:v>1.301029996</c:v>
                </c:pt>
                <c:pt idx="20">
                  <c:v>1.322219295</c:v>
                </c:pt>
                <c:pt idx="21">
                  <c:v>1.342422681</c:v>
                </c:pt>
                <c:pt idx="22">
                  <c:v>1.361727836</c:v>
                </c:pt>
                <c:pt idx="23">
                  <c:v>1.380211242</c:v>
                </c:pt>
                <c:pt idx="24">
                  <c:v>1.397940009</c:v>
                </c:pt>
                <c:pt idx="25">
                  <c:v>1.414973348</c:v>
                </c:pt>
                <c:pt idx="26">
                  <c:v>1.431363764</c:v>
                </c:pt>
                <c:pt idx="27">
                  <c:v>1.447158031</c:v>
                </c:pt>
                <c:pt idx="28">
                  <c:v>1.462397998</c:v>
                </c:pt>
                <c:pt idx="29">
                  <c:v>1.477121255</c:v>
                </c:pt>
                <c:pt idx="30">
                  <c:v>1.491361694</c:v>
                </c:pt>
                <c:pt idx="31">
                  <c:v>1.505149978</c:v>
                </c:pt>
                <c:pt idx="32">
                  <c:v>1.51851394</c:v>
                </c:pt>
                <c:pt idx="33">
                  <c:v>1.531478917</c:v>
                </c:pt>
                <c:pt idx="34">
                  <c:v>1.544068044</c:v>
                </c:pt>
                <c:pt idx="35">
                  <c:v>1.556302501</c:v>
                </c:pt>
                <c:pt idx="36">
                  <c:v>1.568201724</c:v>
                </c:pt>
                <c:pt idx="37">
                  <c:v>1.579783597</c:v>
                </c:pt>
                <c:pt idx="38">
                  <c:v>1.591064607</c:v>
                </c:pt>
                <c:pt idx="39">
                  <c:v>1.602059991</c:v>
                </c:pt>
                <c:pt idx="40">
                  <c:v>1.612783857</c:v>
                </c:pt>
                <c:pt idx="41">
                  <c:v>1.62324929</c:v>
                </c:pt>
                <c:pt idx="42">
                  <c:v>1.633468456</c:v>
                </c:pt>
                <c:pt idx="43">
                  <c:v>1.643452676</c:v>
                </c:pt>
                <c:pt idx="44">
                  <c:v>1.653212514</c:v>
                </c:pt>
                <c:pt idx="45">
                  <c:v>1.662757832</c:v>
                </c:pt>
                <c:pt idx="46">
                  <c:v>1.672097858</c:v>
                </c:pt>
                <c:pt idx="47">
                  <c:v>1.681241237</c:v>
                </c:pt>
                <c:pt idx="48">
                  <c:v>1.69019608</c:v>
                </c:pt>
                <c:pt idx="49">
                  <c:v>1.698970004</c:v>
                </c:pt>
                <c:pt idx="50">
                  <c:v>1.707570176</c:v>
                </c:pt>
                <c:pt idx="51">
                  <c:v>1.716003344</c:v>
                </c:pt>
                <c:pt idx="52">
                  <c:v>1.72427587</c:v>
                </c:pt>
                <c:pt idx="53">
                  <c:v>1.73239376</c:v>
                </c:pt>
                <c:pt idx="54">
                  <c:v>1.740362689</c:v>
                </c:pt>
                <c:pt idx="55">
                  <c:v>1.748188027</c:v>
                </c:pt>
                <c:pt idx="56">
                  <c:v>1.755874856</c:v>
                </c:pt>
                <c:pt idx="57">
                  <c:v>1.763427994</c:v>
                </c:pt>
                <c:pt idx="58">
                  <c:v>1.770852012</c:v>
                </c:pt>
                <c:pt idx="59">
                  <c:v>1.77815125</c:v>
                </c:pt>
                <c:pt idx="60">
                  <c:v>1.785329835</c:v>
                </c:pt>
                <c:pt idx="61">
                  <c:v>1.792391689</c:v>
                </c:pt>
                <c:pt idx="62">
                  <c:v>1.799340549</c:v>
                </c:pt>
                <c:pt idx="63">
                  <c:v>1.806179974</c:v>
                </c:pt>
              </c:numCache>
            </c:numRef>
          </c:xVal>
          <c:yVal>
            <c:numRef>
              <c:f>'Chart Data'!$F$2:$F$65</c:f>
              <c:numCache>
                <c:formatCode>0.##</c:formatCode>
                <c:ptCount val="64"/>
                <c:pt idx="0">
                  <c:v>-0.6998628609</c:v>
                </c:pt>
                <c:pt idx="1">
                  <c:v>-0.9035034139</c:v>
                </c:pt>
                <c:pt idx="2">
                  <c:v>-1.030625382</c:v>
                </c:pt>
                <c:pt idx="3">
                  <c:v>-1.12478583</c:v>
                </c:pt>
                <c:pt idx="4">
                  <c:v>-1.200177336</c:v>
                </c:pt>
                <c:pt idx="5">
                  <c:v>-1.263319542</c:v>
                </c:pt>
                <c:pt idx="6">
                  <c:v>-1.317782916</c:v>
                </c:pt>
                <c:pt idx="7">
                  <c:v>-1.365748556</c:v>
                </c:pt>
                <c:pt idx="8">
                  <c:v>-1.408652654</c:v>
                </c:pt>
                <c:pt idx="9">
                  <c:v>-1.447494246</c:v>
                </c:pt>
                <c:pt idx="10">
                  <c:v>-1.48299804</c:v>
                </c:pt>
                <c:pt idx="11">
                  <c:v>-1.515707446</c:v>
                </c:pt>
                <c:pt idx="12">
                  <c:v>-1.54604101</c:v>
                </c:pt>
                <c:pt idx="13">
                  <c:v>-1.574328332</c:v>
                </c:pt>
                <c:pt idx="14">
                  <c:v>-1.600833856</c:v>
                </c:pt>
                <c:pt idx="15">
                  <c:v>-1.625773148</c:v>
                </c:pt>
                <c:pt idx="16">
                  <c:v>-1.649324358</c:v>
                </c:pt>
                <c:pt idx="17">
                  <c:v>-1.671636489</c:v>
                </c:pt>
                <c:pt idx="18">
                  <c:v>-1.692835478</c:v>
                </c:pt>
                <c:pt idx="19">
                  <c:v>-1.71302877</c:v>
                </c:pt>
                <c:pt idx="20">
                  <c:v>-1.7323088</c:v>
                </c:pt>
                <c:pt idx="21">
                  <c:v>-1.750755683</c:v>
                </c:pt>
                <c:pt idx="22">
                  <c:v>-1.76843933</c:v>
                </c:pt>
                <c:pt idx="23">
                  <c:v>-1.785421126</c:v>
                </c:pt>
                <c:pt idx="24">
                  <c:v>-1.801755266</c:v>
                </c:pt>
                <c:pt idx="25">
                  <c:v>-1.817489849</c:v>
                </c:pt>
                <c:pt idx="26">
                  <c:v>-1.832667764</c:v>
                </c:pt>
                <c:pt idx="27">
                  <c:v>-1.84732742</c:v>
                </c:pt>
                <c:pt idx="28">
                  <c:v>-1.861503354</c:v>
                </c:pt>
                <c:pt idx="29">
                  <c:v>-1.875226735</c:v>
                </c:pt>
                <c:pt idx="30">
                  <c:v>-1.888525797</c:v>
                </c:pt>
                <c:pt idx="31">
                  <c:v>-1.90142619</c:v>
                </c:pt>
                <c:pt idx="32">
                  <c:v>-1.913951294</c:v>
                </c:pt>
                <c:pt idx="33">
                  <c:v>-1.926122479</c:v>
                </c:pt>
                <c:pt idx="34">
                  <c:v>-1.937959329</c:v>
                </c:pt>
                <c:pt idx="35">
                  <c:v>-1.949479836</c:v>
                </c:pt>
                <c:pt idx="36">
                  <c:v>-1.960700571</c:v>
                </c:pt>
                <c:pt idx="37">
                  <c:v>-1.97163683</c:v>
                </c:pt>
                <c:pt idx="38">
                  <c:v>-1.982302761</c:v>
                </c:pt>
                <c:pt idx="39">
                  <c:v>-1.992711477</c:v>
                </c:pt>
                <c:pt idx="40">
                  <c:v>-2.002875155</c:v>
                </c:pt>
                <c:pt idx="41">
                  <c:v>-2.012805124</c:v>
                </c:pt>
                <c:pt idx="42">
                  <c:v>-2.022511942</c:v>
                </c:pt>
                <c:pt idx="43">
                  <c:v>-2.032005462</c:v>
                </c:pt>
                <c:pt idx="44">
                  <c:v>-2.0412949</c:v>
                </c:pt>
                <c:pt idx="45">
                  <c:v>-2.050388881</c:v>
                </c:pt>
                <c:pt idx="46">
                  <c:v>-2.059295496</c:v>
                </c:pt>
                <c:pt idx="47">
                  <c:v>-2.068022338</c:v>
                </c:pt>
                <c:pt idx="48">
                  <c:v>-2.076576551</c:v>
                </c:pt>
                <c:pt idx="49">
                  <c:v>-2.084964855</c:v>
                </c:pt>
                <c:pt idx="50">
                  <c:v>-2.093193587</c:v>
                </c:pt>
                <c:pt idx="51">
                  <c:v>-2.101268726</c:v>
                </c:pt>
                <c:pt idx="52">
                  <c:v>-2.109195919</c:v>
                </c:pt>
                <c:pt idx="53">
                  <c:v>-2.116980508</c:v>
                </c:pt>
                <c:pt idx="54">
                  <c:v>-2.124627549</c:v>
                </c:pt>
                <c:pt idx="55">
                  <c:v>-2.132141832</c:v>
                </c:pt>
                <c:pt idx="56">
                  <c:v>-2.139527902</c:v>
                </c:pt>
                <c:pt idx="57">
                  <c:v>-2.146790074</c:v>
                </c:pt>
                <c:pt idx="58">
                  <c:v>-2.153932447</c:v>
                </c:pt>
                <c:pt idx="59">
                  <c:v>-2.160958921</c:v>
                </c:pt>
                <c:pt idx="60">
                  <c:v>-2.167873205</c:v>
                </c:pt>
                <c:pt idx="61">
                  <c:v>-2.174678836</c:v>
                </c:pt>
                <c:pt idx="62">
                  <c:v>-2.181379185</c:v>
                </c:pt>
                <c:pt idx="63">
                  <c:v>-2.187977466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log₁₀ optical RMSE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log₁₀ sensor count M</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Coherent</c:v>
          </c:tx>
          <c:spPr>
            <a:solidFill xmlns:a="http://schemas.openxmlformats.org/drawingml/2006/main">
              <a:srgbClr val="595959"/>
            </a:solidFill>
            <a:ln xmlns:a="http://schemas.openxmlformats.org/drawingml/2006/main" w="22860">
              <a:solidFill>
                <a:srgbClr val="595959"/>
              </a:solidFill>
            </a:ln>
          </c:spPr>
          <c:marker>
            <c:symbol val="none"/>
          </c:marker>
          <c:xVal>
            <c:numRef>
              <c:f>'Chart Data'!$A$2:$A$65</c:f>
              <c:numCache>
                <c:formatCode>General</c:formatCode>
                <c:ptCount val="6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numCache>
            </c:numRef>
          </c:xVal>
          <c:yVal>
            <c:numRef>
              <c:f>'Chart Data'!$B$2:$B$65</c:f>
              <c:numCache>
                <c:formatCode>0.##</c:formatCode>
                <c:ptCount val="64"/>
                <c:pt idx="0">
                  <c:v>0.3458640433</c:v>
                </c:pt>
                <c:pt idx="1">
                  <c:v>0.2483469631</c:v>
                </c:pt>
                <c:pt idx="2">
                  <c:v>0.2106031117</c:v>
                </c:pt>
                <c:pt idx="3">
                  <c:v>0.1867134477</c:v>
                </c:pt>
                <c:pt idx="4">
                  <c:v>0.1706816032</c:v>
                </c:pt>
                <c:pt idx="5">
                  <c:v>0.1581146647</c:v>
                </c:pt>
                <c:pt idx="6">
                  <c:v>0.1482835053</c:v>
                </c:pt>
                <c:pt idx="7">
                  <c:v>0.1403873584</c:v>
                </c:pt>
                <c:pt idx="8">
                  <c:v>0.1345229821</c:v>
                </c:pt>
                <c:pt idx="9">
                  <c:v>0.1289078616</c:v>
                </c:pt>
                <c:pt idx="10">
                  <c:v>0.1241511824</c:v>
                </c:pt>
                <c:pt idx="11">
                  <c:v>0.1200297081</c:v>
                </c:pt>
                <c:pt idx="12">
                  <c:v>0.116384787</c:v>
                </c:pt>
                <c:pt idx="13">
                  <c:v>0.1131828071</c:v>
                </c:pt>
                <c:pt idx="14">
                  <c:v>0.1104770775</c:v>
                </c:pt>
                <c:pt idx="15">
                  <c:v>0.108091079</c:v>
                </c:pt>
                <c:pt idx="16">
                  <c:v>0.1063793108</c:v>
                </c:pt>
                <c:pt idx="17">
                  <c:v>0.1043285148</c:v>
                </c:pt>
                <c:pt idx="18">
                  <c:v>0.1024488299</c:v>
                </c:pt>
                <c:pt idx="19">
                  <c:v>0.1008011329</c:v>
                </c:pt>
                <c:pt idx="20">
                  <c:v>0.09925018314</c:v>
                </c:pt>
                <c:pt idx="21">
                  <c:v>0.09781233972</c:v>
                </c:pt>
                <c:pt idx="22">
                  <c:v>0.09647460462</c:v>
                </c:pt>
                <c:pt idx="23">
                  <c:v>0.09520527783</c:v>
                </c:pt>
                <c:pt idx="24">
                  <c:v>0.09401587797</c:v>
                </c:pt>
                <c:pt idx="25">
                  <c:v>0.09289776961</c:v>
                </c:pt>
                <c:pt idx="26">
                  <c:v>0.09183689538</c:v>
                </c:pt>
                <c:pt idx="27">
                  <c:v>0.09082419957</c:v>
                </c:pt>
                <c:pt idx="28">
                  <c:v>0.08986449751</c:v>
                </c:pt>
                <c:pt idx="29">
                  <c:v>0.08894974412</c:v>
                </c:pt>
                <c:pt idx="30">
                  <c:v>0.08807929034</c:v>
                </c:pt>
                <c:pt idx="31">
                  <c:v>0.08724446031</c:v>
                </c:pt>
                <c:pt idx="32">
                  <c:v>0.0868118805</c:v>
                </c:pt>
                <c:pt idx="33">
                  <c:v>0.08606258135</c:v>
                </c:pt>
                <c:pt idx="34">
                  <c:v>0.08536488971</c:v>
                </c:pt>
                <c:pt idx="35">
                  <c:v>0.08469068081</c:v>
                </c:pt>
                <c:pt idx="36">
                  <c:v>0.08403870346</c:v>
                </c:pt>
                <c:pt idx="37">
                  <c:v>0.08341592126</c:v>
                </c:pt>
                <c:pt idx="38">
                  <c:v>0.08281353797</c:v>
                </c:pt>
                <c:pt idx="39">
                  <c:v>0.08223097105</c:v>
                </c:pt>
                <c:pt idx="40">
                  <c:v>0.08167022062</c:v>
                </c:pt>
                <c:pt idx="41">
                  <c:v>0.08113008355</c:v>
                </c:pt>
                <c:pt idx="42">
                  <c:v>0.08062455935</c:v>
                </c:pt>
                <c:pt idx="43">
                  <c:v>0.08013553355</c:v>
                </c:pt>
                <c:pt idx="44">
                  <c:v>0.07966449549</c:v>
                </c:pt>
                <c:pt idx="45">
                  <c:v>0.07920609795</c:v>
                </c:pt>
                <c:pt idx="46">
                  <c:v>0.07876366222</c:v>
                </c:pt>
                <c:pt idx="47">
                  <c:v>0.07833359341</c:v>
                </c:pt>
                <c:pt idx="48">
                  <c:v>0.0779276499</c:v>
                </c:pt>
                <c:pt idx="49">
                  <c:v>0.07753128836</c:v>
                </c:pt>
                <c:pt idx="50">
                  <c:v>0.07715111226</c:v>
                </c:pt>
                <c:pt idx="51">
                  <c:v>0.07678227791</c:v>
                </c:pt>
                <c:pt idx="52">
                  <c:v>0.07642384489</c:v>
                </c:pt>
                <c:pt idx="53">
                  <c:v>0.07608136167</c:v>
                </c:pt>
                <c:pt idx="54">
                  <c:v>0.07574618482</c:v>
                </c:pt>
                <c:pt idx="55">
                  <c:v>0.07541874438</c:v>
                </c:pt>
                <c:pt idx="56">
                  <c:v>0.07510071892</c:v>
                </c:pt>
                <c:pt idx="57">
                  <c:v>0.07478910121</c:v>
                </c:pt>
                <c:pt idx="58">
                  <c:v>0.0744850387</c:v>
                </c:pt>
                <c:pt idx="59">
                  <c:v>0.07418772747</c:v>
                </c:pt>
                <c:pt idx="60">
                  <c:v>0.07389632127</c:v>
                </c:pt>
                <c:pt idx="61">
                  <c:v>0.07361055701</c:v>
                </c:pt>
                <c:pt idx="62">
                  <c:v>0.07333208047</c:v>
                </c:pt>
                <c:pt idx="63">
                  <c:v>0.0730592694</c:v>
                </c:pt>
              </c:numCache>
            </c:numRef>
          </c:yVal>
        </c:ser>
        <c:ser>
          <c:idx val="1"/>
          <c:order val="1"/>
          <c:tx>
            <c:v>Independent</c:v>
          </c:tx>
          <c:spPr>
            <a:solidFill xmlns:a="http://schemas.openxmlformats.org/drawingml/2006/main">
              <a:srgbClr val="16877B"/>
            </a:solidFill>
            <a:ln xmlns:a="http://schemas.openxmlformats.org/drawingml/2006/main" w="22860">
              <a:solidFill>
                <a:srgbClr val="16877B"/>
              </a:solidFill>
            </a:ln>
          </c:spPr>
          <c:marker>
            <c:symbol val="none"/>
          </c:marker>
          <c:xVal>
            <c:numRef>
              <c:f>'Chart Data'!$C$2:$C$65</c:f>
              <c:numCache>
                <c:formatCode>General</c:formatCode>
                <c:ptCount val="6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numCache>
            </c:numRef>
          </c:xVal>
          <c:yVal>
            <c:numRef>
              <c:f>'Chart Data'!$D$2:$D$65</c:f>
              <c:numCache>
                <c:formatCode>0.##</c:formatCode>
                <c:ptCount val="64"/>
                <c:pt idx="0">
                  <c:v>0.2919599865</c:v>
                </c:pt>
                <c:pt idx="1">
                  <c:v>0.2109160112</c:v>
                </c:pt>
                <c:pt idx="2">
                  <c:v>0.181364937</c:v>
                </c:pt>
                <c:pt idx="3">
                  <c:v>0.1620697079</c:v>
                </c:pt>
                <c:pt idx="4">
                  <c:v>0.1491842943</c:v>
                </c:pt>
                <c:pt idx="5">
                  <c:v>0.1388165492</c:v>
                </c:pt>
                <c:pt idx="6">
                  <c:v>0.1306766515</c:v>
                </c:pt>
                <c:pt idx="7">
                  <c:v>0.1241408527</c:v>
                </c:pt>
                <c:pt idx="8">
                  <c:v>0.1194834371</c:v>
                </c:pt>
                <c:pt idx="9">
                  <c:v>0.1148003052</c:v>
                </c:pt>
                <c:pt idx="10">
                  <c:v>0.1108510104</c:v>
                </c:pt>
                <c:pt idx="11">
                  <c:v>0.1074338191</c:v>
                </c:pt>
                <c:pt idx="12">
                  <c:v>0.1044064469</c:v>
                </c:pt>
                <c:pt idx="13">
                  <c:v>0.1017572772</c:v>
                </c:pt>
                <c:pt idx="14">
                  <c:v>0.0995645556</c:v>
                </c:pt>
                <c:pt idx="15">
                  <c:v>0.09764657092</c:v>
                </c:pt>
                <c:pt idx="16">
                  <c:v>0.09640607428</c:v>
                </c:pt>
                <c:pt idx="17">
                  <c:v>0.09473314906</c:v>
                </c:pt>
                <c:pt idx="18">
                  <c:v>0.09319991063</c:v>
                </c:pt>
                <c:pt idx="19">
                  <c:v>0.09187930166</c:v>
                </c:pt>
                <c:pt idx="20">
                  <c:v>0.09074210257</c:v>
                </c:pt>
                <c:pt idx="21">
                  <c:v>0.08971849101</c:v>
                </c:pt>
                <c:pt idx="22">
                  <c:v>0.08875982833</c:v>
                </c:pt>
                <c:pt idx="23">
                  <c:v>0.08783687891</c:v>
                </c:pt>
                <c:pt idx="24">
                  <c:v>0.08696659421</c:v>
                </c:pt>
                <c:pt idx="25">
                  <c:v>0.0861433213</c:v>
                </c:pt>
                <c:pt idx="26">
                  <c:v>0.08535506792</c:v>
                </c:pt>
                <c:pt idx="27">
                  <c:v>0.08459485427</c:v>
                </c:pt>
                <c:pt idx="28">
                  <c:v>0.08387023088</c:v>
                </c:pt>
                <c:pt idx="29">
                  <c:v>0.08317461034</c:v>
                </c:pt>
                <c:pt idx="30">
                  <c:v>0.08250907909</c:v>
                </c:pt>
                <c:pt idx="31">
                  <c:v>0.08186593246</c:v>
                </c:pt>
                <c:pt idx="32">
                  <c:v>0.08163653012</c:v>
                </c:pt>
                <c:pt idx="33">
                  <c:v>0.0810566951</c:v>
                </c:pt>
                <c:pt idx="34">
                  <c:v>0.08051981836</c:v>
                </c:pt>
                <c:pt idx="35">
                  <c:v>0.07999698035</c:v>
                </c:pt>
                <c:pt idx="36">
                  <c:v>0.0794877311</c:v>
                </c:pt>
                <c:pt idx="37">
                  <c:v>0.07900020177</c:v>
                </c:pt>
                <c:pt idx="38">
                  <c:v>0.07852578045</c:v>
                </c:pt>
                <c:pt idx="39">
                  <c:v>0.07806447794</c:v>
                </c:pt>
                <c:pt idx="40">
                  <c:v>0.07761895907</c:v>
                </c:pt>
                <c:pt idx="41">
                  <c:v>0.07718845476</c:v>
                </c:pt>
                <c:pt idx="42">
                  <c:v>0.07678811314</c:v>
                </c:pt>
                <c:pt idx="43">
                  <c:v>0.07639929385</c:v>
                </c:pt>
                <c:pt idx="44">
                  <c:v>0.07602393673</c:v>
                </c:pt>
                <c:pt idx="45">
                  <c:v>0.07565678254</c:v>
                </c:pt>
                <c:pt idx="46">
                  <c:v>0.07530162756</c:v>
                </c:pt>
                <c:pt idx="47">
                  <c:v>0.07495499896</c:v>
                </c:pt>
                <c:pt idx="48">
                  <c:v>0.07462944292</c:v>
                </c:pt>
                <c:pt idx="49">
                  <c:v>0.07431000053</c:v>
                </c:pt>
                <c:pt idx="50">
                  <c:v>0.07400378772</c:v>
                </c:pt>
                <c:pt idx="51">
                  <c:v>0.07370595522</c:v>
                </c:pt>
                <c:pt idx="52">
                  <c:v>0.07341571535</c:v>
                </c:pt>
                <c:pt idx="53">
                  <c:v>0.07313901766</c:v>
                </c:pt>
                <c:pt idx="54">
                  <c:v>0.07286702899</c:v>
                </c:pt>
                <c:pt idx="55">
                  <c:v>0.0726003538</c:v>
                </c:pt>
                <c:pt idx="56">
                  <c:v>0.07234087951</c:v>
                </c:pt>
                <c:pt idx="57">
                  <c:v>0.07208561675</c:v>
                </c:pt>
                <c:pt idx="58">
                  <c:v>0.07183588191</c:v>
                </c:pt>
                <c:pt idx="59">
                  <c:v>0.0715909572</c:v>
                </c:pt>
                <c:pt idx="60">
                  <c:v>0.07135007465</c:v>
                </c:pt>
                <c:pt idx="61">
                  <c:v>0.07111306422</c:v>
                </c:pt>
                <c:pt idx="62">
                  <c:v>0.07088172416</c:v>
                </c:pt>
                <c:pt idx="63">
                  <c:v>0.07065446351</c:v>
                </c:pt>
              </c:numCache>
            </c:numRef>
          </c:yVal>
        </c:ser>
        <c:ser>
          <c:idx val="2"/>
          <c:order val="2"/>
          <c:tx>
            <c:v>Distributed</c:v>
          </c:tx>
          <c:spPr>
            <a:solidFill xmlns:a="http://schemas.openxmlformats.org/drawingml/2006/main">
              <a:srgbClr val="660099"/>
            </a:solidFill>
            <a:ln xmlns:a="http://schemas.openxmlformats.org/drawingml/2006/main" w="22860">
              <a:solidFill>
                <a:srgbClr val="660099"/>
              </a:solidFill>
            </a:ln>
          </c:spPr>
          <c:marker>
            <c:symbol val="none"/>
          </c:marker>
          <c:xVal>
            <c:numRef>
              <c:f>'Chart Data'!$E$2:$E$65</c:f>
              <c:numCache>
                <c:formatCode>General</c:formatCode>
                <c:ptCount val="6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numCache>
            </c:numRef>
          </c:xVal>
          <c:yVal>
            <c:numRef>
              <c:f>'Chart Data'!$F$2:$F$65</c:f>
              <c:numCache>
                <c:formatCode>0.##</c:formatCode>
                <c:ptCount val="64"/>
                <c:pt idx="0">
                  <c:v>0.2919599865</c:v>
                </c:pt>
                <c:pt idx="1">
                  <c:v>0.200412721</c:v>
                </c:pt>
                <c:pt idx="2">
                  <c:v>0.1682322922</c:v>
                </c:pt>
                <c:pt idx="3">
                  <c:v>0.1481204853</c:v>
                </c:pt>
                <c:pt idx="4">
                  <c:v>0.135165731</c:v>
                </c:pt>
                <c:pt idx="5">
                  <c:v>0.1249322483</c:v>
                </c:pt>
                <c:pt idx="6">
                  <c:v>0.1170604386</c:v>
                </c:pt>
                <c:pt idx="7">
                  <c:v>0.1108619386</c:v>
                </c:pt>
                <c:pt idx="8">
                  <c:v>0.1066596714</c:v>
                </c:pt>
                <c:pt idx="9">
                  <c:v>0.1023341293</c:v>
                </c:pt>
                <c:pt idx="10">
                  <c:v>0.09874793454</c:v>
                </c:pt>
                <c:pt idx="11">
                  <c:v>0.09568588138</c:v>
                </c:pt>
                <c:pt idx="12">
                  <c:v>0.09299754414</c:v>
                </c:pt>
                <c:pt idx="13">
                  <c:v>0.09067770983</c:v>
                </c:pt>
                <c:pt idx="14">
                  <c:v>0.08882055837</c:v>
                </c:pt>
                <c:pt idx="15">
                  <c:v>0.08722742036</c:v>
                </c:pt>
                <c:pt idx="16">
                  <c:v>0.08635251093</c:v>
                </c:pt>
                <c:pt idx="17">
                  <c:v>0.08495927188</c:v>
                </c:pt>
                <c:pt idx="18">
                  <c:v>0.0836911562</c:v>
                </c:pt>
                <c:pt idx="19">
                  <c:v>0.08263219541</c:v>
                </c:pt>
                <c:pt idx="20">
                  <c:v>0.08168808491</c:v>
                </c:pt>
                <c:pt idx="21">
                  <c:v>0.08083338973</c:v>
                </c:pt>
                <c:pt idx="22">
                  <c:v>0.08003756169</c:v>
                </c:pt>
                <c:pt idx="23">
                  <c:v>0.0792691354</c:v>
                </c:pt>
                <c:pt idx="24">
                  <c:v>0.07854778201</c:v>
                </c:pt>
                <c:pt idx="25">
                  <c:v>0.07786801001</c:v>
                </c:pt>
                <c:pt idx="26">
                  <c:v>0.07721725674</c:v>
                </c:pt>
                <c:pt idx="27">
                  <c:v>0.07658846363</c:v>
                </c:pt>
                <c:pt idx="28">
                  <c:v>0.07599056613</c:v>
                </c:pt>
                <c:pt idx="29">
                  <c:v>0.075416823</c:v>
                </c:pt>
                <c:pt idx="30">
                  <c:v>0.07486891927</c:v>
                </c:pt>
                <c:pt idx="31">
                  <c:v>0.07433880834</c:v>
                </c:pt>
                <c:pt idx="32">
                  <c:v>0.07425737135</c:v>
                </c:pt>
                <c:pt idx="33">
                  <c:v>0.07378412651</c:v>
                </c:pt>
                <c:pt idx="34">
                  <c:v>0.07335236919</c:v>
                </c:pt>
                <c:pt idx="35">
                  <c:v>0.07293063827</c:v>
                </c:pt>
                <c:pt idx="36">
                  <c:v>0.0725187453</c:v>
                </c:pt>
                <c:pt idx="37">
                  <c:v>0.0721258766</c:v>
                </c:pt>
                <c:pt idx="38">
                  <c:v>0.07174284442</c:v>
                </c:pt>
                <c:pt idx="39">
                  <c:v>0.07136989826</c:v>
                </c:pt>
                <c:pt idx="40">
                  <c:v>0.07101016969</c:v>
                </c:pt>
                <c:pt idx="41">
                  <c:v>0.07066301447</c:v>
                </c:pt>
                <c:pt idx="42">
                  <c:v>0.07034515057</c:v>
                </c:pt>
                <c:pt idx="43">
                  <c:v>0.07003637866</c:v>
                </c:pt>
                <c:pt idx="44">
                  <c:v>0.06973897652</c:v>
                </c:pt>
                <c:pt idx="45">
                  <c:v>0.06944736168</c:v>
                </c:pt>
                <c:pt idx="46">
                  <c:v>0.06916581434</c:v>
                </c:pt>
                <c:pt idx="47">
                  <c:v>0.06889068504</c:v>
                </c:pt>
                <c:pt idx="48">
                  <c:v>0.06863574271</c:v>
                </c:pt>
                <c:pt idx="49">
                  <c:v>0.06838482495</c:v>
                </c:pt>
                <c:pt idx="50">
                  <c:v>0.0681457751</c:v>
                </c:pt>
                <c:pt idx="51">
                  <c:v>0.06791342413</c:v>
                </c:pt>
                <c:pt idx="52">
                  <c:v>0.06768701467</c:v>
                </c:pt>
                <c:pt idx="53">
                  <c:v>0.06747308809</c:v>
                </c:pt>
                <c:pt idx="54">
                  <c:v>0.06726214994</c:v>
                </c:pt>
                <c:pt idx="55">
                  <c:v>0.06705494123</c:v>
                </c:pt>
                <c:pt idx="56">
                  <c:v>0.06685358447</c:v>
                </c:pt>
                <c:pt idx="57">
                  <c:v>0.06665491868</c:v>
                </c:pt>
                <c:pt idx="58">
                  <c:v>0.06646043964</c:v>
                </c:pt>
                <c:pt idx="59">
                  <c:v>0.06626943835</c:v>
                </c:pt>
                <c:pt idx="60">
                  <c:v>0.06608114939</c:v>
                </c:pt>
                <c:pt idx="61">
                  <c:v>0.06589545071</c:v>
                </c:pt>
                <c:pt idx="62">
                  <c:v>0.0657143403</c:v>
                </c:pt>
                <c:pt idx="63">
                  <c:v>0.06553615519</c:v>
                </c:pt>
              </c:numCache>
            </c:numRef>
          </c:yVal>
        </c:ser>
        <c:ser>
          <c:idx val="3"/>
          <c:order val="3"/>
          <c:tx>
            <c:v>Optimized coherent</c:v>
          </c:tx>
          <c:spPr>
            <a:solidFill xmlns:a="http://schemas.openxmlformats.org/drawingml/2006/main">
              <a:srgbClr val="B8424C"/>
            </a:solidFill>
            <a:ln xmlns:a="http://schemas.openxmlformats.org/drawingml/2006/main" w="22860">
              <a:solidFill>
                <a:srgbClr val="B8424C"/>
              </a:solidFill>
            </a:ln>
          </c:spPr>
          <c:marker>
            <c:symbol val="none"/>
          </c:marker>
          <c:xVal>
            <c:numRef>
              <c:f>'Chart Data'!$G$2:$G$65</c:f>
              <c:numCache>
                <c:formatCode>General</c:formatCode>
                <c:ptCount val="6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numCache>
            </c:numRef>
          </c:xVal>
          <c:yVal>
            <c:numRef>
              <c:f>'Chart Data'!$H$2:$H$65</c:f>
              <c:numCache>
                <c:formatCode>0.##</c:formatCode>
                <c:ptCount val="64"/>
                <c:pt idx="0">
                  <c:v>0.3458640433</c:v>
                </c:pt>
                <c:pt idx="1">
                  <c:v>0.2483467807</c:v>
                </c:pt>
                <c:pt idx="2">
                  <c:v>0.2104829547</c:v>
                </c:pt>
                <c:pt idx="3">
                  <c:v>0.18656683</c:v>
                </c:pt>
                <c:pt idx="4">
                  <c:v>0.170547662</c:v>
                </c:pt>
                <c:pt idx="5">
                  <c:v>0.1579896961</c:v>
                </c:pt>
                <c:pt idx="6">
                  <c:v>0.1481680681</c:v>
                </c:pt>
                <c:pt idx="7">
                  <c:v>0.1402785367</c:v>
                </c:pt>
                <c:pt idx="8">
                  <c:v>0.1344193753</c:v>
                </c:pt>
                <c:pt idx="9">
                  <c:v>0.1288112463</c:v>
                </c:pt>
                <c:pt idx="10">
                  <c:v>0.1240578605</c:v>
                </c:pt>
                <c:pt idx="11">
                  <c:v>0.119938514</c:v>
                </c:pt>
                <c:pt idx="12">
                  <c:v>0.11629631</c:v>
                </c:pt>
                <c:pt idx="13">
                  <c:v>0.1130951022</c:v>
                </c:pt>
                <c:pt idx="14">
                  <c:v>0.1103806477</c:v>
                </c:pt>
                <c:pt idx="15">
                  <c:v>0.1079832411</c:v>
                </c:pt>
                <c:pt idx="16">
                  <c:v>0.1062639903</c:v>
                </c:pt>
                <c:pt idx="17">
                  <c:v>0.1042090272</c:v>
                </c:pt>
                <c:pt idx="18">
                  <c:v>0.1023256186</c:v>
                </c:pt>
                <c:pt idx="19">
                  <c:v>0.1006678752</c:v>
                </c:pt>
                <c:pt idx="20">
                  <c:v>0.09911034354</c:v>
                </c:pt>
                <c:pt idx="21">
                  <c:v>0.09766645788</c:v>
                </c:pt>
                <c:pt idx="22">
                  <c:v>0.09632317272</c:v>
                </c:pt>
                <c:pt idx="23">
                  <c:v>0.09505053516</c:v>
                </c:pt>
                <c:pt idx="24">
                  <c:v>0.09385816698</c:v>
                </c:pt>
                <c:pt idx="25">
                  <c:v>0.09273745414</c:v>
                </c:pt>
                <c:pt idx="26">
                  <c:v>0.09167491654</c:v>
                </c:pt>
                <c:pt idx="27">
                  <c:v>0.09066168789</c:v>
                </c:pt>
                <c:pt idx="28">
                  <c:v>0.08970169634</c:v>
                </c:pt>
                <c:pt idx="29">
                  <c:v>0.08878715442</c:v>
                </c:pt>
                <c:pt idx="30">
                  <c:v>0.08791710888</c:v>
                </c:pt>
                <c:pt idx="31">
                  <c:v>0.0870832667</c:v>
                </c:pt>
                <c:pt idx="32">
                  <c:v>0.08665012058</c:v>
                </c:pt>
                <c:pt idx="33">
                  <c:v>0.08590058397</c:v>
                </c:pt>
                <c:pt idx="34">
                  <c:v>0.085201119</c:v>
                </c:pt>
                <c:pt idx="35">
                  <c:v>0.08452593824</c:v>
                </c:pt>
                <c:pt idx="36">
                  <c:v>0.08387366644</c:v>
                </c:pt>
                <c:pt idx="37">
                  <c:v>0.08325045304</c:v>
                </c:pt>
                <c:pt idx="38">
                  <c:v>0.08264812236</c:v>
                </c:pt>
                <c:pt idx="39">
                  <c:v>0.08206597945</c:v>
                </c:pt>
                <c:pt idx="40">
                  <c:v>0.08150571236</c:v>
                </c:pt>
                <c:pt idx="41">
                  <c:v>0.08096610203</c:v>
                </c:pt>
                <c:pt idx="42">
                  <c:v>0.08045976964</c:v>
                </c:pt>
                <c:pt idx="43">
                  <c:v>0.07997016583</c:v>
                </c:pt>
                <c:pt idx="44">
                  <c:v>0.07949853226</c:v>
                </c:pt>
                <c:pt idx="45">
                  <c:v>0.07903993277</c:v>
                </c:pt>
                <c:pt idx="46">
                  <c:v>0.07859728194</c:v>
                </c:pt>
                <c:pt idx="47">
                  <c:v>0.07816724203</c:v>
                </c:pt>
                <c:pt idx="48">
                  <c:v>0.07776036188</c:v>
                </c:pt>
                <c:pt idx="49">
                  <c:v>0.07736345871</c:v>
                </c:pt>
                <c:pt idx="50">
                  <c:v>0.07698240234</c:v>
                </c:pt>
                <c:pt idx="51">
                  <c:v>0.07661277605</c:v>
                </c:pt>
                <c:pt idx="52">
                  <c:v>0.07625367325</c:v>
                </c:pt>
                <c:pt idx="53">
                  <c:v>0.07591000686</c:v>
                </c:pt>
                <c:pt idx="54">
                  <c:v>0.07557399072</c:v>
                </c:pt>
                <c:pt idx="55">
                  <c:v>0.07524595048</c:v>
                </c:pt>
                <c:pt idx="56">
                  <c:v>0.07492733902</c:v>
                </c:pt>
                <c:pt idx="57">
                  <c:v>0.07461541597</c:v>
                </c:pt>
                <c:pt idx="58">
                  <c:v>0.07431116398</c:v>
                </c:pt>
                <c:pt idx="59">
                  <c:v>0.07401382058</c:v>
                </c:pt>
                <c:pt idx="60">
                  <c:v>0.07372258542</c:v>
                </c:pt>
                <c:pt idx="61">
                  <c:v>0.07343718308</c:v>
                </c:pt>
                <c:pt idx="62">
                  <c:v>0.07315906326</c:v>
                </c:pt>
                <c:pt idx="63">
                  <c:v>0.07288673409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Total RMSE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Number of selected sites</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Optical noise</c:v>
          </c:tx>
          <c:spPr>
            <a:solidFill xmlns:a="http://schemas.openxmlformats.org/drawingml/2006/main">
              <a:srgbClr val="595959"/>
            </a:solidFill>
            <a:ln xmlns:a="http://schemas.openxmlformats.org/drawingml/2006/main" w="22860">
              <a:solidFill>
                <a:srgbClr val="595959"/>
              </a:solidFill>
            </a:ln>
          </c:spPr>
          <c:cat>
            <c:strRef>
              <c:f>'Chart Data'!$A$2:$A$4</c:f>
              <c:strCache>
                <c:ptCount val="3"/>
                <c:pt idx="0">
                  <c:v>Coherent</c:v>
                </c:pt>
                <c:pt idx="1">
                  <c:v>Local squeezed</c:v>
                </c:pt>
                <c:pt idx="2">
                  <c:v>Distributed</c:v>
                </c:pt>
              </c:strCache>
            </c:strRef>
          </c:cat>
          <c:val>
            <c:numRef>
              <c:f>'Chart Data'!$B$2:$B$4</c:f>
              <c:numCache>
                <c:formatCode>0.##</c:formatCode>
                <c:ptCount val="3"/>
                <c:pt idx="0">
                  <c:v>0.07961902554</c:v>
                </c:pt>
                <c:pt idx="1">
                  <c:v>0.0647329637</c:v>
                </c:pt>
                <c:pt idx="2">
                  <c:v>0.04758283976</c:v>
                </c:pt>
              </c:numCache>
            </c:numRef>
          </c:val>
        </c:ser>
        <c:ser>
          <c:idx val="1"/>
          <c:order val="1"/>
          <c:tx>
            <c:v>Total error</c:v>
          </c:tx>
          <c:spPr>
            <a:solidFill xmlns:a="http://schemas.openxmlformats.org/drawingml/2006/main">
              <a:srgbClr val="16877B"/>
            </a:solidFill>
            <a:ln xmlns:a="http://schemas.openxmlformats.org/drawingml/2006/main" w="22860">
              <a:solidFill>
                <a:srgbClr val="16877B"/>
              </a:solidFill>
            </a:ln>
          </c:spPr>
          <c:cat>
            <c:strRef>
              <c:f>'Chart Data'!$C$2:$C$4</c:f>
              <c:strCache>
                <c:ptCount val="3"/>
                <c:pt idx="0">
                  <c:v>Coherent</c:v>
                </c:pt>
                <c:pt idx="1">
                  <c:v>Local squeezed</c:v>
                </c:pt>
                <c:pt idx="2">
                  <c:v>Distributed</c:v>
                </c:pt>
              </c:strCache>
            </c:strRef>
          </c:cat>
          <c:val>
            <c:numRef>
              <c:f>'Chart Data'!$D$2:$D$4</c:f>
              <c:numCache>
                <c:formatCode>0.##</c:formatCode>
                <c:ptCount val="3"/>
                <c:pt idx="0">
                  <c:v>0.09210106368</c:v>
                </c:pt>
                <c:pt idx="1">
                  <c:v>0.0795850067</c:v>
                </c:pt>
                <c:pt idx="2">
                  <c:v>0.06638933154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RMSE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Gaussian prediction</c:v>
          </c:tx>
          <c:spPr>
            <a:solidFill xmlns:a="http://schemas.openxmlformats.org/drawingml/2006/main">
              <a:srgbClr val="595959"/>
            </a:solidFill>
            <a:ln xmlns:a="http://schemas.openxmlformats.org/drawingml/2006/main" w="22860">
              <a:solidFill>
                <a:srgbClr val="595959"/>
              </a:solidFill>
            </a:ln>
          </c:spPr>
          <c:cat>
            <c:strRef>
              <c:f>'Chart Data'!$A$2:$A$4</c:f>
              <c:strCache>
                <c:ptCount val="3"/>
                <c:pt idx="0">
                  <c:v>Coherent</c:v>
                </c:pt>
                <c:pt idx="1">
                  <c:v>Local squeezed</c:v>
                </c:pt>
                <c:pt idx="2">
                  <c:v>Distributed</c:v>
                </c:pt>
              </c:strCache>
            </c:strRef>
          </c:cat>
          <c:val>
            <c:numRef>
              <c:f>'Chart Data'!$B$2:$B$4</c:f>
              <c:numCache>
                <c:formatCode>0.##</c:formatCode>
                <c:ptCount val="3"/>
                <c:pt idx="0">
                  <c:v>0.2426817297</c:v>
                </c:pt>
                <c:pt idx="1">
                  <c:v>0.3293999268</c:v>
                </c:pt>
                <c:pt idx="2">
                  <c:v>0.4733112665</c:v>
                </c:pt>
              </c:numCache>
            </c:numRef>
          </c:val>
        </c:ser>
        <c:ser>
          <c:idx val="1"/>
          <c:order val="1"/>
          <c:tx>
            <c:v>Monte Carlo</c:v>
          </c:tx>
          <c:spPr>
            <a:solidFill xmlns:a="http://schemas.openxmlformats.org/drawingml/2006/main">
              <a:srgbClr val="16877B"/>
            </a:solidFill>
            <a:ln xmlns:a="http://schemas.openxmlformats.org/drawingml/2006/main" w="22860">
              <a:solidFill>
                <a:srgbClr val="16877B"/>
              </a:solidFill>
            </a:ln>
          </c:spPr>
          <c:cat>
            <c:strRef>
              <c:f>'Chart Data'!$C$2:$C$4</c:f>
              <c:strCache>
                <c:ptCount val="3"/>
                <c:pt idx="0">
                  <c:v>Coherent</c:v>
                </c:pt>
                <c:pt idx="1">
                  <c:v>Local squeezed</c:v>
                </c:pt>
                <c:pt idx="2">
                  <c:v>Distributed</c:v>
                </c:pt>
              </c:strCache>
            </c:strRef>
          </c:cat>
          <c:val>
            <c:numRef>
              <c:f>'Chart Data'!$D$2:$D$4</c:f>
              <c:numCache>
                <c:formatCode>0.##</c:formatCode>
                <c:ptCount val="3"/>
                <c:pt idx="0">
                  <c:v>0.24311</c:v>
                </c:pt>
                <c:pt idx="1">
                  <c:v>0.3316</c:v>
                </c:pt>
                <c:pt idx="2">
                  <c:v>0.47512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Detection probability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16-tap pilot</c:v>
          </c:tx>
          <c:spPr>
            <a:solidFill xmlns:a="http://schemas.openxmlformats.org/drawingml/2006/main">
              <a:srgbClr val="595959"/>
            </a:solidFill>
            <a:ln xmlns:a="http://schemas.openxmlformats.org/drawingml/2006/main" w="22860">
              <a:solidFill>
                <a:srgbClr val="595959"/>
              </a:solidFill>
            </a:ln>
          </c:spPr>
          <c:marker>
            <c:symbol val="none"/>
          </c:marker>
          <c:xVal>
            <c:numRef>
              <c:f>'Chart Data'!$A$2:$A$81</c:f>
              <c:numCache>
                <c:formatCode>General</c:formatCode>
                <c:ptCount val="80"/>
                <c:pt idx="0">
                  <c:v>-2</c:v>
                </c:pt>
                <c:pt idx="1">
                  <c:v>-1.962025316</c:v>
                </c:pt>
                <c:pt idx="2">
                  <c:v>-1.924050633</c:v>
                </c:pt>
                <c:pt idx="3">
                  <c:v>-1.886075949</c:v>
                </c:pt>
                <c:pt idx="4">
                  <c:v>-1.848101266</c:v>
                </c:pt>
                <c:pt idx="5">
                  <c:v>-1.810126582</c:v>
                </c:pt>
                <c:pt idx="6">
                  <c:v>-1.772151899</c:v>
                </c:pt>
                <c:pt idx="7">
                  <c:v>-1.734177215</c:v>
                </c:pt>
                <c:pt idx="8">
                  <c:v>-1.696202532</c:v>
                </c:pt>
                <c:pt idx="9">
                  <c:v>-1.658227848</c:v>
                </c:pt>
                <c:pt idx="10">
                  <c:v>-1.620253165</c:v>
                </c:pt>
                <c:pt idx="11">
                  <c:v>-1.582278481</c:v>
                </c:pt>
                <c:pt idx="12">
                  <c:v>-1.544303797</c:v>
                </c:pt>
                <c:pt idx="13">
                  <c:v>-1.506329114</c:v>
                </c:pt>
                <c:pt idx="14">
                  <c:v>-1.46835443</c:v>
                </c:pt>
                <c:pt idx="15">
                  <c:v>-1.430379747</c:v>
                </c:pt>
                <c:pt idx="16">
                  <c:v>-1.392405063</c:v>
                </c:pt>
                <c:pt idx="17">
                  <c:v>-1.35443038</c:v>
                </c:pt>
                <c:pt idx="18">
                  <c:v>-1.316455696</c:v>
                </c:pt>
                <c:pt idx="19">
                  <c:v>-1.278481013</c:v>
                </c:pt>
                <c:pt idx="20">
                  <c:v>-1.240506329</c:v>
                </c:pt>
                <c:pt idx="21">
                  <c:v>-1.202531646</c:v>
                </c:pt>
                <c:pt idx="22">
                  <c:v>-1.164556962</c:v>
                </c:pt>
                <c:pt idx="23">
                  <c:v>-1.126582278</c:v>
                </c:pt>
                <c:pt idx="24">
                  <c:v>-1.088607595</c:v>
                </c:pt>
                <c:pt idx="25">
                  <c:v>-1.050632911</c:v>
                </c:pt>
                <c:pt idx="26">
                  <c:v>-1.012658228</c:v>
                </c:pt>
                <c:pt idx="27">
                  <c:v>-0.9746835443</c:v>
                </c:pt>
                <c:pt idx="28">
                  <c:v>-0.9367088608</c:v>
                </c:pt>
                <c:pt idx="29">
                  <c:v>-0.8987341772</c:v>
                </c:pt>
                <c:pt idx="30">
                  <c:v>-0.8607594937</c:v>
                </c:pt>
                <c:pt idx="31">
                  <c:v>-0.8227848101</c:v>
                </c:pt>
                <c:pt idx="32">
                  <c:v>-0.7848101266</c:v>
                </c:pt>
                <c:pt idx="33">
                  <c:v>-0.746835443</c:v>
                </c:pt>
                <c:pt idx="34">
                  <c:v>-0.7088607595</c:v>
                </c:pt>
                <c:pt idx="35">
                  <c:v>-0.6708860759</c:v>
                </c:pt>
                <c:pt idx="36">
                  <c:v>-0.6329113924</c:v>
                </c:pt>
                <c:pt idx="37">
                  <c:v>-0.5949367089</c:v>
                </c:pt>
                <c:pt idx="38">
                  <c:v>-0.5569620253</c:v>
                </c:pt>
                <c:pt idx="39">
                  <c:v>-0.5189873418</c:v>
                </c:pt>
                <c:pt idx="40">
                  <c:v>-0.4810126582</c:v>
                </c:pt>
                <c:pt idx="41">
                  <c:v>-0.4430379747</c:v>
                </c:pt>
                <c:pt idx="42">
                  <c:v>-0.4050632911</c:v>
                </c:pt>
                <c:pt idx="43">
                  <c:v>-0.3670886076</c:v>
                </c:pt>
                <c:pt idx="44">
                  <c:v>-0.3291139241</c:v>
                </c:pt>
                <c:pt idx="45">
                  <c:v>-0.2911392405</c:v>
                </c:pt>
                <c:pt idx="46">
                  <c:v>-0.253164557</c:v>
                </c:pt>
                <c:pt idx="47">
                  <c:v>-0.2151898734</c:v>
                </c:pt>
                <c:pt idx="48">
                  <c:v>-0.1772151899</c:v>
                </c:pt>
                <c:pt idx="49">
                  <c:v>-0.1392405063</c:v>
                </c:pt>
                <c:pt idx="50">
                  <c:v>-0.1012658228</c:v>
                </c:pt>
                <c:pt idx="51">
                  <c:v>-0.06329113924</c:v>
                </c:pt>
                <c:pt idx="52">
                  <c:v>-0.0253164557</c:v>
                </c:pt>
                <c:pt idx="53">
                  <c:v>0.01265822785</c:v>
                </c:pt>
                <c:pt idx="54">
                  <c:v>0.05063291139</c:v>
                </c:pt>
                <c:pt idx="55">
                  <c:v>0.08860759494</c:v>
                </c:pt>
                <c:pt idx="56">
                  <c:v>0.1265822785</c:v>
                </c:pt>
                <c:pt idx="57">
                  <c:v>0.164556962</c:v>
                </c:pt>
                <c:pt idx="58">
                  <c:v>0.2025316456</c:v>
                </c:pt>
                <c:pt idx="59">
                  <c:v>0.2405063291</c:v>
                </c:pt>
                <c:pt idx="60">
                  <c:v>0.2784810127</c:v>
                </c:pt>
                <c:pt idx="61">
                  <c:v>0.3164556962</c:v>
                </c:pt>
                <c:pt idx="62">
                  <c:v>0.3544303797</c:v>
                </c:pt>
                <c:pt idx="63">
                  <c:v>0.3924050633</c:v>
                </c:pt>
                <c:pt idx="64">
                  <c:v>0.4303797468</c:v>
                </c:pt>
                <c:pt idx="65">
                  <c:v>0.4683544304</c:v>
                </c:pt>
                <c:pt idx="66">
                  <c:v>0.5063291139</c:v>
                </c:pt>
                <c:pt idx="67">
                  <c:v>0.5443037975</c:v>
                </c:pt>
                <c:pt idx="68">
                  <c:v>0.582278481</c:v>
                </c:pt>
                <c:pt idx="69">
                  <c:v>0.6202531646</c:v>
                </c:pt>
                <c:pt idx="70">
                  <c:v>0.6582278481</c:v>
                </c:pt>
                <c:pt idx="71">
                  <c:v>0.6962025316</c:v>
                </c:pt>
                <c:pt idx="72">
                  <c:v>0.7341772152</c:v>
                </c:pt>
                <c:pt idx="73">
                  <c:v>0.7721518987</c:v>
                </c:pt>
                <c:pt idx="74">
                  <c:v>0.8101265823</c:v>
                </c:pt>
                <c:pt idx="75">
                  <c:v>0.8481012658</c:v>
                </c:pt>
                <c:pt idx="76">
                  <c:v>0.8860759494</c:v>
                </c:pt>
                <c:pt idx="77">
                  <c:v>0.9240506329</c:v>
                </c:pt>
                <c:pt idx="78">
                  <c:v>0.9620253165</c:v>
                </c:pt>
                <c:pt idx="79">
                  <c:v>1</c:v>
                </c:pt>
              </c:numCache>
            </c:numRef>
          </c:xVal>
          <c:yVal>
            <c:numRef>
              <c:f>'Chart Data'!$B$2:$B$81</c:f>
              <c:numCache>
                <c:formatCode>0.##</c:formatCode>
                <c:ptCount val="80"/>
                <c:pt idx="0">
                  <c:v>1.641710675</c:v>
                </c:pt>
                <c:pt idx="1">
                  <c:v>1.638303055</c:v>
                </c:pt>
                <c:pt idx="2">
                  <c:v>1.634293341</c:v>
                </c:pt>
                <c:pt idx="3">
                  <c:v>1.629585609</c:v>
                </c:pt>
                <c:pt idx="4">
                  <c:v>1.62407271</c:v>
                </c:pt>
                <c:pt idx="5">
                  <c:v>1.617636541</c:v>
                </c:pt>
                <c:pt idx="6">
                  <c:v>1.610149049</c:v>
                </c:pt>
                <c:pt idx="7">
                  <c:v>1.601474237</c:v>
                </c:pt>
                <c:pt idx="8">
                  <c:v>1.59147144</c:v>
                </c:pt>
                <c:pt idx="9">
                  <c:v>1.580000136</c:v>
                </c:pt>
                <c:pt idx="10">
                  <c:v>1.566926501</c:v>
                </c:pt>
                <c:pt idx="11">
                  <c:v>1.552131777</c:v>
                </c:pt>
                <c:pt idx="12">
                  <c:v>1.535522303</c:v>
                </c:pt>
                <c:pt idx="13">
                  <c:v>1.517040751</c:v>
                </c:pt>
                <c:pt idx="14">
                  <c:v>1.496677742</c:v>
                </c:pt>
                <c:pt idx="15">
                  <c:v>1.474482617</c:v>
                </c:pt>
                <c:pt idx="16">
                  <c:v>1.450571855</c:v>
                </c:pt>
                <c:pt idx="17">
                  <c:v>1.425133522</c:v>
                </c:pt>
                <c:pt idx="18">
                  <c:v>1.398426325</c:v>
                </c:pt>
                <c:pt idx="19">
                  <c:v>1.370772399</c:v>
                </c:pt>
                <c:pt idx="20">
                  <c:v>1.3425438</c:v>
                </c:pt>
                <c:pt idx="21">
                  <c:v>1.314143691</c:v>
                </c:pt>
                <c:pt idx="22">
                  <c:v>1.285984095</c:v>
                </c:pt>
                <c:pt idx="23">
                  <c:v>1.258462769</c:v>
                </c:pt>
                <c:pt idx="24">
                  <c:v>1.23194182</c:v>
                </c:pt>
                <c:pt idx="25">
                  <c:v>1.206730386</c:v>
                </c:pt>
                <c:pt idx="26">
                  <c:v>1.183072901</c:v>
                </c:pt>
                <c:pt idx="27">
                  <c:v>1.16114357</c:v>
                </c:pt>
                <c:pt idx="28">
                  <c:v>1.141046716</c:v>
                </c:pt>
                <c:pt idx="29">
                  <c:v>1.122822008</c:v>
                </c:pt>
                <c:pt idx="30">
                  <c:v>1.106453139</c:v>
                </c:pt>
                <c:pt idx="31">
                  <c:v>1.091878463</c:v>
                </c:pt>
                <c:pt idx="32">
                  <c:v>1.079002211</c:v>
                </c:pt>
                <c:pt idx="33">
                  <c:v>1.067705226</c:v>
                </c:pt>
                <c:pt idx="34">
                  <c:v>1.057854484</c:v>
                </c:pt>
                <c:pt idx="35">
                  <c:v>1.049311019</c:v>
                </c:pt>
                <c:pt idx="36">
                  <c:v>1.04193613</c:v>
                </c:pt>
                <c:pt idx="37">
                  <c:v>1.035595935</c:v>
                </c:pt>
                <c:pt idx="38">
                  <c:v>1.030164478</c:v>
                </c:pt>
                <c:pt idx="39">
                  <c:v>1.02552563</c:v>
                </c:pt>
                <c:pt idx="40">
                  <c:v>1.021574036</c:v>
                </c:pt>
                <c:pt idx="41">
                  <c:v>1.018215372</c:v>
                </c:pt>
                <c:pt idx="42">
                  <c:v>1.015366087</c:v>
                </c:pt>
                <c:pt idx="43">
                  <c:v>1.012952831</c:v>
                </c:pt>
                <c:pt idx="44">
                  <c:v>1.010911681</c:v>
                </c:pt>
                <c:pt idx="45">
                  <c:v>1.009187267</c:v>
                </c:pt>
                <c:pt idx="46">
                  <c:v>1.007731872</c:v>
                </c:pt>
                <c:pt idx="47">
                  <c:v>1.006504549</c:v>
                </c:pt>
                <c:pt idx="48">
                  <c:v>1.005470284</c:v>
                </c:pt>
                <c:pt idx="49">
                  <c:v>1.004599225</c:v>
                </c:pt>
                <c:pt idx="50">
                  <c:v>1.003865985</c:v>
                </c:pt>
                <c:pt idx="51">
                  <c:v>1.003249017</c:v>
                </c:pt>
                <c:pt idx="52">
                  <c:v>1.002730068</c:v>
                </c:pt>
                <c:pt idx="53">
                  <c:v>1.002293695</c:v>
                </c:pt>
                <c:pt idx="54">
                  <c:v>1.001926851</c:v>
                </c:pt>
                <c:pt idx="55">
                  <c:v>1.001618523</c:v>
                </c:pt>
                <c:pt idx="56">
                  <c:v>1.001359422</c:v>
                </c:pt>
                <c:pt idx="57">
                  <c:v>1.001141721</c:v>
                </c:pt>
                <c:pt idx="58">
                  <c:v>1.000958829</c:v>
                </c:pt>
                <c:pt idx="59">
                  <c:v>1.000805195</c:v>
                </c:pt>
                <c:pt idx="60">
                  <c:v>1.000676151</c:v>
                </c:pt>
                <c:pt idx="61">
                  <c:v>1.000567769</c:v>
                </c:pt>
                <c:pt idx="62">
                  <c:v>1.000476746</c:v>
                </c:pt>
                <c:pt idx="63">
                  <c:v>1.000400306</c:v>
                </c:pt>
                <c:pt idx="64">
                  <c:v>1.000336115</c:v>
                </c:pt>
                <c:pt idx="65">
                  <c:v>1.000282213</c:v>
                </c:pt>
                <c:pt idx="66">
                  <c:v>1.000236952</c:v>
                </c:pt>
                <c:pt idx="67">
                  <c:v>1.000198947</c:v>
                </c:pt>
                <c:pt idx="68">
                  <c:v>1.000167036</c:v>
                </c:pt>
                <c:pt idx="69">
                  <c:v>1.000140243</c:v>
                </c:pt>
                <c:pt idx="70">
                  <c:v>1.000117746</c:v>
                </c:pt>
                <c:pt idx="71">
                  <c:v>1.000098858</c:v>
                </c:pt>
                <c:pt idx="72">
                  <c:v>1.000082999</c:v>
                </c:pt>
                <c:pt idx="73">
                  <c:v>1.000069684</c:v>
                </c:pt>
                <c:pt idx="74">
                  <c:v>1.000058505</c:v>
                </c:pt>
                <c:pt idx="75">
                  <c:v>1.000049119</c:v>
                </c:pt>
                <c:pt idx="76">
                  <c:v>1.000041239</c:v>
                </c:pt>
                <c:pt idx="77">
                  <c:v>1.000034623</c:v>
                </c:pt>
                <c:pt idx="78">
                  <c:v>1.000029068</c:v>
                </c:pt>
                <c:pt idx="79">
                  <c:v>1.000024404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Classical / quantum total RMSE</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log₁₀ temperature residual (mK)</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Google Shape;86;p13">
            <a:extLst xmlns:a="http://schemas.openxmlformats.org/drawingml/2006/main">
              <a:ext uri="{FF2B5EF4-FFF2-40B4-BE49-F238E27FC236}">
                <a16:creationId xmlns:a16="http://schemas.microsoft.com/office/drawing/2014/main" id="{E6B9A08B-AA1A-4585-899D-9EA64C74C73D}"/>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400" b="1">
                <a:solidFill>
                  <a:schemeClr val="dk1"/>
                </a:solidFill>
              </a:rPr>
              <a:t/>
            </a:r>
            <a:endParaRPr sz="3600" b="1">
              <a:solidFill>
                <a:schemeClr val="dk1"/>
              </a:solidFill>
            </a:endParaRPr>
          </a:p>
        </p:txBody>
      </p:sp>
      <p:sp>
        <p:nvSpPr>
          <p:cNvPr id="87" name="Google Shape;87;p13">
            <a:extLst xmlns:a="http://schemas.openxmlformats.org/drawingml/2006/main">
              <a:ext uri="{FF2B5EF4-FFF2-40B4-BE49-F238E27FC236}">
                <a16:creationId xmlns:a16="http://schemas.microsoft.com/office/drawing/2014/main" id="{CEF4E174-0695-4F29-AE5B-BFD939AD3B9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8" name="Google Shape;88;p13">
            <a:extLst xmlns:a="http://schemas.openxmlformats.org/drawingml/2006/main">
              <a:ext uri="{FF2B5EF4-FFF2-40B4-BE49-F238E27FC236}">
                <a16:creationId xmlns:a16="http://schemas.microsoft.com/office/drawing/2014/main" id="{9FCDA284-1FE3-4BFE-B925-9D6C7852A54D}"/>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9" name="Google Shape;89;p13">
            <a:extLst xmlns:a="http://schemas.openxmlformats.org/drawingml/2006/main">
              <a:ext uri="{FF2B5EF4-FFF2-40B4-BE49-F238E27FC236}">
                <a16:creationId xmlns:a16="http://schemas.microsoft.com/office/drawing/2014/main" id="{B08AAC84-889F-4099-A7D0-3A64009233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a:solidFill>
                  <a:srgbClr val="B7B7B7"/>
                </a:solidFill>
              </a:rPr>
              <a:t/>
            </a:r>
            <a:endParaRPr>
              <a:solidFill>
                <a:srgbClr val="B7B7B7"/>
              </a:solidFill>
            </a:endParaRPr>
          </a:p>
        </p:txBody>
      </p:sp>
      <p:sp>
        <p:nvSpPr>
          <p:cNvPr id="90" name="Google Shape;90;p13">
            <a:extLst xmlns:a="http://schemas.openxmlformats.org/drawingml/2006/main">
              <a:ext uri="{FF2B5EF4-FFF2-40B4-BE49-F238E27FC236}">
                <a16:creationId xmlns:a16="http://schemas.microsoft.com/office/drawing/2014/main" id="{C2E12838-DF91-4283-98F4-0DC19F9EB0CE}"/>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600" b="1">
                <a:solidFill>
                  <a:schemeClr val="dk1"/>
                </a:solidFill>
              </a:rPr>
              <a:t/>
            </a:r>
            <a:endParaRPr sz="3600" b="1">
              <a:solidFill>
                <a:schemeClr val="dk1"/>
              </a:solidFill>
            </a:endParaRPr>
          </a:p>
        </p:txBody>
      </p:sp>
      <p:sp>
        <p:nvSpPr>
          <p:cNvPr id="91" name="Small changes need trustworthy detection">
            <a:extLst xmlns:a="http://schemas.openxmlformats.org/drawingml/2006/main">
              <a:ext uri="{FF2B5EF4-FFF2-40B4-BE49-F238E27FC236}">
                <a16:creationId xmlns:a16="http://schemas.microsoft.com/office/drawing/2014/main" id="{0E07E3BF-227C-4014-8631-FB42F480F3F1}"/>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Small changes need trustworthy detection</a:t>
            </a:r>
          </a:p>
        </p:txBody>
      </p:sp>
      <p:sp>
        <p:nvSpPr>
          <p:cNvPr id="92" name="Water-quality monitoring for treatment and reuse operat">
            <a:extLst xmlns:a="http://schemas.openxmlformats.org/drawingml/2006/main">
              <a:ext uri="{FF2B5EF4-FFF2-40B4-BE49-F238E27FC236}">
                <a16:creationId xmlns:a16="http://schemas.microsoft.com/office/drawing/2014/main" id="{35C24F7F-773E-4468-87E8-0E9F05E1B236}"/>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Water-quality monitoring for treatment and reuse operators • SDG 6</a:t>
            </a:r>
          </a:p>
        </p:txBody>
      </p:sp>
      <p:sp>
        <p:nvSpPr>
          <p:cNvPr id="93" name="TEAM 7  •  IDEATION  •  SIMULATED RESULTS">
            <a:extLst xmlns:a="http://schemas.openxmlformats.org/drawingml/2006/main">
              <a:ext uri="{FF2B5EF4-FFF2-40B4-BE49-F238E27FC236}">
                <a16:creationId xmlns:a16="http://schemas.microsoft.com/office/drawing/2014/main" id="{CB7C4FD9-D05E-46A8-A9B4-BADE7BB0CD0B}"/>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94" name="1 / 5">
            <a:extLst xmlns:a="http://schemas.openxmlformats.org/drawingml/2006/main">
              <a:ext uri="{FF2B5EF4-FFF2-40B4-BE49-F238E27FC236}">
                <a16:creationId xmlns:a16="http://schemas.microsoft.com/office/drawing/2014/main" id="{370C676F-4319-443B-93A6-AE05CF0A56E7}"/>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1 / 5</a:t>
            </a:r>
          </a:p>
        </p:txBody>
      </p:sp>
      <p:sp>
        <p:nvSpPr>
          <p:cNvPr id="95" name="The decision gap">
            <a:extLst xmlns:a="http://schemas.openxmlformats.org/drawingml/2006/main">
              <a:ext uri="{FF2B5EF4-FFF2-40B4-BE49-F238E27FC236}">
                <a16:creationId xmlns:a16="http://schemas.microsoft.com/office/drawing/2014/main" id="{B8B154B5-A919-4161-BEF6-19B3FC30178C}"/>
              </a:ext>
            </a:extLst>
          </p:cNvPr>
          <p:cNvSpPr>
            <a:spLocks xmlns:a="http://schemas.openxmlformats.org/drawingml/2006/main" noGrp="1"/>
          </p:cNvSpPr>
          <p:nvPr/>
        </p:nvSpPr>
        <p:spPr>
          <a:xfrm xmlns:a="http://schemas.openxmlformats.org/drawingml/2006/main">
            <a:off x="523875" y="1638300"/>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7068C"/>
                </a:solidFill>
                <a:latin typeface="Arial"/>
                <a:ea typeface="Arial"/>
                <a:cs typeface="Arial"/>
              </a:defRPr>
            </a:pPr>
            <a:r>
              <a:rPr sz="1650" b="1">
                <a:solidFill>
                  <a:srgbClr val="57068C"/>
                </a:solidFill>
                <a:latin typeface="Arial"/>
                <a:ea typeface="Arial"/>
                <a:cs typeface="Arial"/>
              </a:rPr>
              <a:t>The decision gap</a:t>
            </a:r>
          </a:p>
        </p:txBody>
      </p:sp>
      <p:sp>
        <p:nvSpPr>
          <p:cNvPr id="96" name="Across multiple sampling taps, a small composition chan">
            <a:extLst xmlns:a="http://schemas.openxmlformats.org/drawingml/2006/main">
              <a:ext uri="{FF2B5EF4-FFF2-40B4-BE49-F238E27FC236}">
                <a16:creationId xmlns:a16="http://schemas.microsoft.com/office/drawing/2014/main" id="{F082DDD2-8F85-43AB-BB3F-A3AE8D2D03D0}"/>
              </a:ext>
            </a:extLst>
          </p:cNvPr>
          <p:cNvSpPr>
            <a:spLocks xmlns:a="http://schemas.openxmlformats.org/drawingml/2006/main" noGrp="1"/>
          </p:cNvSpPr>
          <p:nvPr/>
        </p:nvSpPr>
        <p:spPr>
          <a:xfrm xmlns:a="http://schemas.openxmlformats.org/drawingml/2006/main">
            <a:off x="523875" y="1981200"/>
            <a:ext cx="4429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Across multiple sampling taps, a small composition change can be hidden by measurement noise or temperature drift. Operators need to know when to investigate.</a:t>
            </a:r>
          </a:p>
        </p:txBody>
      </p:sp>
      <p:sp>
        <p:nvSpPr>
          <p:cNvPr id="97" name="Our target">
            <a:extLst xmlns:a="http://schemas.openxmlformats.org/drawingml/2006/main">
              <a:ext uri="{FF2B5EF4-FFF2-40B4-BE49-F238E27FC236}">
                <a16:creationId xmlns:a16="http://schemas.microsoft.com/office/drawing/2014/main" id="{D7C4625F-4CBD-4DB3-9FEF-768D9DFEC7BA}"/>
              </a:ext>
            </a:extLst>
          </p:cNvPr>
          <p:cNvSpPr>
            <a:spLocks xmlns:a="http://schemas.openxmlformats.org/drawingml/2006/main" noGrp="1"/>
          </p:cNvSpPr>
          <p:nvPr/>
        </p:nvSpPr>
        <p:spPr>
          <a:xfrm xmlns:a="http://schemas.openxmlformats.org/drawingml/2006/main">
            <a:off x="523875" y="3076575"/>
            <a:ext cx="442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Our target</a:t>
            </a:r>
          </a:p>
        </p:txBody>
      </p:sp>
      <p:sp>
        <p:nvSpPr>
          <p:cNvPr id="98" name="Track the mean dissolved-salt change continuously, then">
            <a:extLst xmlns:a="http://schemas.openxmlformats.org/drawingml/2006/main">
              <a:ext uri="{FF2B5EF4-FFF2-40B4-BE49-F238E27FC236}">
                <a16:creationId xmlns:a16="http://schemas.microsoft.com/office/drawing/2014/main" id="{BF73CF6A-17DB-48AC-8EE3-93A8DB60D2FB}"/>
              </a:ext>
            </a:extLst>
          </p:cNvPr>
          <p:cNvSpPr>
            <a:spLocks xmlns:a="http://schemas.openxmlformats.org/drawingml/2006/main" noGrp="1"/>
          </p:cNvSpPr>
          <p:nvPr/>
        </p:nvSpPr>
        <p:spPr>
          <a:xfrm xmlns:a="http://schemas.openxmlformats.org/drawingml/2006/main">
            <a:off x="523875" y="3390900"/>
            <a:ext cx="4429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Track the mean dissolved-salt change continuously, then trigger a chemically specific follow-up test.</a:t>
            </a:r>
          </a:p>
        </p:txBody>
      </p:sp>
      <p:sp>
        <p:nvSpPr>
          <p:cNvPr id="99" name="SDG 6.3: water quality and safer reuse.&#10;SDG 6.4: potent">
            <a:extLst xmlns:a="http://schemas.openxmlformats.org/drawingml/2006/main">
              <a:ext uri="{FF2B5EF4-FFF2-40B4-BE49-F238E27FC236}">
                <a16:creationId xmlns:a16="http://schemas.microsoft.com/office/drawing/2014/main" id="{107BFD18-E342-4786-BBFD-CBE0879752A2}"/>
              </a:ext>
            </a:extLst>
          </p:cNvPr>
          <p:cNvSpPr>
            <a:spLocks xmlns:a="http://schemas.openxmlformats.org/drawingml/2006/main" noGrp="1"/>
          </p:cNvSpPr>
          <p:nvPr/>
        </p:nvSpPr>
        <p:spPr>
          <a:xfrm xmlns:a="http://schemas.openxmlformats.org/drawingml/2006/main">
            <a:off x="523875" y="4152900"/>
            <a:ext cx="442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SDG 6.3: water quality and safer reuse.</a:t>
            </a:r>
          </a:p>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SDG 6.4: potential efficiency benefit; water saved remains unmeasured.</a:t>
            </a:r>
          </a:p>
        </p:txBody>
      </p:sp>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04d324b90dd64997"/>
          <a:srcRect xmlns:a="http://schemas.openxmlformats.org/drawingml/2006/main" l="0" t="5003" r="0" b="5003"/>
          <a:stretch xmlns:a="http://schemas.openxmlformats.org/drawingml/2006/main">
            <a:fillRect l="0" t="0" r="0" b="0"/>
          </a:stretch>
        </p:blipFill>
        <p:spPr>
          <a:xfrm xmlns:a="http://schemas.openxmlformats.org/drawingml/2006/main">
            <a:off x="5314950" y="1590675"/>
            <a:ext cx="3276600" cy="1323975"/>
          </a:xfrm>
          <a:prstGeom xmlns:a="http://schemas.openxmlformats.org/drawingml/2006/main" prst="rect">
            <a:avLst/>
          </a:prstGeom>
        </p:spPr>
      </p:pic>
      <p:sp>
        <p:nvSpPr>
          <p:cNvPr id="101" name="Treatment context: Blue Plains, Washington, DC">
            <a:extLst xmlns:a="http://schemas.openxmlformats.org/drawingml/2006/main">
              <a:ext uri="{FF2B5EF4-FFF2-40B4-BE49-F238E27FC236}">
                <a16:creationId xmlns:a16="http://schemas.microsoft.com/office/drawing/2014/main" id="{BFA2E6FF-47D0-4E4C-ADED-DA97D647137D}"/>
              </a:ext>
            </a:extLst>
          </p:cNvPr>
          <p:cNvSpPr>
            <a:spLocks xmlns:a="http://schemas.openxmlformats.org/drawingml/2006/main" noGrp="1"/>
          </p:cNvSpPr>
          <p:nvPr/>
        </p:nvSpPr>
        <p:spPr>
          <a:xfrm xmlns:a="http://schemas.openxmlformats.org/drawingml/2006/main">
            <a:off x="5314950" y="2924175"/>
            <a:ext cx="3276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Treatment context: Blue Plains, Washington, DC</a:t>
            </a:r>
          </a:p>
        </p:txBody>
      </p:sp>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1924ece8f56542c8"/>
          <a:srcRect xmlns:a="http://schemas.openxmlformats.org/drawingml/2006/main" l="0" t="24806" r="0" b="24806"/>
          <a:stretch xmlns:a="http://schemas.openxmlformats.org/drawingml/2006/main">
            <a:fillRect l="0" t="0" r="0" b="0"/>
          </a:stretch>
        </p:blipFill>
        <p:spPr>
          <a:xfrm xmlns:a="http://schemas.openxmlformats.org/drawingml/2006/main">
            <a:off x="5314950" y="3276600"/>
            <a:ext cx="3276600" cy="1238250"/>
          </a:xfrm>
          <a:prstGeom xmlns:a="http://schemas.openxmlformats.org/drawingml/2006/main" prst="rect">
            <a:avLst/>
          </a:prstGeom>
        </p:spPr>
      </p:pic>
      <p:sp>
        <p:nvSpPr>
          <p:cNvPr id="103" name="USGS field sampling: real-world monitoring demands">
            <a:extLst xmlns:a="http://schemas.openxmlformats.org/drawingml/2006/main">
              <a:ext uri="{FF2B5EF4-FFF2-40B4-BE49-F238E27FC236}">
                <a16:creationId xmlns:a16="http://schemas.microsoft.com/office/drawing/2014/main" id="{455FC6CB-03BB-4214-B49D-C4EDF2A2D378}"/>
              </a:ext>
            </a:extLst>
          </p:cNvPr>
          <p:cNvSpPr>
            <a:spLocks xmlns:a="http://schemas.openxmlformats.org/drawingml/2006/main" noGrp="1"/>
          </p:cNvSpPr>
          <p:nvPr/>
        </p:nvSpPr>
        <p:spPr>
          <a:xfrm xmlns:a="http://schemas.openxmlformats.org/drawingml/2006/main">
            <a:off x="5314950" y="4524375"/>
            <a:ext cx="327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USGS field sampling: real-world monitoring demands</a:t>
            </a:r>
          </a:p>
        </p:txBody>
      </p:sp>
      <p:sp>
        <p:nvSpPr>
          <p:cNvPr id="104" name="Photos: Duane Lempke / CC0; Barbara Mahler / USGS, publ">
            <a:extLst xmlns:a="http://schemas.openxmlformats.org/drawingml/2006/main">
              <a:ext uri="{FF2B5EF4-FFF2-40B4-BE49-F238E27FC236}">
                <a16:creationId xmlns:a16="http://schemas.microsoft.com/office/drawing/2014/main" id="{52271253-09E7-4041-B9A8-84789931C48D}"/>
              </a:ext>
            </a:extLst>
          </p:cNvPr>
          <p:cNvSpPr>
            <a:spLocks xmlns:a="http://schemas.openxmlformats.org/drawingml/2006/main" noGrp="1"/>
          </p:cNvSpPr>
          <p:nvPr/>
        </p:nvSpPr>
        <p:spPr>
          <a:xfrm xmlns:a="http://schemas.openxmlformats.org/drawingml/2006/main">
            <a:off x="5314950" y="4714875"/>
            <a:ext cx="32766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555555"/>
                </a:solidFill>
                <a:latin typeface="Arial"/>
                <a:ea typeface="Arial"/>
                <a:cs typeface="Arial"/>
              </a:defRPr>
            </a:pPr>
            <a:r>
              <a:rPr sz="675" b="0">
                <a:solidFill>
                  <a:srgbClr val="555555"/>
                </a:solidFill>
                <a:latin typeface="Arial"/>
                <a:ea typeface="Arial"/>
                <a:cs typeface="Arial"/>
              </a:rPr>
              <a:t>Photos: Duane Lempke / CC0; Barbara Mahler / USGS, public domain</a:t>
            </a:r>
          </a:p>
        </p:txBody>
      </p:sp>
    </p:spTree>
    <p:extLst>
      <p:ext uri="{BB962C8B-B14F-4D97-AF65-F5344CB8AC3E}">
        <p14:creationId xmlns:p14="http://schemas.microsoft.com/office/powerpoint/2010/main" val="20973514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Google Shape;95;p14">
            <a:extLst xmlns:a="http://schemas.openxmlformats.org/drawingml/2006/main">
              <a:ext uri="{FF2B5EF4-FFF2-40B4-BE49-F238E27FC236}">
                <a16:creationId xmlns:a16="http://schemas.microsoft.com/office/drawing/2014/main" id="{8E352A6A-0F4C-41E6-BFD3-03C7AD88E7F7}"/>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lnSpc>
                <a:spcPct val="115000"/>
              </a:lnSpc>
              <a:spcBef>
                <a:spcPts val="0"/>
              </a:spcBef>
              <a:spcAft>
                <a:spcPts val="0"/>
              </a:spcAft>
              <a:buClr>
                <a:schemeClr val="dk1"/>
              </a:buClr>
              <a:buSzPts val="1800"/>
              <a:buFont typeface="Arial"/>
              <a:buNone/>
            </a:pPr>
            <a:r>
              <a:rPr sz="3600" b="1">
                <a:solidFill>
                  <a:schemeClr val="dk1"/>
                </a:solidFill>
              </a:rPr>
              <a:t/>
            </a:r>
            <a:endParaRPr sz="3600" b="1"/>
          </a:p>
        </p:txBody>
      </p:sp>
      <p:sp>
        <p:nvSpPr>
          <p:cNvPr id="96" name="Google Shape;96;p14">
            <a:extLst xmlns:a="http://schemas.openxmlformats.org/drawingml/2006/main">
              <a:ext uri="{FF2B5EF4-FFF2-40B4-BE49-F238E27FC236}">
                <a16:creationId xmlns:a16="http://schemas.microsoft.com/office/drawing/2014/main" id="{E9F587D9-8471-4EAA-A471-241686C718CF}"/>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chemeClr val="dk1"/>
              </a:buClr>
              <a:buFont typeface="Arial"/>
              <a:buNone/>
            </a:pPr>
            <a:r>
              <a:rPr sz="3600" b="1">
                <a:solidFill>
                  <a:schemeClr val="dk1"/>
                </a:solidFill>
              </a:rPr>
              <a:t/>
            </a:r>
            <a:endParaRPr sz="3600" b="1">
              <a:solidFill>
                <a:schemeClr val="dk1"/>
              </a:solidFill>
            </a:endParaRPr>
          </a:p>
        </p:txBody>
      </p:sp>
      <p:sp>
        <p:nvSpPr>
          <p:cNvPr id="97" name="Google Shape;97;p14">
            <a:extLst xmlns:a="http://schemas.openxmlformats.org/drawingml/2006/main">
              <a:ext uri="{FF2B5EF4-FFF2-40B4-BE49-F238E27FC236}">
                <a16:creationId xmlns:a16="http://schemas.microsoft.com/office/drawing/2014/main" id="{B1FE03CB-3674-403C-A2FB-7599495EEFDB}"/>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1600" b="1"/>
              <a:t/>
            </a:r>
            <a:endParaRPr sz="1600" b="1"/>
          </a:p>
        </p:txBody>
      </p:sp>
      <p:sp>
        <p:nvSpPr>
          <p:cNvPr id="98" name="Google Shape;98;p14">
            <a:extLst xmlns:a="http://schemas.openxmlformats.org/drawingml/2006/main">
              <a:ext uri="{FF2B5EF4-FFF2-40B4-BE49-F238E27FC236}">
                <a16:creationId xmlns:a16="http://schemas.microsoft.com/office/drawing/2014/main" id="{A1287BCB-99FD-4232-AC65-7E72AC8687C8}"/>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i="0" u="none" cap="none">
                <a:solidFill>
                  <a:srgbClr val="000000"/>
                </a:solidFill>
                <a:latin typeface="Arial"/>
                <a:ea typeface="Arial"/>
                <a:cs typeface="Arial"/>
              </a:rPr>
              <a:t/>
            </a:r>
            <a:endParaRPr sz="3600" b="1"/>
          </a:p>
        </p:txBody>
      </p:sp>
      <p:sp>
        <p:nvSpPr>
          <p:cNvPr id="99" name="Proposed sensor and continuous readout">
            <a:extLst xmlns:a="http://schemas.openxmlformats.org/drawingml/2006/main">
              <a:ext uri="{FF2B5EF4-FFF2-40B4-BE49-F238E27FC236}">
                <a16:creationId xmlns:a16="http://schemas.microsoft.com/office/drawing/2014/main" id="{EC497F1E-CA19-41B9-B639-283463CFFDE6}"/>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Proposed sensor and continuous readout</a:t>
            </a:r>
          </a:p>
        </p:txBody>
      </p:sp>
      <p:sp>
        <p:nvSpPr>
          <p:cNvPr id="100" name="1550 nm light → water-induced phase shift → homodyne → ">
            <a:extLst xmlns:a="http://schemas.openxmlformats.org/drawingml/2006/main">
              <a:ext uri="{FF2B5EF4-FFF2-40B4-BE49-F238E27FC236}">
                <a16:creationId xmlns:a16="http://schemas.microsoft.com/office/drawing/2014/main" id="{F249D1C8-EC1D-43D0-A02E-56B9CF561546}"/>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1550 nm light → water-induced phase shift → homodyne → mean estimate</a:t>
            </a:r>
          </a:p>
        </p:txBody>
      </p:sp>
      <p:sp>
        <p:nvSpPr>
          <p:cNvPr id="101" name="TEAM 7  •  IDEATION  •  SIMULATED RESULTS">
            <a:extLst xmlns:a="http://schemas.openxmlformats.org/drawingml/2006/main">
              <a:ext uri="{FF2B5EF4-FFF2-40B4-BE49-F238E27FC236}">
                <a16:creationId xmlns:a16="http://schemas.microsoft.com/office/drawing/2014/main" id="{E8F6A83E-EDEA-4B9A-981B-9F50A28C8334}"/>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02" name="2 / 5">
            <a:extLst xmlns:a="http://schemas.openxmlformats.org/drawingml/2006/main">
              <a:ext uri="{FF2B5EF4-FFF2-40B4-BE49-F238E27FC236}">
                <a16:creationId xmlns:a16="http://schemas.microsoft.com/office/drawing/2014/main" id="{A5067AF8-B580-4BC1-B77F-2FD3E1A5435A}"/>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2 / 5</a:t>
            </a:r>
          </a:p>
        </p:txBody>
      </p:sp>
      <p:sp>
        <p:nvSpPr>
          <p:cNvPr id="103" name="A calibrated optical proxy">
            <a:extLst xmlns:a="http://schemas.openxmlformats.org/drawingml/2006/main">
              <a:ext uri="{FF2B5EF4-FFF2-40B4-BE49-F238E27FC236}">
                <a16:creationId xmlns:a16="http://schemas.microsoft.com/office/drawing/2014/main" id="{8790CBB1-F236-4746-9916-562D57799E79}"/>
              </a:ext>
            </a:extLst>
          </p:cNvPr>
          <p:cNvSpPr>
            <a:spLocks xmlns:a="http://schemas.openxmlformats.org/drawingml/2006/main" noGrp="1"/>
          </p:cNvSpPr>
          <p:nvPr/>
        </p:nvSpPr>
        <p:spPr>
          <a:xfrm xmlns:a="http://schemas.openxmlformats.org/drawingml/2006/main">
            <a:off x="523875" y="1619250"/>
            <a:ext cx="2847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A calibrated optical proxy</a:t>
            </a:r>
          </a:p>
        </p:txBody>
      </p:sp>
      <p:sp>
        <p:nvSpPr>
          <p:cNvPr id="104" name="NaCl index slope: 1.62 × 10⁻⁷ RIU per mg/kg. A proposed">
            <a:extLst xmlns:a="http://schemas.openxmlformats.org/drawingml/2006/main">
              <a:ext uri="{FF2B5EF4-FFF2-40B4-BE49-F238E27FC236}">
                <a16:creationId xmlns:a16="http://schemas.microsoft.com/office/drawing/2014/main" id="{6B89D6DB-8E18-466A-A42D-FE2A5B1A31AF}"/>
              </a:ext>
            </a:extLst>
          </p:cNvPr>
          <p:cNvSpPr>
            <a:spLocks xmlns:a="http://schemas.openxmlformats.org/drawingml/2006/main" noGrp="1"/>
          </p:cNvSpPr>
          <p:nvPr/>
        </p:nvSpPr>
        <p:spPr>
          <a:xfrm xmlns:a="http://schemas.openxmlformats.org/drawingml/2006/main">
            <a:off x="523875" y="1981200"/>
            <a:ext cx="2800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NaCl index slope: 1.62 × 10⁻⁷ RIU per mg/kg. A proposed 10 µm interaction converts salt changes into phase.</a:t>
            </a:r>
          </a:p>
        </p:txBody>
      </p:sp>
      <p:sp>
        <p:nvSpPr>
          <p:cNvPr id="105" name="Why shared squeezing?">
            <a:extLst xmlns:a="http://schemas.openxmlformats.org/drawingml/2006/main">
              <a:ext uri="{FF2B5EF4-FFF2-40B4-BE49-F238E27FC236}">
                <a16:creationId xmlns:a16="http://schemas.microsoft.com/office/drawing/2014/main" id="{85662619-6530-4863-B57B-C1AC72FAC008}"/>
              </a:ext>
            </a:extLst>
          </p:cNvPr>
          <p:cNvSpPr>
            <a:spLocks xmlns:a="http://schemas.openxmlformats.org/drawingml/2006/main" noGrp="1"/>
          </p:cNvSpPr>
          <p:nvPr/>
        </p:nvSpPr>
        <p:spPr>
          <a:xfrm xmlns:a="http://schemas.openxmlformats.org/drawingml/2006/main">
            <a:off x="523875" y="2933700"/>
            <a:ext cx="2847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Why shared squeezing?</a:t>
            </a:r>
          </a:p>
        </p:txBody>
      </p:sp>
      <p:sp>
        <p:nvSpPr>
          <p:cNvPr id="106" name="Distribute one squeezed mode across taps. Negative read">
            <a:extLst xmlns:a="http://schemas.openxmlformats.org/drawingml/2006/main">
              <a:ext uri="{FF2B5EF4-FFF2-40B4-BE49-F238E27FC236}">
                <a16:creationId xmlns:a16="http://schemas.microsoft.com/office/drawing/2014/main" id="{5A05374E-6148-42F7-A5EE-8F3DDC6A5530}"/>
              </a:ext>
            </a:extLst>
          </p:cNvPr>
          <p:cNvSpPr>
            <a:spLocks xmlns:a="http://schemas.openxmlformats.org/drawingml/2006/main" noGrp="1"/>
          </p:cNvSpPr>
          <p:nvPr/>
        </p:nvSpPr>
        <p:spPr>
          <a:xfrm xmlns:a="http://schemas.openxmlformats.org/drawingml/2006/main">
            <a:off x="523875" y="32861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Distribute one squeezed mode across taps. Negative readout correlations reduce noise in q̂ = Σ yᵢ / M.</a:t>
            </a:r>
          </a:p>
        </p:txBody>
      </p:sp>
      <p:sp>
        <p:nvSpPr>
          <p:cNvPr id="107" name="Synthetic event at 16 different taps">
            <a:extLst xmlns:a="http://schemas.openxmlformats.org/drawingml/2006/main">
              <a:ext uri="{FF2B5EF4-FFF2-40B4-BE49-F238E27FC236}">
                <a16:creationId xmlns:a16="http://schemas.microsoft.com/office/drawing/2014/main" id="{16F848ED-4D3E-424A-B99A-5C23B71E8AA2}"/>
              </a:ext>
            </a:extLst>
          </p:cNvPr>
          <p:cNvSpPr>
            <a:spLocks xmlns:a="http://schemas.openxmlformats.org/drawingml/2006/main" noGrp="1"/>
          </p:cNvSpPr>
          <p:nvPr/>
        </p:nvSpPr>
        <p:spPr>
          <a:xfrm xmlns:a="http://schemas.openxmlformats.org/drawingml/2006/main">
            <a:off x="3609975" y="1619250"/>
            <a:ext cx="49815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Synthetic event at 16 different taps</a:t>
            </a:r>
          </a:p>
        </p:txBody>
      </p:sp>
      <p:graphicFrame>
        <p:nvGraphicFramePr>
          <p:cNvPr id="124" name="Chart"/>
          <p:cNvGraphicFramePr/>
          <p:nvPr/>
        </p:nvGraphicFramePr>
        <p:xfrm>
          <a:off xmlns:a="http://schemas.openxmlformats.org/drawingml/2006/main" x="3562350" y="1952625"/>
          <a:ext xmlns:a="http://schemas.openxmlformats.org/drawingml/2006/main" cx="5076825" cy="2143125"/>
        </p:xfrm>
        <a:graphic xmlns:a="http://schemas.openxmlformats.org/drawingml/2006/main">
          <a:graphicData uri="http://schemas.openxmlformats.org/drawingml/2006/chart">
            <c:chart xmlns:r="http://schemas.openxmlformats.org/officeDocument/2006/relationships" xmlns:c="http://schemas.openxmlformats.org/drawingml/2006/chart" r:id="R81d51cc4fc914acf"/>
          </a:graphicData>
        </a:graphic>
      </p:graphicFrame>
      <p:sp>
        <p:nvSpPr>
          <p:cNvPr id="109" name="Arrivals: 90–135 s; response lag: 10 s. Both strategies">
            <a:extLst xmlns:a="http://schemas.openxmlformats.org/drawingml/2006/main">
              <a:ext uri="{FF2B5EF4-FFF2-40B4-BE49-F238E27FC236}">
                <a16:creationId xmlns:a16="http://schemas.microsoft.com/office/drawing/2014/main" id="{4F227BB0-6EF7-447A-A828-DEA5475FBDFA}"/>
              </a:ext>
            </a:extLst>
          </p:cNvPr>
          <p:cNvSpPr>
            <a:spLocks xmlns:a="http://schemas.openxmlformats.org/drawingml/2006/main" noGrp="1"/>
          </p:cNvSpPr>
          <p:nvPr/>
        </p:nvSpPr>
        <p:spPr>
          <a:xfrm xmlns:a="http://schemas.openxmlformats.org/drawingml/2006/main">
            <a:off x="3619500" y="41719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Arrivals: 90–135 s; response lag: 10 s. Both strategies share the same drift. Squeezing reduces noise, not lag.</a:t>
            </a:r>
          </a:p>
        </p:txBody>
      </p:sp>
      <p:sp>
        <p:nvSpPr>
          <p:cNvPr id="110" name="Classical Python simulator • Proposed quantum sensing h">
            <a:extLst xmlns:a="http://schemas.openxmlformats.org/drawingml/2006/main">
              <a:ext uri="{FF2B5EF4-FFF2-40B4-BE49-F238E27FC236}">
                <a16:creationId xmlns:a16="http://schemas.microsoft.com/office/drawing/2014/main" id="{AD852E32-792D-4A7C-A87F-9DEADD816342}"/>
              </a:ext>
            </a:extLst>
          </p:cNvPr>
          <p:cNvSpPr>
            <a:spLocks xmlns:a="http://schemas.openxmlformats.org/drawingml/2006/main" noGrp="1"/>
          </p:cNvSpPr>
          <p:nvPr/>
        </p:nvSpPr>
        <p:spPr>
          <a:xfrm xmlns:a="http://schemas.openxmlformats.org/drawingml/2006/main">
            <a:off x="523875" y="46672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Classical Python simulator • Proposed quantum sensing hardware • No pollutant-specific identification</a:t>
            </a:r>
          </a:p>
        </p:txBody>
      </p:sp>
    </p:spTree>
    <p:extLst>
      <p:ext uri="{BB962C8B-B14F-4D97-AF65-F5344CB8AC3E}">
        <p14:creationId xmlns:p14="http://schemas.microsoft.com/office/powerpoint/2010/main" val="10967000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Google Shape;103;p15">
            <a:extLst xmlns:a="http://schemas.openxmlformats.org/drawingml/2006/main">
              <a:ext uri="{FF2B5EF4-FFF2-40B4-BE49-F238E27FC236}">
                <a16:creationId xmlns:a16="http://schemas.microsoft.com/office/drawing/2014/main" id="{EA1BEB19-4063-416A-9C1D-E8D970EB5B1A}"/>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200" b="1"/>
          </a:p>
        </p:txBody>
      </p:sp>
      <p:sp>
        <p:nvSpPr>
          <p:cNvPr id="104" name="Google Shape;104;p15">
            <a:extLst xmlns:a="http://schemas.openxmlformats.org/drawingml/2006/main">
              <a:ext uri="{FF2B5EF4-FFF2-40B4-BE49-F238E27FC236}">
                <a16:creationId xmlns:a16="http://schemas.microsoft.com/office/drawing/2014/main" id="{EAE4458A-23BC-4EBC-B154-E58444D4EF16}"/>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a:solidFill>
                <a:srgbClr val="B7B7B7"/>
              </a:solidFill>
            </a:endParaRPr>
          </a:p>
        </p:txBody>
      </p:sp>
      <p:sp>
        <p:nvSpPr>
          <p:cNvPr id="105" name="Google Shape;105;p15">
            <a:extLst xmlns:a="http://schemas.openxmlformats.org/drawingml/2006/main">
              <a:ext uri="{FF2B5EF4-FFF2-40B4-BE49-F238E27FC236}">
                <a16:creationId xmlns:a16="http://schemas.microsoft.com/office/drawing/2014/main" id="{6CAF132C-A9C3-4EBE-B857-9695DF4DB93B}"/>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i="0" u="none" cap="none">
              <a:solidFill>
                <a:srgbClr val="B7B7B7"/>
              </a:solidFill>
            </a:endParaRPr>
          </a:p>
        </p:txBody>
      </p:sp>
      <p:sp>
        <p:nvSpPr>
          <p:cNvPr id="106" name="Scaling: the ideal gain meets real losses">
            <a:extLst xmlns:a="http://schemas.openxmlformats.org/drawingml/2006/main">
              <a:ext uri="{FF2B5EF4-FFF2-40B4-BE49-F238E27FC236}">
                <a16:creationId xmlns:a16="http://schemas.microsoft.com/office/drawing/2014/main" id="{403DF889-BFBD-4AEA-A1F0-84B78697157E}"/>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Scaling: the ideal gain meets real losses</a:t>
            </a:r>
          </a:p>
        </p:txBody>
      </p:sp>
      <p:sp>
        <p:nvSpPr>
          <p:cNvPr id="107" name="Coherent vs independent squeezing vs distributed squeez">
            <a:extLst xmlns:a="http://schemas.openxmlformats.org/drawingml/2006/main">
              <a:ext uri="{FF2B5EF4-FFF2-40B4-BE49-F238E27FC236}">
                <a16:creationId xmlns:a16="http://schemas.microsoft.com/office/drawing/2014/main" id="{0463042D-106C-4E35-A409-D337DCC557A1}"/>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Coherent vs independent squeezing vs distributed squeezing • Same launched probe photons</a:t>
            </a:r>
          </a:p>
        </p:txBody>
      </p:sp>
      <p:sp>
        <p:nvSpPr>
          <p:cNvPr id="108" name="TEAM 7  •  IDEATION  •  SIMULATED RESULTS">
            <a:extLst xmlns:a="http://schemas.openxmlformats.org/drawingml/2006/main">
              <a:ext uri="{FF2B5EF4-FFF2-40B4-BE49-F238E27FC236}">
                <a16:creationId xmlns:a16="http://schemas.microsoft.com/office/drawing/2014/main" id="{1F66E799-96C3-4657-84C5-955022B2C3C4}"/>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09" name="3 / 5">
            <a:extLst xmlns:a="http://schemas.openxmlformats.org/drawingml/2006/main">
              <a:ext uri="{FF2B5EF4-FFF2-40B4-BE49-F238E27FC236}">
                <a16:creationId xmlns:a16="http://schemas.microsoft.com/office/drawing/2014/main" id="{019A6E80-FD53-4AE1-8F44-A99EE00C082B}"/>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3 / 5</a:t>
            </a:r>
          </a:p>
        </p:txBody>
      </p:sp>
      <p:sp>
        <p:nvSpPr>
          <p:cNvPr id="110" name="Ideal reference: near inverse-node RMS">
            <a:extLst xmlns:a="http://schemas.openxmlformats.org/drawingml/2006/main">
              <a:ext uri="{FF2B5EF4-FFF2-40B4-BE49-F238E27FC236}">
                <a16:creationId xmlns:a16="http://schemas.microsoft.com/office/drawing/2014/main" id="{F5F1D308-B24C-4E55-95C2-93B89C4A3A69}"/>
              </a:ext>
            </a:extLst>
          </p:cNvPr>
          <p:cNvSpPr>
            <a:spLocks xmlns:a="http://schemas.openxmlformats.org/drawingml/2006/main" noGrp="1"/>
          </p:cNvSpPr>
          <p:nvPr/>
        </p:nvSpPr>
        <p:spPr>
          <a:xfrm xmlns:a="http://schemas.openxmlformats.org/drawingml/2006/main">
            <a:off x="523875" y="1647825"/>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Ideal reference: near inverse-node RMS</a:t>
            </a:r>
          </a:p>
        </p:txBody>
      </p:sp>
      <p:sp>
        <p:nvSpPr>
          <p:cNvPr id="111" name="Regional stress test: 64 distinct sites">
            <a:extLst xmlns:a="http://schemas.openxmlformats.org/drawingml/2006/main">
              <a:ext uri="{FF2B5EF4-FFF2-40B4-BE49-F238E27FC236}">
                <a16:creationId xmlns:a16="http://schemas.microsoft.com/office/drawing/2014/main" id="{3CBC352E-7295-4629-B4C2-F4EB0CE5345F}"/>
              </a:ext>
            </a:extLst>
          </p:cNvPr>
          <p:cNvSpPr>
            <a:spLocks xmlns:a="http://schemas.openxmlformats.org/drawingml/2006/main" noGrp="1"/>
          </p:cNvSpPr>
          <p:nvPr/>
        </p:nvSpPr>
        <p:spPr>
          <a:xfrm xmlns:a="http://schemas.openxmlformats.org/drawingml/2006/main">
            <a:off x="4686300" y="1647825"/>
            <a:ext cx="3933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Regional stress test: 64 distinct sites</a:t>
            </a:r>
          </a:p>
        </p:txBody>
      </p:sp>
      <p:graphicFrame>
        <p:nvGraphicFramePr>
          <p:cNvPr id="126" name="Chart"/>
          <p:cNvGraphicFramePr/>
          <p:nvPr/>
        </p:nvGraphicFramePr>
        <p:xfrm>
          <a:off xmlns:a="http://schemas.openxmlformats.org/drawingml/2006/main" x="457200" y="1981200"/>
          <a:ext xmlns:a="http://schemas.openxmlformats.org/drawingml/2006/main" cx="4067175" cy="2028825"/>
        </p:xfrm>
        <a:graphic xmlns:a="http://schemas.openxmlformats.org/drawingml/2006/main">
          <a:graphicData uri="http://schemas.openxmlformats.org/drawingml/2006/chart">
            <c:chart xmlns:r="http://schemas.openxmlformats.org/officeDocument/2006/relationships" xmlns:c="http://schemas.openxmlformats.org/drawingml/2006/chart" r:id="Rdb0e9f7ce6c4454c"/>
          </a:graphicData>
        </a:graphic>
      </p:graphicFrame>
      <p:graphicFrame>
        <p:nvGraphicFramePr>
          <p:cNvPr id="127" name="Chart"/>
          <p:cNvGraphicFramePr/>
          <p:nvPr/>
        </p:nvGraphicFramePr>
        <p:xfrm>
          <a:off xmlns:a="http://schemas.openxmlformats.org/drawingml/2006/main" x="4610100" y="1981200"/>
          <a:ext xmlns:a="http://schemas.openxmlformats.org/drawingml/2006/main" cx="4067175" cy="2028825"/>
        </p:xfrm>
        <a:graphic xmlns:a="http://schemas.openxmlformats.org/drawingml/2006/main">
          <a:graphicData uri="http://schemas.openxmlformats.org/drawingml/2006/chart">
            <c:chart xmlns:r="http://schemas.openxmlformats.org/officeDocument/2006/relationships" xmlns:c="http://schemas.openxmlformats.org/drawingml/2006/chart" r:id="Rc44fe3cc42314b07"/>
          </a:graphicData>
        </a:graphic>
      </p:graphicFrame>
      <p:sp>
        <p:nvSpPr>
          <p:cNvPr id="114" name="Slope −0.953 vs −0.500 over M = 33–64. Requires lossles">
            <a:extLst xmlns:a="http://schemas.openxmlformats.org/drawingml/2006/main">
              <a:ext uri="{FF2B5EF4-FFF2-40B4-BE49-F238E27FC236}">
                <a16:creationId xmlns:a16="http://schemas.microsoft.com/office/drawing/2014/main" id="{6A19D5C3-59B6-4D42-8C5C-D972EFA0EC04}"/>
              </a:ext>
            </a:extLst>
          </p:cNvPr>
          <p:cNvSpPr>
            <a:spLocks xmlns:a="http://schemas.openxmlformats.org/drawingml/2006/main" noGrp="1"/>
          </p:cNvSpPr>
          <p:nvPr/>
        </p:nvSpPr>
        <p:spPr>
          <a:xfrm xmlns:a="http://schemas.openxmlformats.org/drawingml/2006/main">
            <a:off x="523875" y="4095750"/>
            <a:ext cx="396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Slope −0.953 vs −0.500 over M = 33–64. Requires lossless links and total squeezed energy growing with M.</a:t>
            </a:r>
          </a:p>
        </p:txBody>
      </p:sp>
      <p:sp>
        <p:nvSpPr>
          <p:cNvPr id="115" name="Mean transmission 0.371; optimized classical 0.0729 → q">
            <a:extLst xmlns:a="http://schemas.openxmlformats.org/drawingml/2006/main">
              <a:ext uri="{FF2B5EF4-FFF2-40B4-BE49-F238E27FC236}">
                <a16:creationId xmlns:a16="http://schemas.microsoft.com/office/drawing/2014/main" id="{54163E34-1EE9-47DF-8AF5-DBAFF15E5038}"/>
              </a:ext>
            </a:extLst>
          </p:cNvPr>
          <p:cNvSpPr>
            <a:spLocks xmlns:a="http://schemas.openxmlformats.org/drawingml/2006/main" noGrp="1"/>
          </p:cNvSpPr>
          <p:nvPr/>
        </p:nvSpPr>
        <p:spPr>
          <a:xfrm xmlns:a="http://schemas.openxmlformats.org/drawingml/2006/main">
            <a:off x="4686300" y="4095750"/>
            <a:ext cx="3924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Mean transmission 0.371; optimized classical 0.0729 → quantum 0.0655 mg/kg: only 1.11× gain.</a:t>
            </a:r>
          </a:p>
        </p:txBody>
      </p:sp>
      <p:sp>
        <p:nvSpPr>
          <p:cNvPr id="116" name="Regional: assumed 1.3× geographic routes, 0.18 dB/km fi">
            <a:extLst xmlns:a="http://schemas.openxmlformats.org/drawingml/2006/main">
              <a:ext uri="{FF2B5EF4-FFF2-40B4-BE49-F238E27FC236}">
                <a16:creationId xmlns:a16="http://schemas.microsoft.com/office/drawing/2014/main" id="{FE915C6E-6671-478C-9E01-DD9B60FF9963}"/>
              </a:ext>
            </a:extLst>
          </p:cNvPr>
          <p:cNvSpPr>
            <a:spLocks xmlns:a="http://schemas.openxmlformats.org/drawingml/2006/main" noGrp="1"/>
          </p:cNvSpPr>
          <p:nvPr/>
        </p:nvSpPr>
        <p:spPr>
          <a:xfrm xmlns:a="http://schemas.openxmlformats.org/drawingml/2006/main">
            <a:off x="523875" y="47148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Regional: assumed 1.3× geographic routes, 0.18 dB/km fiber, 10 dB squeezing cap; geometry is not surveyed fiber.</a:t>
            </a:r>
          </a:p>
        </p:txBody>
      </p:sp>
    </p:spTree>
    <p:extLst>
      <p:ext uri="{BB962C8B-B14F-4D97-AF65-F5344CB8AC3E}">
        <p14:creationId xmlns:p14="http://schemas.microsoft.com/office/powerpoint/2010/main" val="15765342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Google Shape;110;p16">
            <a:extLst xmlns:a="http://schemas.openxmlformats.org/drawingml/2006/main">
              <a:ext uri="{FF2B5EF4-FFF2-40B4-BE49-F238E27FC236}">
                <a16:creationId xmlns:a16="http://schemas.microsoft.com/office/drawing/2014/main" id="{608F7CBC-ECD8-4C42-BFBE-08AE56E25CD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1" name="Google Shape;111;p16">
            <a:extLst xmlns:a="http://schemas.openxmlformats.org/drawingml/2006/main">
              <a:ext uri="{FF2B5EF4-FFF2-40B4-BE49-F238E27FC236}">
                <a16:creationId xmlns:a16="http://schemas.microsoft.com/office/drawing/2014/main" id="{FCD82299-652C-4E86-9359-0A9392437AC8}"/>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2" name="Google Shape;112;p16">
            <a:extLst xmlns:a="http://schemas.openxmlformats.org/drawingml/2006/main">
              <a:ext uri="{FF2B5EF4-FFF2-40B4-BE49-F238E27FC236}">
                <a16:creationId xmlns:a16="http://schemas.microsoft.com/office/drawing/2014/main" id="{0CAA53AB-ADAC-4892-B97F-B80C0D4E4D84}"/>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rPr sz="1000" b="1"/>
              <a:t/>
            </a:r>
            <a:endParaRPr sz="1000" b="1"/>
          </a:p>
        </p:txBody>
      </p:sp>
      <p:sp>
        <p:nvSpPr>
          <p:cNvPr id="113" name="Controlled pilot: lower error, more detected changes">
            <a:extLst xmlns:a="http://schemas.openxmlformats.org/drawingml/2006/main">
              <a:ext uri="{FF2B5EF4-FFF2-40B4-BE49-F238E27FC236}">
                <a16:creationId xmlns:a16="http://schemas.microsoft.com/office/drawing/2014/main" id="{6D682070-0CB0-41DD-8E94-E2B48E6F682B}"/>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Controlled pilot: lower error, more detected changes</a:t>
            </a:r>
          </a:p>
        </p:txBody>
      </p:sp>
      <p:sp>
        <p:nvSpPr>
          <p:cNvPr id="114" name="16 taps • 100 m links • 10 nW/tap • 1 s • Assumed 50 µK">
            <a:extLst xmlns:a="http://schemas.openxmlformats.org/drawingml/2006/main">
              <a:ext uri="{FF2B5EF4-FFF2-40B4-BE49-F238E27FC236}">
                <a16:creationId xmlns:a16="http://schemas.microsoft.com/office/drawing/2014/main" id="{A2888CA0-A11F-435C-9586-1110F87DCD5F}"/>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16 taps • 100 m links • 10 nW/tap • 1 s • Assumed 50 µK common temperature residual</a:t>
            </a:r>
          </a:p>
        </p:txBody>
      </p:sp>
      <p:sp>
        <p:nvSpPr>
          <p:cNvPr id="115" name="TEAM 7  •  IDEATION  •  SIMULATED RESULTS">
            <a:extLst xmlns:a="http://schemas.openxmlformats.org/drawingml/2006/main">
              <a:ext uri="{FF2B5EF4-FFF2-40B4-BE49-F238E27FC236}">
                <a16:creationId xmlns:a16="http://schemas.microsoft.com/office/drawing/2014/main" id="{DD4FB587-3F87-47BA-883C-64A54EF90650}"/>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16" name="4 / 5">
            <a:extLst xmlns:a="http://schemas.openxmlformats.org/drawingml/2006/main">
              <a:ext uri="{FF2B5EF4-FFF2-40B4-BE49-F238E27FC236}">
                <a16:creationId xmlns:a16="http://schemas.microsoft.com/office/drawing/2014/main" id="{B51817E5-AA4B-4704-82AB-601729027BC4}"/>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4 / 5</a:t>
            </a:r>
          </a:p>
        </p:txBody>
      </p:sp>
      <p:sp>
        <p:nvSpPr>
          <p:cNvPr id="117" name="Estimation: 28% lower total RMSE">
            <a:extLst xmlns:a="http://schemas.openxmlformats.org/drawingml/2006/main">
              <a:ext uri="{FF2B5EF4-FFF2-40B4-BE49-F238E27FC236}">
                <a16:creationId xmlns:a16="http://schemas.microsoft.com/office/drawing/2014/main" id="{B8A48545-BF85-49A7-898D-E199B60B46C9}"/>
              </a:ext>
            </a:extLst>
          </p:cNvPr>
          <p:cNvSpPr>
            <a:spLocks xmlns:a="http://schemas.openxmlformats.org/drawingml/2006/main" noGrp="1"/>
          </p:cNvSpPr>
          <p:nvPr/>
        </p:nvSpPr>
        <p:spPr>
          <a:xfrm xmlns:a="http://schemas.openxmlformats.org/drawingml/2006/main">
            <a:off x="523875" y="1657350"/>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068C"/>
                </a:solidFill>
                <a:latin typeface="Arial"/>
                <a:ea typeface="Arial"/>
                <a:cs typeface="Arial"/>
              </a:defRPr>
            </a:pPr>
            <a:r>
              <a:rPr sz="1500" b="1">
                <a:solidFill>
                  <a:srgbClr val="57068C"/>
                </a:solidFill>
                <a:latin typeface="Arial"/>
                <a:ea typeface="Arial"/>
                <a:cs typeface="Arial"/>
              </a:rPr>
              <a:t>Estimation: 28% lower total RMSE</a:t>
            </a:r>
          </a:p>
        </p:txBody>
      </p:sp>
      <p:sp>
        <p:nvSpPr>
          <p:cNvPr id="118" name="Detection: 24% → 47% probability">
            <a:extLst xmlns:a="http://schemas.openxmlformats.org/drawingml/2006/main">
              <a:ext uri="{FF2B5EF4-FFF2-40B4-BE49-F238E27FC236}">
                <a16:creationId xmlns:a16="http://schemas.microsoft.com/office/drawing/2014/main" id="{5210D3EA-F7D6-46F0-AB61-AAEA458021A7}"/>
              </a:ext>
            </a:extLst>
          </p:cNvPr>
          <p:cNvSpPr>
            <a:spLocks xmlns:a="http://schemas.openxmlformats.org/drawingml/2006/main" noGrp="1"/>
          </p:cNvSpPr>
          <p:nvPr/>
        </p:nvSpPr>
        <p:spPr>
          <a:xfrm xmlns:a="http://schemas.openxmlformats.org/drawingml/2006/main">
            <a:off x="4686300" y="1657350"/>
            <a:ext cx="3933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068C"/>
                </a:solidFill>
                <a:latin typeface="Arial"/>
                <a:ea typeface="Arial"/>
                <a:cs typeface="Arial"/>
              </a:defRPr>
            </a:pPr>
            <a:r>
              <a:rPr sz="1500" b="1">
                <a:solidFill>
                  <a:srgbClr val="57068C"/>
                </a:solidFill>
                <a:latin typeface="Arial"/>
                <a:ea typeface="Arial"/>
                <a:cs typeface="Arial"/>
              </a:rPr>
              <a:t>Detection: 24% → 47% probability</a:t>
            </a:r>
          </a:p>
        </p:txBody>
      </p:sp>
      <p:graphicFrame>
        <p:nvGraphicFramePr>
          <p:cNvPr id="133" name="Chart"/>
          <p:cNvGraphicFramePr/>
          <p:nvPr/>
        </p:nvGraphicFramePr>
        <p:xfrm>
          <a:off xmlns:a="http://schemas.openxmlformats.org/drawingml/2006/main" x="457200" y="1981200"/>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9eb6baa094194a17"/>
          </a:graphicData>
        </a:graphic>
      </p:graphicFrame>
      <p:graphicFrame>
        <p:nvGraphicFramePr>
          <p:cNvPr id="134" name="Chart"/>
          <p:cNvGraphicFramePr/>
          <p:nvPr/>
        </p:nvGraphicFramePr>
        <p:xfrm>
          <a:off xmlns:a="http://schemas.openxmlformats.org/drawingml/2006/main" x="4610100" y="1981200"/>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235e7d1156cb48f6"/>
          </a:graphicData>
        </a:graphic>
      </p:graphicFrame>
      <p:sp>
        <p:nvSpPr>
          <p:cNvPr id="121" name="0.0921 → 0.0664 mg/kg total RMSE. Distributed squeezing">
            <a:extLst xmlns:a="http://schemas.openxmlformats.org/drawingml/2006/main">
              <a:ext uri="{FF2B5EF4-FFF2-40B4-BE49-F238E27FC236}">
                <a16:creationId xmlns:a16="http://schemas.microsoft.com/office/drawing/2014/main" id="{4025588C-D256-4FA4-8EA1-DC89A6E1EB9B}"/>
              </a:ext>
            </a:extLst>
          </p:cNvPr>
          <p:cNvSpPr>
            <a:spLocks xmlns:a="http://schemas.openxmlformats.org/drawingml/2006/main" noGrp="1"/>
          </p:cNvSpPr>
          <p:nvPr/>
        </p:nvSpPr>
        <p:spPr>
          <a:xfrm xmlns:a="http://schemas.openxmlformats.org/drawingml/2006/main">
            <a:off x="523875" y="4095750"/>
            <a:ext cx="3962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0.0921 → 0.0664 mg/kg total RMSE. Distributed squeezing also beats independent squeezing by 16.6%.</a:t>
            </a:r>
          </a:p>
        </p:txBody>
      </p:sp>
      <p:sp>
        <p:nvSpPr>
          <p:cNvPr id="122" name="A 0.15 mg/kg mean step, at 1% false alarm per decision.">
            <a:extLst xmlns:a="http://schemas.openxmlformats.org/drawingml/2006/main">
              <a:ext uri="{FF2B5EF4-FFF2-40B4-BE49-F238E27FC236}">
                <a16:creationId xmlns:a16="http://schemas.microsoft.com/office/drawing/2014/main" id="{476088AB-766E-45E0-A2A6-EB1577829EE3}"/>
              </a:ext>
            </a:extLst>
          </p:cNvPr>
          <p:cNvSpPr>
            <a:spLocks xmlns:a="http://schemas.openxmlformats.org/drawingml/2006/main" noGrp="1"/>
          </p:cNvSpPr>
          <p:nvPr/>
        </p:nvSpPr>
        <p:spPr>
          <a:xfrm xmlns:a="http://schemas.openxmlformats.org/drawingml/2006/main">
            <a:off x="4686300" y="4095750"/>
            <a:ext cx="3924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 0.15 mg/kg mean step, at 1% false alarm per decision. 100,000 null and event trials per strategy.</a:t>
            </a:r>
          </a:p>
        </p:txBody>
      </p:sp>
      <p:sp>
        <p:nvSpPr>
          <p:cNvPr id="123" name="All results simulated. 1% at 1 Hz means 36 expected fla">
            <a:extLst xmlns:a="http://schemas.openxmlformats.org/drawingml/2006/main">
              <a:ext uri="{FF2B5EF4-FFF2-40B4-BE49-F238E27FC236}">
                <a16:creationId xmlns:a16="http://schemas.microsoft.com/office/drawing/2014/main" id="{ABCC9517-27EF-4C9A-B932-13A6C0FDCB67}"/>
              </a:ext>
            </a:extLst>
          </p:cNvPr>
          <p:cNvSpPr>
            <a:spLocks xmlns:a="http://schemas.openxmlformats.org/drawingml/2006/main" noGrp="1"/>
          </p:cNvSpPr>
          <p:nvPr/>
        </p:nvSpPr>
        <p:spPr>
          <a:xfrm xmlns:a="http://schemas.openxmlformats.org/drawingml/2006/main">
            <a:off x="523875" y="47148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All results simulated. 1% at 1 Hz means 36 expected flagged windows/hour; an operational alarm rule is still needed.</a:t>
            </a:r>
          </a:p>
        </p:txBody>
      </p:sp>
    </p:spTree>
    <p:extLst>
      <p:ext uri="{BB962C8B-B14F-4D97-AF65-F5344CB8AC3E}">
        <p14:creationId xmlns:p14="http://schemas.microsoft.com/office/powerpoint/2010/main" val="18287815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17">
            <a:extLst xmlns:a="http://schemas.openxmlformats.org/drawingml/2006/main">
              <a:ext uri="{FF2B5EF4-FFF2-40B4-BE49-F238E27FC236}">
                <a16:creationId xmlns:a16="http://schemas.microsoft.com/office/drawing/2014/main" id="{843B555E-0DFA-43D2-8692-E0CA96369064}"/>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8" name="Google Shape;118;p17">
            <a:extLst xmlns:a="http://schemas.openxmlformats.org/drawingml/2006/main">
              <a:ext uri="{FF2B5EF4-FFF2-40B4-BE49-F238E27FC236}">
                <a16:creationId xmlns:a16="http://schemas.microsoft.com/office/drawing/2014/main" id="{B2167FA4-96F4-4963-B9F0-7AD57B4600FD}"/>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9" name="Google Shape;119;p17">
            <a:extLst xmlns:a="http://schemas.openxmlformats.org/drawingml/2006/main">
              <a:ext uri="{FF2B5EF4-FFF2-40B4-BE49-F238E27FC236}">
                <a16:creationId xmlns:a16="http://schemas.microsoft.com/office/drawing/2014/main" id="{42451B6C-E6BA-47FF-B633-3398ED3C9E97}"/>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t/>
            </a:r>
            <a:endParaRPr sz="1000" b="1"/>
          </a:p>
        </p:txBody>
      </p:sp>
      <p:sp>
        <p:nvSpPr>
          <p:cNvPr id="120" name="The next test: does the gain survive real water?">
            <a:extLst xmlns:a="http://schemas.openxmlformats.org/drawingml/2006/main">
              <a:ext uri="{FF2B5EF4-FFF2-40B4-BE49-F238E27FC236}">
                <a16:creationId xmlns:a16="http://schemas.microsoft.com/office/drawing/2014/main" id="{E50E751F-29E3-409F-8C3B-CDF014A9ABAD}"/>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The next test: does the gain survive real water?</a:t>
            </a:r>
          </a:p>
        </p:txBody>
      </p:sp>
      <p:sp>
        <p:nvSpPr>
          <p:cNvPr id="121" name="Loss, temperature drift and higher classical power dete">
            <a:extLst xmlns:a="http://schemas.openxmlformats.org/drawingml/2006/main">
              <a:ext uri="{FF2B5EF4-FFF2-40B4-BE49-F238E27FC236}">
                <a16:creationId xmlns:a16="http://schemas.microsoft.com/office/drawing/2014/main" id="{E17D35D5-D099-464A-9DA0-18E437BEAC02}"/>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Loss, temperature drift and higher classical power determine whether quantum optics is useful</a:t>
            </a:r>
          </a:p>
        </p:txBody>
      </p:sp>
      <p:sp>
        <p:nvSpPr>
          <p:cNvPr id="122" name="TEAM 7  •  IDEATION  •  SIMULATED RESULTS">
            <a:extLst xmlns:a="http://schemas.openxmlformats.org/drawingml/2006/main">
              <a:ext uri="{FF2B5EF4-FFF2-40B4-BE49-F238E27FC236}">
                <a16:creationId xmlns:a16="http://schemas.microsoft.com/office/drawing/2014/main" id="{EA3656DF-8CBB-44DE-BBE0-B9FF71AE9F35}"/>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23" name="5 / 5">
            <a:extLst xmlns:a="http://schemas.openxmlformats.org/drawingml/2006/main">
              <a:ext uri="{FF2B5EF4-FFF2-40B4-BE49-F238E27FC236}">
                <a16:creationId xmlns:a16="http://schemas.microsoft.com/office/drawing/2014/main" id="{B39C97E8-E429-4839-9184-3205D85590DD}"/>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5 / 5</a:t>
            </a:r>
          </a:p>
        </p:txBody>
      </p:sp>
      <p:sp>
        <p:nvSpPr>
          <p:cNvPr id="124" name="Common temperature drift erases gain">
            <a:extLst xmlns:a="http://schemas.openxmlformats.org/drawingml/2006/main">
              <a:ext uri="{FF2B5EF4-FFF2-40B4-BE49-F238E27FC236}">
                <a16:creationId xmlns:a16="http://schemas.microsoft.com/office/drawing/2014/main" id="{121CD1F6-8030-4238-8A1A-2E6B7B1B0CAA}"/>
              </a:ext>
            </a:extLst>
          </p:cNvPr>
          <p:cNvSpPr>
            <a:spLocks xmlns:a="http://schemas.openxmlformats.org/drawingml/2006/main" noGrp="1"/>
          </p:cNvSpPr>
          <p:nvPr/>
        </p:nvSpPr>
        <p:spPr>
          <a:xfrm xmlns:a="http://schemas.openxmlformats.org/drawingml/2006/main">
            <a:off x="523875" y="1666875"/>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Common temperature drift erases gain</a:t>
            </a:r>
          </a:p>
        </p:txBody>
      </p:sp>
      <p:graphicFrame>
        <p:nvGraphicFramePr>
          <p:cNvPr id="141" name="Chart"/>
          <p:cNvGraphicFramePr/>
          <p:nvPr/>
        </p:nvGraphicFramePr>
        <p:xfrm>
          <a:off xmlns:a="http://schemas.openxmlformats.org/drawingml/2006/main" x="457200" y="2009775"/>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56ce789d107b4a3d"/>
          </a:graphicData>
        </a:graphic>
      </p:graphicFrame>
      <p:sp>
        <p:nvSpPr>
          <p:cNvPr id="126" name="At 10 mK residual, both strategies give ≈9.137 mg/kg er">
            <a:extLst xmlns:a="http://schemas.openxmlformats.org/drawingml/2006/main">
              <a:ext uri="{FF2B5EF4-FFF2-40B4-BE49-F238E27FC236}">
                <a16:creationId xmlns:a16="http://schemas.microsoft.com/office/drawing/2014/main" id="{57F59F17-944E-4AC9-A0AF-64EF599F061B}"/>
              </a:ext>
            </a:extLst>
          </p:cNvPr>
          <p:cNvSpPr>
            <a:spLocks xmlns:a="http://schemas.openxmlformats.org/drawingml/2006/main" noGrp="1"/>
          </p:cNvSpPr>
          <p:nvPr/>
        </p:nvSpPr>
        <p:spPr>
          <a:xfrm xmlns:a="http://schemas.openxmlformats.org/drawingml/2006/main">
            <a:off x="523875" y="4095750"/>
            <a:ext cx="396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At 10 mK residual, both strategies give ≈9.137 mg/kg error. More coherent light also narrows the advantage.</a:t>
            </a:r>
          </a:p>
        </p:txBody>
      </p:sp>
      <p:sp>
        <p:nvSpPr>
          <p:cNvPr id="127" name="A scoped laboratory pilot">
            <a:extLst xmlns:a="http://schemas.openxmlformats.org/drawingml/2006/main">
              <a:ext uri="{FF2B5EF4-FFF2-40B4-BE49-F238E27FC236}">
                <a16:creationId xmlns:a16="http://schemas.microsoft.com/office/drawing/2014/main" id="{0CFA6CE3-3545-42F9-B422-65B2F37D8D3F}"/>
              </a:ext>
            </a:extLst>
          </p:cNvPr>
          <p:cNvSpPr>
            <a:spLocks xmlns:a="http://schemas.openxmlformats.org/drawingml/2006/main" noGrp="1"/>
          </p:cNvSpPr>
          <p:nvPr/>
        </p:nvSpPr>
        <p:spPr>
          <a:xfrm xmlns:a="http://schemas.openxmlformats.org/drawingml/2006/main">
            <a:off x="4857750" y="16668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A scoped laboratory pilot</a:t>
            </a:r>
          </a:p>
        </p:txBody>
      </p:sp>
      <p:sp>
        <p:nvSpPr>
          <p:cNvPr id="128" name="1  Calibrate one water cell: salt response, transmissio">
            <a:extLst xmlns:a="http://schemas.openxmlformats.org/drawingml/2006/main">
              <a:ext uri="{FF2B5EF4-FFF2-40B4-BE49-F238E27FC236}">
                <a16:creationId xmlns:a16="http://schemas.microsoft.com/office/drawing/2014/main" id="{1139A934-644C-4DFA-9437-40310E48613D}"/>
              </a:ext>
            </a:extLst>
          </p:cNvPr>
          <p:cNvSpPr>
            <a:spLocks xmlns:a="http://schemas.openxmlformats.org/drawingml/2006/main" noGrp="1"/>
          </p:cNvSpPr>
          <p:nvPr/>
        </p:nvSpPr>
        <p:spPr>
          <a:xfrm xmlns:a="http://schemas.openxmlformats.org/drawingml/2006/main">
            <a:off x="4857750" y="2038350"/>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1  Calibrate one water cell: salt response, transmission, temperature and bias.</a:t>
            </a:r>
          </a:p>
        </p:txBody>
      </p:sp>
      <p:sp>
        <p:nvSpPr>
          <p:cNvPr id="129" name="2  Blind-test four taps against coherent probes and con">
            <a:extLst xmlns:a="http://schemas.openxmlformats.org/drawingml/2006/main">
              <a:ext uri="{FF2B5EF4-FFF2-40B4-BE49-F238E27FC236}">
                <a16:creationId xmlns:a16="http://schemas.microsoft.com/office/drawing/2014/main" id="{B92EDB55-F75B-4E90-82C5-D67C5B7D1AF4}"/>
              </a:ext>
            </a:extLst>
          </p:cNvPr>
          <p:cNvSpPr>
            <a:spLocks xmlns:a="http://schemas.openxmlformats.org/drawingml/2006/main" noGrp="1"/>
          </p:cNvSpPr>
          <p:nvPr/>
        </p:nvSpPr>
        <p:spPr>
          <a:xfrm xmlns:a="http://schemas.openxmlformats.org/drawingml/2006/main">
            <a:off x="4857750" y="2676525"/>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2  Blind-test four taps against coherent probes and conventional conductivity.</a:t>
            </a:r>
          </a:p>
        </p:txBody>
      </p:sp>
      <p:sp>
        <p:nvSpPr>
          <p:cNvPr id="130" name="3  Measure detection delay, false alarms and full elect">
            <a:extLst xmlns:a="http://schemas.openxmlformats.org/drawingml/2006/main">
              <a:ext uri="{FF2B5EF4-FFF2-40B4-BE49-F238E27FC236}">
                <a16:creationId xmlns:a16="http://schemas.microsoft.com/office/drawing/2014/main" id="{7589E41F-818D-47AA-94A5-6F467F181C7C}"/>
              </a:ext>
            </a:extLst>
          </p:cNvPr>
          <p:cNvSpPr>
            <a:spLocks xmlns:a="http://schemas.openxmlformats.org/drawingml/2006/main" noGrp="1"/>
          </p:cNvSpPr>
          <p:nvPr/>
        </p:nvSpPr>
        <p:spPr>
          <a:xfrm xmlns:a="http://schemas.openxmlformats.org/drawingml/2006/main">
            <a:off x="4857750" y="3314700"/>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3  Measure detection delay, false alarms and full electrical energy before scaling.</a:t>
            </a:r>
          </a:p>
        </p:txBody>
      </p:sp>
      <p:sp>
        <p:nvSpPr>
          <p:cNvPr id="131" name="Resource KPI: 160 nJ probe/window for both. Pump, reado">
            <a:extLst xmlns:a="http://schemas.openxmlformats.org/drawingml/2006/main">
              <a:ext uri="{FF2B5EF4-FFF2-40B4-BE49-F238E27FC236}">
                <a16:creationId xmlns:a16="http://schemas.microsoft.com/office/drawing/2014/main" id="{0C27A230-950C-411B-8D1F-9A0366E6252E}"/>
              </a:ext>
            </a:extLst>
          </p:cNvPr>
          <p:cNvSpPr>
            <a:spLocks xmlns:a="http://schemas.openxmlformats.org/drawingml/2006/main" noGrp="1"/>
          </p:cNvSpPr>
          <p:nvPr/>
        </p:nvSpPr>
        <p:spPr>
          <a:xfrm xmlns:a="http://schemas.openxmlformats.org/drawingml/2006/main">
            <a:off x="4857750" y="4029075"/>
            <a:ext cx="3705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7068C"/>
                </a:solidFill>
                <a:latin typeface="Arial"/>
                <a:ea typeface="Arial"/>
                <a:cs typeface="Arial"/>
              </a:defRPr>
            </a:pPr>
            <a:r>
              <a:rPr sz="1275" b="1">
                <a:solidFill>
                  <a:srgbClr val="57068C"/>
                </a:solidFill>
                <a:latin typeface="Arial"/>
                <a:ea typeface="Arial"/>
                <a:cs typeface="Arial"/>
              </a:rPr>
              <a:t>Resource KPI: 160 nJ probe/window for both. Pump, readout and control energy are unmeasured; no net saving claimed.</a:t>
            </a:r>
          </a:p>
        </p:txBody>
      </p:sp>
      <p:sp>
        <p:nvSpPr>
          <p:cNvPr id="132" name="Path to impact: operator + optics-lab pilot → validated">
            <a:extLst xmlns:a="http://schemas.openxmlformats.org/drawingml/2006/main">
              <a:ext uri="{FF2B5EF4-FFF2-40B4-BE49-F238E27FC236}">
                <a16:creationId xmlns:a16="http://schemas.microsoft.com/office/drawing/2014/main" id="{81C970CA-4747-43EB-A175-3880CF8F0372}"/>
              </a:ext>
            </a:extLst>
          </p:cNvPr>
          <p:cNvSpPr>
            <a:spLocks xmlns:a="http://schemas.openxmlformats.org/drawingml/2006/main" noGrp="1"/>
          </p:cNvSpPr>
          <p:nvPr/>
        </p:nvSpPr>
        <p:spPr>
          <a:xfrm xmlns:a="http://schemas.openxmlformats.org/drawingml/2006/main">
            <a:off x="523875" y="47244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Path to impact: operator + optics-lab pilot → validated monitoring module; water saved and commercial viability remain open.</a:t>
            </a:r>
          </a:p>
        </p:txBody>
      </p:sp>
    </p:spTree>
    <p:extLst>
      <p:ext uri="{BB962C8B-B14F-4D97-AF65-F5344CB8AC3E}">
        <p14:creationId xmlns:p14="http://schemas.microsoft.com/office/powerpoint/2010/main" val="273222721"/>
      </p:ext>
    </p:extLst>
  </p:cSld>
</p:sld>
</file>

<file path=ppt/theme/theme1.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2026-10-06T16:57:24.8350000Z</dcterms:created>
  <dcterms:modified xsi:type="dcterms:W3CDTF">2026-10-06T16:57:24.8350000Z</dcterms:modified>
</coreProperties>
</file>