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9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0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20ca2570744af5" /><Relationship Type="http://schemas.openxmlformats.org/officeDocument/2006/relationships/extended-properties" Target="/docProps/app.xml" Id="Rd8ef7df67d4d4781" /><Relationship Type="http://schemas.openxmlformats.org/officeDocument/2006/relationships/officeDocument" Target="/ppt/presentation.xml" Id="R51b20c4d7b2449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c34c152cc549b6"/>
  </p:sldMasterIdLst>
  <p:notesMasterIdLst>
    <p:notesMasterId xmlns:r="http://schemas.openxmlformats.org/officeDocument/2006/relationships" r:id="R67056b538f3e4da9"/>
  </p:notesMasterIdLst>
  <p:sldIdLst>
    <p:sldId xmlns:r="http://schemas.openxmlformats.org/officeDocument/2006/relationships" id="256" r:id="Rb1da31c7b9c140ce"/>
    <p:sldId xmlns:r="http://schemas.openxmlformats.org/officeDocument/2006/relationships" id="257" r:id="R5f2ca6c982dd4d67"/>
    <p:sldId xmlns:r="http://schemas.openxmlformats.org/officeDocument/2006/relationships" id="258" r:id="R343c98e841924635"/>
    <p:sldId xmlns:r="http://schemas.openxmlformats.org/officeDocument/2006/relationships" id="259" r:id="Rb1de81f4d7ed44bd"/>
    <p:sldId xmlns:r="http://schemas.openxmlformats.org/officeDocument/2006/relationships" id="260" r:id="R5eb6f05dbe18474c"/>
    <p:sldId xmlns:r="http://schemas.openxmlformats.org/officeDocument/2006/relationships" id="261" r:id="R1334f213f2a64d99"/>
    <p:sldId xmlns:r="http://schemas.openxmlformats.org/officeDocument/2006/relationships" id="262" r:id="R6a13fd409a1143b3"/>
    <p:sldId xmlns:r="http://schemas.openxmlformats.org/officeDocument/2006/relationships" id="263" r:id="R6f1a85fb9d4a4558"/>
    <p:sldId xmlns:r="http://schemas.openxmlformats.org/officeDocument/2006/relationships" id="264" r:id="Rd5d075b1dbda4b91"/>
    <p:sldId xmlns:r="http://schemas.openxmlformats.org/officeDocument/2006/relationships" id="265" r:id="Rda2ff448e79847d6"/>
    <p:sldId xmlns:r="http://schemas.openxmlformats.org/officeDocument/2006/relationships" id="266" r:id="Ra603bebb62de447c"/>
    <p:sldId xmlns:r="http://schemas.openxmlformats.org/officeDocument/2006/relationships" id="267" r:id="R7bd28ba1dc5f488a"/>
    <p:sldId xmlns:r="http://schemas.openxmlformats.org/officeDocument/2006/relationships" id="268" r:id="R86f94b48531f4293"/>
    <p:sldId xmlns:r="http://schemas.openxmlformats.org/officeDocument/2006/relationships" id="269" r:id="Rd3073fe85c8c428f"/>
    <p:sldId xmlns:r="http://schemas.openxmlformats.org/officeDocument/2006/relationships" id="270" r:id="Rfe3a8593e9794a83"/>
    <p:sldId xmlns:r="http://schemas.openxmlformats.org/officeDocument/2006/relationships" id="271" r:id="R23c4a6b121fa4a26"/>
    <p:sldId xmlns:r="http://schemas.openxmlformats.org/officeDocument/2006/relationships" id="272" r:id="R14b3be4691aa4458"/>
    <p:sldId xmlns:r="http://schemas.openxmlformats.org/officeDocument/2006/relationships" id="273" r:id="R113929f3be3445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45805b36fa4f39" /><Relationship Type="http://schemas.openxmlformats.org/officeDocument/2006/relationships/slideMaster" Target="/ppt/slideMasters/slideMaster1.xml" Id="Rbfc34c152cc549b6" /><Relationship Type="http://schemas.openxmlformats.org/officeDocument/2006/relationships/notesMaster" Target="/ppt/notesMasters/notesMaster1.xml" Id="R67056b538f3e4da9" /><Relationship Type="http://schemas.openxmlformats.org/officeDocument/2006/relationships/presProps" Target="/ppt/presProps.xml" Id="Rae9dc412ec914174" /><Relationship Type="http://schemas.openxmlformats.org/officeDocument/2006/relationships/tableStyles" Target="/ppt/tableStyles.xml" Id="R57c3c2eb2bd843b1" /><Relationship Type="http://schemas.openxmlformats.org/officeDocument/2006/relationships/slide" Target="/ppt/slides/slide1.xml" Id="Rb1da31c7b9c140ce" /><Relationship Type="http://schemas.openxmlformats.org/officeDocument/2006/relationships/slide" Target="/ppt/slides/slide2.xml" Id="R5f2ca6c982dd4d67" /><Relationship Type="http://schemas.openxmlformats.org/officeDocument/2006/relationships/slide" Target="/ppt/slides/slide3.xml" Id="R343c98e841924635" /><Relationship Type="http://schemas.openxmlformats.org/officeDocument/2006/relationships/slide" Target="/ppt/slides/slide4.xml" Id="Rb1de81f4d7ed44bd" /><Relationship Type="http://schemas.openxmlformats.org/officeDocument/2006/relationships/slide" Target="/ppt/slides/slide5.xml" Id="R5eb6f05dbe18474c" /><Relationship Type="http://schemas.openxmlformats.org/officeDocument/2006/relationships/slide" Target="/ppt/slides/slide6.xml" Id="R1334f213f2a64d99" /><Relationship Type="http://schemas.openxmlformats.org/officeDocument/2006/relationships/slide" Target="/ppt/slides/slide7.xml" Id="R6a13fd409a1143b3" /><Relationship Type="http://schemas.openxmlformats.org/officeDocument/2006/relationships/slide" Target="/ppt/slides/slide8.xml" Id="R6f1a85fb9d4a4558" /><Relationship Type="http://schemas.openxmlformats.org/officeDocument/2006/relationships/slide" Target="/ppt/slides/slide9.xml" Id="Rd5d075b1dbda4b91" /><Relationship Type="http://schemas.openxmlformats.org/officeDocument/2006/relationships/slide" Target="/ppt/slides/slide10.xml" Id="Rda2ff448e79847d6" /><Relationship Type="http://schemas.openxmlformats.org/officeDocument/2006/relationships/slide" Target="/ppt/slides/slide11.xml" Id="Ra603bebb62de447c" /><Relationship Type="http://schemas.openxmlformats.org/officeDocument/2006/relationships/slide" Target="/ppt/slides/slide12.xml" Id="R7bd28ba1dc5f488a" /><Relationship Type="http://schemas.openxmlformats.org/officeDocument/2006/relationships/slide" Target="/ppt/slides/slide13.xml" Id="R86f94b48531f4293" /><Relationship Type="http://schemas.openxmlformats.org/officeDocument/2006/relationships/slide" Target="/ppt/slides/slide14.xml" Id="Rd3073fe85c8c428f" /><Relationship Type="http://schemas.openxmlformats.org/officeDocument/2006/relationships/slide" Target="/ppt/slides/slide15.xml" Id="Rfe3a8593e9794a83" /><Relationship Type="http://schemas.openxmlformats.org/officeDocument/2006/relationships/slide" Target="/ppt/slides/slide16.xml" Id="R23c4a6b121fa4a26" /><Relationship Type="http://schemas.openxmlformats.org/officeDocument/2006/relationships/slide" Target="/ppt/slides/slide17.xml" Id="R14b3be4691aa4458" /><Relationship Type="http://schemas.openxmlformats.org/officeDocument/2006/relationships/slide" Target="/ppt/slides/slide18.xml" Id="R113929f3be3445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1c4b30bd4148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2b0510538d49f9" /><Relationship Type="http://schemas.openxmlformats.org/officeDocument/2006/relationships/notesMaster" Target="/ppt/notesMasters/notesMaster1.xml" Id="R0a740e193fdf43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99bdde4b424150" /><Relationship Type="http://schemas.openxmlformats.org/officeDocument/2006/relationships/notesMaster" Target="/ppt/notesMasters/notesMaster1.xml" Id="R3b852271e81b42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e3571790d44a07" /><Relationship Type="http://schemas.openxmlformats.org/officeDocument/2006/relationships/notesMaster" Target="/ppt/notesMasters/notesMaster1.xml" Id="R9173d29d4efe4e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7dc7b16ec64c13" /><Relationship Type="http://schemas.openxmlformats.org/officeDocument/2006/relationships/notesMaster" Target="/ppt/notesMasters/notesMaster1.xml" Id="R7972518f782041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2d24e065074a8e" /><Relationship Type="http://schemas.openxmlformats.org/officeDocument/2006/relationships/notesMaster" Target="/ppt/notesMasters/notesMaster1.xml" Id="Rdf3614c37b944d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e8e7e2cd364465" /><Relationship Type="http://schemas.openxmlformats.org/officeDocument/2006/relationships/notesMaster" Target="/ppt/notesMasters/notesMaster1.xml" Id="Rc3f9beb092e1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de572f19374fe3" /><Relationship Type="http://schemas.openxmlformats.org/officeDocument/2006/relationships/notesMaster" Target="/ppt/notesMasters/notesMaster1.xml" Id="R6edb3ca4b1ea4c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fa499740b94906" /><Relationship Type="http://schemas.openxmlformats.org/officeDocument/2006/relationships/notesMaster" Target="/ppt/notesMasters/notesMaster1.xml" Id="Rb5b9f07f803a4b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0d12b2f9dc40a8" /><Relationship Type="http://schemas.openxmlformats.org/officeDocument/2006/relationships/notesMaster" Target="/ppt/notesMasters/notesMaster1.xml" Id="R07aac29ab08244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f2b7da2005401e" /><Relationship Type="http://schemas.openxmlformats.org/officeDocument/2006/relationships/notesMaster" Target="/ppt/notesMasters/notesMaster1.xml" Id="R975c5e8e8f374a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12c8daebfe456c" /><Relationship Type="http://schemas.openxmlformats.org/officeDocument/2006/relationships/notesMaster" Target="/ppt/notesMasters/notesMaster1.xml" Id="Re17abbcc46a64e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f0d265a59a4590" /><Relationship Type="http://schemas.openxmlformats.org/officeDocument/2006/relationships/notesMaster" Target="/ppt/notesMasters/notesMaster1.xml" Id="Rf0d329feb70949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f6bd5551e14c5b" /><Relationship Type="http://schemas.openxmlformats.org/officeDocument/2006/relationships/notesMaster" Target="/ppt/notesMasters/notesMaster1.xml" Id="R736de601133b4a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c04d2ec87a406b" /><Relationship Type="http://schemas.openxmlformats.org/officeDocument/2006/relationships/notesMaster" Target="/ppt/notesMasters/notesMaster1.xml" Id="Re63ad3e3df7943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ed9bf814ae43c5" /><Relationship Type="http://schemas.openxmlformats.org/officeDocument/2006/relationships/notesMaster" Target="/ppt/notesMasters/notesMaster1.xml" Id="R6e956f91c71d46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ea9acdb4a24062" /><Relationship Type="http://schemas.openxmlformats.org/officeDocument/2006/relationships/notesMaster" Target="/ppt/notesMasters/notesMaster1.xml" Id="R8c9292f9504b48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eaa3bcb68b4e81" /><Relationship Type="http://schemas.openxmlformats.org/officeDocument/2006/relationships/notesMaster" Target="/ppt/notesMasters/notesMaster1.xml" Id="Rb339bcafc3aa4c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45ac9ed2444b45" /><Relationship Type="http://schemas.openxmlformats.org/officeDocument/2006/relationships/notesMaster" Target="/ppt/notesMasters/notesMaster1.xml" Id="R44f93efc583a4f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results: results/summary.json. Sources and assumptions: docs/SOURCES.md. All concentration errors concern differential NaCl in mg/kg. Pilot assumes 100 m links, 10 nW/node, 1 s windows and 0.05 mK shared temperature residual.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S1–S6 in docs/SOURCES.md. Supplied PDFs reviewed in full as extracted text, relevant optical figures checked visually. Nature Photonics chat link is a different experiment from Guo et al. CV Nature Physics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S7: https://doi.org/10.1364/AO.55.000947 Table 2, 298 K, 0–25% mass fraction. S11: https://www.ysi.com/product/id-599870/exo-conductivity--temperature-smart-sensor. Effective optical length and baseline are engineering assumptions. Practical salinity is not identical to NaCl mass fraction.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S4/S5. See docs/MODEL.md for full conventions, state covariance, phase linearization, jitter approximation and resource ledger. We do not claim universal quantum optimality or universal saturation of QFI under loss.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by src/model.py and results/summary.json. Per-node squeezed budget 0.1 photon/mode, total Ns=0.1 M; equal launched bright-plus-squeezed photon budgets. S4 asymptotic displacement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results/scaling.csv, geometry=pilot. Assumed detector 95%, sample 90%, coupling 90%, 0.05 dB excess per splitter stage. Fiber 0.18 dB/km from Corning S9.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results/summary.json pilot16. No measured-field accuracy claim. Common residual 50 microkelvin is an ambitious compensated bench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data/site_geometry.csv derives coordinates only from draft. 8889 records reduce to 7704 coordinate pairs; nearest64 selected. As M changes, sampled population changes, so this is not a sensor-reduction claim for one fixed spatial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S10 reports dn/dT≈−1.485e−4 RIU/K at1550nm. The exact coefficient depends on temperature/composition. 0.05 mK and10 mK are assumed stochastic residuals, not manufacturer statistical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results/power_sensitivity.csv. 70µW is used only as a broad sweep endpoint comparable in magnitude to S1 detected probe power; S1 itself is a different wavelength/sensor. Pump and local-oscillator overhead are excluded from probe budgets.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docs/MODEL.md OU integrated-covariance formula. Stationary mean estimation, not transient tracking. Independent 0.03mg/kg node calibration offsets assumed.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results/detection.csv. Independent Monte Carlo marginal windows, not independent samples of the OU trace. Assumes Gaussian moments including squeeze-angle jitter. Decision threshold is not regulatory. Bonferroni alpha=0.05/3600 bounds hourly familywise false-alarm probability at5% without independence.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results/time_trace.csv. Synthetic changes, not observed water data. Independent optical noise, common OU realization, seed2601006. Optical noise advantage concerns the aggregate; local contrasts do not receive the same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results/resources.csv. Both total launched photon flux and total Ns fixed to16-node values in this panel. Component transmission includes stepwise splitter depth. Pump infrastructure not costed.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quantum_photonic_sensing.pdf pp4–5, https://doi.org/10.1364/OPTICA.5.000628. Do not read sensitivity as 1-s Gaussian accuracy; no transfer of these RF numbers to our DC/telecom water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experimental plan, not completed hardware work. Four-tap size inspired by S6 laboratory demonstration. Existing simulation results are available in results/ and figures/.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config/default.json is the single editable numerical configuration. All sourced versus assumed quantities are distinguished in docs/SOURCES.md. No costs, chemical selectivity or QML speedup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source links, supplied supporting-information details, assumptions and data provenance: docs/SOURCES.md. Reproduce: python src/run.py; python src/validate.py. Original draft file hashes are checked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1293d78bb48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bba70f2d3540dd" /><Relationship Type="http://schemas.openxmlformats.org/officeDocument/2006/relationships/slideLayout" Target="/ppt/slideLayouts/slideLayout1.xml" Id="R121fff106d634b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1fff106d634b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1bf91fa884416" /><Relationship Type="http://schemas.openxmlformats.org/officeDocument/2006/relationships/notesSlide" Target="/ppt/notesSlides/notesSlide1.xml" Id="R1e2f13ef4a9c42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786f5c7404d10" /><Relationship Type="http://schemas.openxmlformats.org/officeDocument/2006/relationships/notesSlide" Target="/ppt/notesSlides/notesSlide2.xml" Id="R2d9e1eebed2847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15357d55f4c5a" /><Relationship Type="http://schemas.openxmlformats.org/officeDocument/2006/relationships/notesSlide" Target="/ppt/notesSlides/notesSlide3.xml" Id="R3f03b0a7987042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17169096b4f83" /><Relationship Type="http://schemas.openxmlformats.org/officeDocument/2006/relationships/notesSlide" Target="/ppt/notesSlides/notesSlide4.xml" Id="Rf805eb2982d447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df8012c3645a9" /><Relationship Type="http://schemas.openxmlformats.org/officeDocument/2006/relationships/chart" Target="/ppt/slides/charts/chart1.xml" Id="R375f21b437d94c99" /><Relationship Type="http://schemas.openxmlformats.org/officeDocument/2006/relationships/notesSlide" Target="/ppt/notesSlides/notesSlide5.xml" Id="R74d4d866f7aa4d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d785f0a334ccd" /><Relationship Type="http://schemas.openxmlformats.org/officeDocument/2006/relationships/chart" Target="/ppt/slides/charts/chart2.xml" Id="R50d1f6c36fb04eaf" /><Relationship Type="http://schemas.openxmlformats.org/officeDocument/2006/relationships/notesSlide" Target="/ppt/notesSlides/notesSlide6.xml" Id="Rac9919a142f447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1249d06ce4dd8" /><Relationship Type="http://schemas.openxmlformats.org/officeDocument/2006/relationships/chart" Target="/ppt/slides/charts/chart3.xml" Id="R5983041db26d4d9a" /><Relationship Type="http://schemas.openxmlformats.org/officeDocument/2006/relationships/notesSlide" Target="/ppt/notesSlides/notesSlide7.xml" Id="R16aedd00ac6248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e24e060b8423b" /><Relationship Type="http://schemas.openxmlformats.org/officeDocument/2006/relationships/chart" Target="/ppt/slides/charts/chart4.xml" Id="R92709eb7f1d74efa" /><Relationship Type="http://schemas.openxmlformats.org/officeDocument/2006/relationships/notesSlide" Target="/ppt/notesSlides/notesSlide8.xml" Id="Raa5d0c86a25540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0e3f0f82146c7" /><Relationship Type="http://schemas.openxmlformats.org/officeDocument/2006/relationships/chart" Target="/ppt/slides/charts/chart5.xml" Id="R886755cfcd9e4e58" /><Relationship Type="http://schemas.openxmlformats.org/officeDocument/2006/relationships/notesSlide" Target="/ppt/notesSlides/notesSlide9.xml" Id="R13d8c3016f5e4d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5533b5af64305" /><Relationship Type="http://schemas.openxmlformats.org/officeDocument/2006/relationships/chart" Target="/ppt/slides/charts/chart6.xml" Id="R121b23d9e9014c45" /><Relationship Type="http://schemas.openxmlformats.org/officeDocument/2006/relationships/notesSlide" Target="/ppt/notesSlides/notesSlide10.xml" Id="Rf9b0f2a1fffe40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a581fc5184698" /><Relationship Type="http://schemas.openxmlformats.org/officeDocument/2006/relationships/chart" Target="/ppt/slides/charts/chart7.xml" Id="R9c05868e4a764f99" /><Relationship Type="http://schemas.openxmlformats.org/officeDocument/2006/relationships/notesSlide" Target="/ppt/notesSlides/notesSlide11.xml" Id="R8fb4ded62e814f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b45da27df4e4a" /><Relationship Type="http://schemas.openxmlformats.org/officeDocument/2006/relationships/chart" Target="/ppt/slides/charts/chart8.xml" Id="R9f5d51e5374446a4" /><Relationship Type="http://schemas.openxmlformats.org/officeDocument/2006/relationships/notesSlide" Target="/ppt/notesSlides/notesSlide12.xml" Id="Rfdf560e1f57d42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f8f22c4f84671" /><Relationship Type="http://schemas.openxmlformats.org/officeDocument/2006/relationships/chart" Target="/ppt/slides/charts/chart9.xml" Id="R12ab83c63b75463f" /><Relationship Type="http://schemas.openxmlformats.org/officeDocument/2006/relationships/notesSlide" Target="/ppt/notesSlides/notesSlide13.xml" Id="R943bbfb45bd049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8b730843c4364" /><Relationship Type="http://schemas.openxmlformats.org/officeDocument/2006/relationships/chart" Target="/ppt/slides/charts/chart10.xml" Id="R8e0bb683fc1d44c9" /><Relationship Type="http://schemas.openxmlformats.org/officeDocument/2006/relationships/notesSlide" Target="/ppt/notesSlides/notesSlide14.xml" Id="Rf81c9705d6bb4a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9a6026f4d45f6" /><Relationship Type="http://schemas.openxmlformats.org/officeDocument/2006/relationships/chart" Target="/ppt/slides/charts/chart11.xml" Id="Rd31f628645564cf6" /><Relationship Type="http://schemas.openxmlformats.org/officeDocument/2006/relationships/notesSlide" Target="/ppt/notesSlides/notesSlide15.xml" Id="R944abc7fedb44f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9d6767282447e" /><Relationship Type="http://schemas.openxmlformats.org/officeDocument/2006/relationships/notesSlide" Target="/ppt/notesSlides/notesSlide16.xml" Id="R0266930ad5504b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30ca0b99e4919" /><Relationship Type="http://schemas.openxmlformats.org/officeDocument/2006/relationships/notesSlide" Target="/ppt/notesSlides/notesSlide17.xml" Id="Rc2f720753e784e9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bbe861b63449f" /><Relationship Type="http://schemas.openxmlformats.org/officeDocument/2006/relationships/notesSlide" Target="/ppt/notesSlides/notesSlide18.xml" Id="R86614b3417dc4e1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-0.5647188387</c:v>
                </c:pt>
                <c:pt idx="1">
                  <c:v>-0.7152338365</c:v>
                </c:pt>
                <c:pt idx="2">
                  <c:v>-0.803279466</c:v>
                </c:pt>
                <c:pt idx="3">
                  <c:v>-0.8657488343</c:v>
                </c:pt>
                <c:pt idx="4">
                  <c:v>-0.9142038408</c:v>
                </c:pt>
                <c:pt idx="5">
                  <c:v>-0.9537944638</c:v>
                </c:pt>
                <c:pt idx="6">
                  <c:v>-0.9872678587</c:v>
                </c:pt>
                <c:pt idx="7">
                  <c:v>-1.016263832</c:v>
                </c:pt>
                <c:pt idx="8">
                  <c:v>-1.041840093</c:v>
                </c:pt>
                <c:pt idx="9">
                  <c:v>-1.064718839</c:v>
                </c:pt>
                <c:pt idx="10">
                  <c:v>-1.085415181</c:v>
                </c:pt>
                <c:pt idx="11">
                  <c:v>-1.104309462</c:v>
                </c:pt>
                <c:pt idx="12">
                  <c:v>-1.121690515</c:v>
                </c:pt>
                <c:pt idx="13">
                  <c:v>-1.137782856</c:v>
                </c:pt>
                <c:pt idx="14">
                  <c:v>-1.152764468</c:v>
                </c:pt>
                <c:pt idx="15">
                  <c:v>-1.16677883</c:v>
                </c:pt>
                <c:pt idx="16">
                  <c:v>-1.179943299</c:v>
                </c:pt>
                <c:pt idx="17">
                  <c:v>-1.192355091</c:v>
                </c:pt>
                <c:pt idx="18">
                  <c:v>-1.204095639</c:v>
                </c:pt>
                <c:pt idx="19">
                  <c:v>-1.215233836</c:v>
                </c:pt>
                <c:pt idx="20">
                  <c:v>-1.225828486</c:v>
                </c:pt>
                <c:pt idx="21">
                  <c:v>-1.235930179</c:v>
                </c:pt>
                <c:pt idx="22">
                  <c:v>-1.245582757</c:v>
                </c:pt>
                <c:pt idx="23">
                  <c:v>-1.25482446</c:v>
                </c:pt>
                <c:pt idx="24">
                  <c:v>-1.263688843</c:v>
                </c:pt>
                <c:pt idx="25">
                  <c:v>-1.272205513</c:v>
                </c:pt>
                <c:pt idx="26">
                  <c:v>-1.280400721</c:v>
                </c:pt>
                <c:pt idx="27">
                  <c:v>-1.288297854</c:v>
                </c:pt>
                <c:pt idx="28">
                  <c:v>-1.295917838</c:v>
                </c:pt>
                <c:pt idx="29">
                  <c:v>-1.303279466</c:v>
                </c:pt>
                <c:pt idx="30">
                  <c:v>-1.310399686</c:v>
                </c:pt>
                <c:pt idx="31">
                  <c:v>-1.317293828</c:v>
                </c:pt>
                <c:pt idx="32">
                  <c:v>-1.323975809</c:v>
                </c:pt>
                <c:pt idx="33">
                  <c:v>-1.330458297</c:v>
                </c:pt>
                <c:pt idx="34">
                  <c:v>-1.336752861</c:v>
                </c:pt>
                <c:pt idx="35">
                  <c:v>-1.342870089</c:v>
                </c:pt>
                <c:pt idx="36">
                  <c:v>-1.348819701</c:v>
                </c:pt>
                <c:pt idx="37">
                  <c:v>-1.354610637</c:v>
                </c:pt>
                <c:pt idx="38">
                  <c:v>-1.360251142</c:v>
                </c:pt>
                <c:pt idx="39">
                  <c:v>-1.365748834</c:v>
                </c:pt>
                <c:pt idx="40">
                  <c:v>-1.371110767</c:v>
                </c:pt>
                <c:pt idx="41">
                  <c:v>-1.376343484</c:v>
                </c:pt>
                <c:pt idx="42">
                  <c:v>-1.381453066</c:v>
                </c:pt>
                <c:pt idx="43">
                  <c:v>-1.386445177</c:v>
                </c:pt>
                <c:pt idx="44">
                  <c:v>-1.391325096</c:v>
                </c:pt>
                <c:pt idx="45">
                  <c:v>-1.396097754</c:v>
                </c:pt>
                <c:pt idx="46">
                  <c:v>-1.400767768</c:v>
                </c:pt>
                <c:pt idx="47">
                  <c:v>-1.405339457</c:v>
                </c:pt>
                <c:pt idx="48">
                  <c:v>-1.409816879</c:v>
                </c:pt>
                <c:pt idx="49">
                  <c:v>-1.414203841</c:v>
                </c:pt>
                <c:pt idx="50">
                  <c:v>-1.418503927</c:v>
                </c:pt>
                <c:pt idx="51">
                  <c:v>-1.42272051</c:v>
                </c:pt>
                <c:pt idx="52">
                  <c:v>-1.426856773</c:v>
                </c:pt>
                <c:pt idx="53">
                  <c:v>-1.430915719</c:v>
                </c:pt>
                <c:pt idx="54">
                  <c:v>-1.434900183</c:v>
                </c:pt>
                <c:pt idx="55">
                  <c:v>-1.438812852</c:v>
                </c:pt>
                <c:pt idx="56">
                  <c:v>-1.442656266</c:v>
                </c:pt>
                <c:pt idx="57">
                  <c:v>-1.446432835</c:v>
                </c:pt>
                <c:pt idx="58">
                  <c:v>-1.450144844</c:v>
                </c:pt>
                <c:pt idx="59">
                  <c:v>-1.453794464</c:v>
                </c:pt>
                <c:pt idx="60">
                  <c:v>-1.457383756</c:v>
                </c:pt>
                <c:pt idx="61">
                  <c:v>-1.460914683</c:v>
                </c:pt>
                <c:pt idx="62">
                  <c:v>-1.464389113</c:v>
                </c:pt>
                <c:pt idx="63">
                  <c:v>-1.467808826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-0.8503778588</c:v>
                </c:pt>
                <c:pt idx="2">
                  <c:v>-0.9384234883</c:v>
                </c:pt>
                <c:pt idx="3">
                  <c:v>-1.000892857</c:v>
                </c:pt>
                <c:pt idx="4">
                  <c:v>-1.049347863</c:v>
                </c:pt>
                <c:pt idx="5">
                  <c:v>-1.088938486</c:v>
                </c:pt>
                <c:pt idx="6">
                  <c:v>-1.122411881</c:v>
                </c:pt>
                <c:pt idx="7">
                  <c:v>-1.151407854</c:v>
                </c:pt>
                <c:pt idx="8">
                  <c:v>-1.176984116</c:v>
                </c:pt>
                <c:pt idx="9">
                  <c:v>-1.199862861</c:v>
                </c:pt>
                <c:pt idx="10">
                  <c:v>-1.220559203</c:v>
                </c:pt>
                <c:pt idx="11">
                  <c:v>-1.239453484</c:v>
                </c:pt>
                <c:pt idx="12">
                  <c:v>-1.256834537</c:v>
                </c:pt>
                <c:pt idx="13">
                  <c:v>-1.272926879</c:v>
                </c:pt>
                <c:pt idx="14">
                  <c:v>-1.28790849</c:v>
                </c:pt>
                <c:pt idx="15">
                  <c:v>-1.301922852</c:v>
                </c:pt>
                <c:pt idx="16">
                  <c:v>-1.315087322</c:v>
                </c:pt>
                <c:pt idx="17">
                  <c:v>-1.327499113</c:v>
                </c:pt>
                <c:pt idx="18">
                  <c:v>-1.339239661</c:v>
                </c:pt>
                <c:pt idx="19">
                  <c:v>-1.350377859</c:v>
                </c:pt>
                <c:pt idx="20">
                  <c:v>-1.360972508</c:v>
                </c:pt>
                <c:pt idx="21">
                  <c:v>-1.371074201</c:v>
                </c:pt>
                <c:pt idx="22">
                  <c:v>-1.380726779</c:v>
                </c:pt>
                <c:pt idx="23">
                  <c:v>-1.389968482</c:v>
                </c:pt>
                <c:pt idx="24">
                  <c:v>-1.398832865</c:v>
                </c:pt>
                <c:pt idx="25">
                  <c:v>-1.407349535</c:v>
                </c:pt>
                <c:pt idx="26">
                  <c:v>-1.415544743</c:v>
                </c:pt>
                <c:pt idx="27">
                  <c:v>-1.423441877</c:v>
                </c:pt>
                <c:pt idx="28">
                  <c:v>-1.43106186</c:v>
                </c:pt>
                <c:pt idx="29">
                  <c:v>-1.438423488</c:v>
                </c:pt>
                <c:pt idx="30">
                  <c:v>-1.445543708</c:v>
                </c:pt>
                <c:pt idx="31">
                  <c:v>-1.45243785</c:v>
                </c:pt>
                <c:pt idx="32">
                  <c:v>-1.459119831</c:v>
                </c:pt>
                <c:pt idx="33">
                  <c:v>-1.465602319</c:v>
                </c:pt>
                <c:pt idx="34">
                  <c:v>-1.471896883</c:v>
                </c:pt>
                <c:pt idx="35">
                  <c:v>-1.478014111</c:v>
                </c:pt>
                <c:pt idx="36">
                  <c:v>-1.483963723</c:v>
                </c:pt>
                <c:pt idx="37">
                  <c:v>-1.489754659</c:v>
                </c:pt>
                <c:pt idx="38">
                  <c:v>-1.495395164</c:v>
                </c:pt>
                <c:pt idx="39">
                  <c:v>-1.500892857</c:v>
                </c:pt>
                <c:pt idx="40">
                  <c:v>-1.506254789</c:v>
                </c:pt>
                <c:pt idx="41">
                  <c:v>-1.511487506</c:v>
                </c:pt>
                <c:pt idx="42">
                  <c:v>-1.516597089</c:v>
                </c:pt>
                <c:pt idx="43">
                  <c:v>-1.521589199</c:v>
                </c:pt>
                <c:pt idx="44">
                  <c:v>-1.526469118</c:v>
                </c:pt>
                <c:pt idx="45">
                  <c:v>-1.531241777</c:v>
                </c:pt>
                <c:pt idx="46">
                  <c:v>-1.53591179</c:v>
                </c:pt>
                <c:pt idx="47">
                  <c:v>-1.54048348</c:v>
                </c:pt>
                <c:pt idx="48">
                  <c:v>-1.544960901</c:v>
                </c:pt>
                <c:pt idx="49">
                  <c:v>-1.549347863</c:v>
                </c:pt>
                <c:pt idx="50">
                  <c:v>-1.553647949</c:v>
                </c:pt>
                <c:pt idx="51">
                  <c:v>-1.557864533</c:v>
                </c:pt>
                <c:pt idx="52">
                  <c:v>-1.562000796</c:v>
                </c:pt>
                <c:pt idx="53">
                  <c:v>-1.566059741</c:v>
                </c:pt>
                <c:pt idx="54">
                  <c:v>-1.570044206</c:v>
                </c:pt>
                <c:pt idx="55">
                  <c:v>-1.573956874</c:v>
                </c:pt>
                <c:pt idx="56">
                  <c:v>-1.577800289</c:v>
                </c:pt>
                <c:pt idx="57">
                  <c:v>-1.581576858</c:v>
                </c:pt>
                <c:pt idx="58">
                  <c:v>-1.585288867</c:v>
                </c:pt>
                <c:pt idx="59">
                  <c:v>-1.588938486</c:v>
                </c:pt>
                <c:pt idx="60">
                  <c:v>-1.592527778</c:v>
                </c:pt>
                <c:pt idx="61">
                  <c:v>-1.596058706</c:v>
                </c:pt>
                <c:pt idx="62">
                  <c:v>-1.599533136</c:v>
                </c:pt>
                <c:pt idx="63">
                  <c:v>-1.602952848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-0.9035034139</c:v>
                </c:pt>
                <c:pt idx="2">
                  <c:v>-1.030625382</c:v>
                </c:pt>
                <c:pt idx="3">
                  <c:v>-1.12478583</c:v>
                </c:pt>
                <c:pt idx="4">
                  <c:v>-1.200177336</c:v>
                </c:pt>
                <c:pt idx="5">
                  <c:v>-1.263319542</c:v>
                </c:pt>
                <c:pt idx="6">
                  <c:v>-1.317782916</c:v>
                </c:pt>
                <c:pt idx="7">
                  <c:v>-1.365748556</c:v>
                </c:pt>
                <c:pt idx="8">
                  <c:v>-1.408652654</c:v>
                </c:pt>
                <c:pt idx="9">
                  <c:v>-1.447494246</c:v>
                </c:pt>
                <c:pt idx="10">
                  <c:v>-1.48299804</c:v>
                </c:pt>
                <c:pt idx="11">
                  <c:v>-1.515707446</c:v>
                </c:pt>
                <c:pt idx="12">
                  <c:v>-1.54604101</c:v>
                </c:pt>
                <c:pt idx="13">
                  <c:v>-1.574328332</c:v>
                </c:pt>
                <c:pt idx="14">
                  <c:v>-1.600833856</c:v>
                </c:pt>
                <c:pt idx="15">
                  <c:v>-1.625773148</c:v>
                </c:pt>
                <c:pt idx="16">
                  <c:v>-1.649324358</c:v>
                </c:pt>
                <c:pt idx="17">
                  <c:v>-1.671636489</c:v>
                </c:pt>
                <c:pt idx="18">
                  <c:v>-1.692835478</c:v>
                </c:pt>
                <c:pt idx="19">
                  <c:v>-1.71302877</c:v>
                </c:pt>
                <c:pt idx="20">
                  <c:v>-1.7323088</c:v>
                </c:pt>
                <c:pt idx="21">
                  <c:v>-1.750755683</c:v>
                </c:pt>
                <c:pt idx="22">
                  <c:v>-1.76843933</c:v>
                </c:pt>
                <c:pt idx="23">
                  <c:v>-1.785421126</c:v>
                </c:pt>
                <c:pt idx="24">
                  <c:v>-1.801755266</c:v>
                </c:pt>
                <c:pt idx="25">
                  <c:v>-1.817489849</c:v>
                </c:pt>
                <c:pt idx="26">
                  <c:v>-1.832667764</c:v>
                </c:pt>
                <c:pt idx="27">
                  <c:v>-1.84732742</c:v>
                </c:pt>
                <c:pt idx="28">
                  <c:v>-1.861503354</c:v>
                </c:pt>
                <c:pt idx="29">
                  <c:v>-1.875226735</c:v>
                </c:pt>
                <c:pt idx="30">
                  <c:v>-1.888525797</c:v>
                </c:pt>
                <c:pt idx="31">
                  <c:v>-1.90142619</c:v>
                </c:pt>
                <c:pt idx="32">
                  <c:v>-1.913951294</c:v>
                </c:pt>
                <c:pt idx="33">
                  <c:v>-1.926122479</c:v>
                </c:pt>
                <c:pt idx="34">
                  <c:v>-1.937959329</c:v>
                </c:pt>
                <c:pt idx="35">
                  <c:v>-1.949479836</c:v>
                </c:pt>
                <c:pt idx="36">
                  <c:v>-1.960700571</c:v>
                </c:pt>
                <c:pt idx="37">
                  <c:v>-1.97163683</c:v>
                </c:pt>
                <c:pt idx="38">
                  <c:v>-1.982302761</c:v>
                </c:pt>
                <c:pt idx="39">
                  <c:v>-1.992711477</c:v>
                </c:pt>
                <c:pt idx="40">
                  <c:v>-2.002875155</c:v>
                </c:pt>
                <c:pt idx="41">
                  <c:v>-2.012805124</c:v>
                </c:pt>
                <c:pt idx="42">
                  <c:v>-2.022511942</c:v>
                </c:pt>
                <c:pt idx="43">
                  <c:v>-2.032005462</c:v>
                </c:pt>
                <c:pt idx="44">
                  <c:v>-2.0412949</c:v>
                </c:pt>
                <c:pt idx="45">
                  <c:v>-2.050388881</c:v>
                </c:pt>
                <c:pt idx="46">
                  <c:v>-2.059295496</c:v>
                </c:pt>
                <c:pt idx="47">
                  <c:v>-2.068022338</c:v>
                </c:pt>
                <c:pt idx="48">
                  <c:v>-2.076576551</c:v>
                </c:pt>
                <c:pt idx="49">
                  <c:v>-2.084964855</c:v>
                </c:pt>
                <c:pt idx="50">
                  <c:v>-2.093193587</c:v>
                </c:pt>
                <c:pt idx="51">
                  <c:v>-2.101268726</c:v>
                </c:pt>
                <c:pt idx="52">
                  <c:v>-2.109195919</c:v>
                </c:pt>
                <c:pt idx="53">
                  <c:v>-2.116980508</c:v>
                </c:pt>
                <c:pt idx="54">
                  <c:v>-2.124627549</c:v>
                </c:pt>
                <c:pt idx="55">
                  <c:v>-2.132141832</c:v>
                </c:pt>
                <c:pt idx="56">
                  <c:v>-2.139527902</c:v>
                </c:pt>
                <c:pt idx="57">
                  <c:v>-2.146790074</c:v>
                </c:pt>
                <c:pt idx="58">
                  <c:v>-2.153932447</c:v>
                </c:pt>
                <c:pt idx="59">
                  <c:v>-2.160958921</c:v>
                </c:pt>
                <c:pt idx="60">
                  <c:v>-2.167873205</c:v>
                </c:pt>
                <c:pt idx="61">
                  <c:v>-2.174678836</c:v>
                </c:pt>
                <c:pt idx="62">
                  <c:v>-2.181379185</c:v>
                </c:pt>
                <c:pt idx="63">
                  <c:v>-2.187977466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log₁₀(number of sensors 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0.3159892817</c:v>
                </c:pt>
                <c:pt idx="1">
                  <c:v>0.2270000029</c:v>
                </c:pt>
                <c:pt idx="2">
                  <c:v>0.1882195232</c:v>
                </c:pt>
                <c:pt idx="3">
                  <c:v>0.1645956663</c:v>
                </c:pt>
                <c:pt idx="4">
                  <c:v>0.1494000238</c:v>
                </c:pt>
                <c:pt idx="5">
                  <c:v>0.1376523412</c:v>
                </c:pt>
                <c:pt idx="6">
                  <c:v>0.1286058036</c:v>
                </c:pt>
                <c:pt idx="7">
                  <c:v>0.1213792279</c:v>
                </c:pt>
                <c:pt idx="8">
                  <c:v>0.1160036053</c:v>
                </c:pt>
                <c:pt idx="9">
                  <c:v>0.1109949074</c:v>
                </c:pt>
                <c:pt idx="10">
                  <c:v>0.1067221803</c:v>
                </c:pt>
                <c:pt idx="11">
                  <c:v>0.1030263025</c:v>
                </c:pt>
                <c:pt idx="12">
                  <c:v>0.09979216663</c:v>
                </c:pt>
                <c:pt idx="13">
                  <c:v>0.09693420503</c:v>
                </c:pt>
                <c:pt idx="14">
                  <c:v>0.09438733255</c:v>
                </c:pt>
                <c:pt idx="15">
                  <c:v>0.09210106368</c:v>
                </c:pt>
                <c:pt idx="16">
                  <c:v>0.09041841666</c:v>
                </c:pt>
                <c:pt idx="17">
                  <c:v>0.08852824343</c:v>
                </c:pt>
                <c:pt idx="18">
                  <c:v>0.08680215393</c:v>
                </c:pt>
                <c:pt idx="19">
                  <c:v>0.08521878646</c:v>
                </c:pt>
                <c:pt idx="20">
                  <c:v>0.08376042878</c:v>
                </c:pt>
                <c:pt idx="21">
                  <c:v>0.08241225767</c:v>
                </c:pt>
                <c:pt idx="22">
                  <c:v>0.08116176317</c:v>
                </c:pt>
                <c:pt idx="23">
                  <c:v>0.07999830679</c:v>
                </c:pt>
                <c:pt idx="24">
                  <c:v>0.07891277839</c:v>
                </c:pt>
                <c:pt idx="25">
                  <c:v>0.07789732679</c:v>
                </c:pt>
                <c:pt idx="26">
                  <c:v>0.07694514598</c:v>
                </c:pt>
                <c:pt idx="27">
                  <c:v>0.07605030406</c:v>
                </c:pt>
                <c:pt idx="28">
                  <c:v>0.075207605</c:v>
                </c:pt>
                <c:pt idx="29">
                  <c:v>0.07441247618</c:v>
                </c:pt>
                <c:pt idx="30">
                  <c:v>0.07366087617</c:v>
                </c:pt>
                <c:pt idx="31">
                  <c:v>0.07294921858</c:v>
                </c:pt>
                <c:pt idx="32">
                  <c:v>0.0725229468</c:v>
                </c:pt>
                <c:pt idx="33">
                  <c:v>0.07187678069</c:v>
                </c:pt>
                <c:pt idx="34">
                  <c:v>0.07126217213</c:v>
                </c:pt>
                <c:pt idx="35">
                  <c:v>0.07067680114</c:v>
                </c:pt>
                <c:pt idx="36">
                  <c:v>0.07011857421</c:v>
                </c:pt>
                <c:pt idx="37">
                  <c:v>0.06958559691</c:v>
                </c:pt>
                <c:pt idx="38">
                  <c:v>0.06907615047</c:v>
                </c:pt>
                <c:pt idx="39">
                  <c:v>0.06858867157</c:v>
                </c:pt>
                <c:pt idx="40">
                  <c:v>0.0681217349</c:v>
                </c:pt>
                <c:pt idx="41">
                  <c:v>0.06767403809</c:v>
                </c:pt>
                <c:pt idx="42">
                  <c:v>0.06724438851</c:v>
                </c:pt>
                <c:pt idx="43">
                  <c:v>0.06683169184</c:v>
                </c:pt>
                <c:pt idx="44">
                  <c:v>0.06643494198</c:v>
                </c:pt>
                <c:pt idx="45">
                  <c:v>0.06605321223</c:v>
                </c:pt>
                <c:pt idx="46">
                  <c:v>0.06568564752</c:v>
                </c:pt>
                <c:pt idx="47">
                  <c:v>0.06533145751</c:v>
                </c:pt>
                <c:pt idx="48">
                  <c:v>0.06498991052</c:v>
                </c:pt>
                <c:pt idx="49">
                  <c:v>0.06466032814</c:v>
                </c:pt>
                <c:pt idx="50">
                  <c:v>0.06434208034</c:v>
                </c:pt>
                <c:pt idx="51">
                  <c:v>0.06403458127</c:v>
                </c:pt>
                <c:pt idx="52">
                  <c:v>0.06373728535</c:v>
                </c:pt>
                <c:pt idx="53">
                  <c:v>0.06344968385</c:v>
                </c:pt>
                <c:pt idx="54">
                  <c:v>0.06317130178</c:v>
                </c:pt>
                <c:pt idx="55">
                  <c:v>0.06290169512</c:v>
                </c:pt>
                <c:pt idx="56">
                  <c:v>0.06264044832</c:v>
                </c:pt>
                <c:pt idx="57">
                  <c:v>0.062387172</c:v>
                </c:pt>
                <c:pt idx="58">
                  <c:v>0.06214150092</c:v>
                </c:pt>
                <c:pt idx="59">
                  <c:v>0.06190309211</c:v>
                </c:pt>
                <c:pt idx="60">
                  <c:v>0.06167162318</c:v>
                </c:pt>
                <c:pt idx="61">
                  <c:v>0.0614467908</c:v>
                </c:pt>
                <c:pt idx="62">
                  <c:v>0.06122830926</c:v>
                </c:pt>
                <c:pt idx="63">
                  <c:v>0.06101590924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0.2558669538</c:v>
                </c:pt>
                <c:pt idx="1">
                  <c:v>0.1853060657</c:v>
                </c:pt>
                <c:pt idx="2">
                  <c:v>0.1548100358</c:v>
                </c:pt>
                <c:pt idx="3">
                  <c:v>0.1360014782</c:v>
                </c:pt>
                <c:pt idx="4">
                  <c:v>0.124274303</c:v>
                </c:pt>
                <c:pt idx="5">
                  <c:v>0.1149693282</c:v>
                </c:pt>
                <c:pt idx="6">
                  <c:v>0.1078324396</c:v>
                </c:pt>
                <c:pt idx="7">
                  <c:v>0.1021530787</c:v>
                </c:pt>
                <c:pt idx="8">
                  <c:v>0.09816664163</c:v>
                </c:pt>
                <c:pt idx="9">
                  <c:v>0.09424296921</c:v>
                </c:pt>
                <c:pt idx="10">
                  <c:v>0.09090681501</c:v>
                </c:pt>
                <c:pt idx="11">
                  <c:v>0.08803015859</c:v>
                </c:pt>
                <c:pt idx="12">
                  <c:v>0.08552052051</c:v>
                </c:pt>
                <c:pt idx="13">
                  <c:v>0.08330925144</c:v>
                </c:pt>
                <c:pt idx="14">
                  <c:v>0.08134420937</c:v>
                </c:pt>
                <c:pt idx="15">
                  <c:v>0.0795850067</c:v>
                </c:pt>
                <c:pt idx="16">
                  <c:v>0.07844143957</c:v>
                </c:pt>
                <c:pt idx="17">
                  <c:v>0.07698815826</c:v>
                </c:pt>
                <c:pt idx="18">
                  <c:v>0.07566419716</c:v>
                </c:pt>
                <c:pt idx="19">
                  <c:v>0.0744525052</c:v>
                </c:pt>
                <c:pt idx="20">
                  <c:v>0.0734801759</c:v>
                </c:pt>
                <c:pt idx="21">
                  <c:v>0.07262183396</c:v>
                </c:pt>
                <c:pt idx="22">
                  <c:v>0.07182051601</c:v>
                </c:pt>
                <c:pt idx="23">
                  <c:v>0.07107037764</c:v>
                </c:pt>
                <c:pt idx="24">
                  <c:v>0.07036637747</c:v>
                </c:pt>
                <c:pt idx="25">
                  <c:v>0.06970414026</c:v>
                </c:pt>
                <c:pt idx="26">
                  <c:v>0.06907984757</c:v>
                </c:pt>
                <c:pt idx="27">
                  <c:v>0.06849014969</c:v>
                </c:pt>
                <c:pt idx="28">
                  <c:v>0.06793209403</c:v>
                </c:pt>
                <c:pt idx="29">
                  <c:v>0.06740306657</c:v>
                </c:pt>
                <c:pt idx="30">
                  <c:v>0.06690074343</c:v>
                </c:pt>
                <c:pt idx="31">
                  <c:v>0.06642305079</c:v>
                </c:pt>
                <c:pt idx="32">
                  <c:v>0.06624044442</c:v>
                </c:pt>
                <c:pt idx="33">
                  <c:v>0.06580037845</c:v>
                </c:pt>
                <c:pt idx="34">
                  <c:v>0.06538021332</c:v>
                </c:pt>
                <c:pt idx="35">
                  <c:v>0.06497856645</c:v>
                </c:pt>
                <c:pt idx="36">
                  <c:v>0.06459418441</c:v>
                </c:pt>
                <c:pt idx="37">
                  <c:v>0.06422592789</c:v>
                </c:pt>
                <c:pt idx="38">
                  <c:v>0.06387275867</c:v>
                </c:pt>
                <c:pt idx="39">
                  <c:v>0.06353372844</c:v>
                </c:pt>
                <c:pt idx="40">
                  <c:v>0.06320796906</c:v>
                </c:pt>
                <c:pt idx="41">
                  <c:v>0.06289468407</c:v>
                </c:pt>
                <c:pt idx="42">
                  <c:v>0.06259314132</c:v>
                </c:pt>
                <c:pt idx="43">
                  <c:v>0.06230266643</c:v>
                </c:pt>
                <c:pt idx="44">
                  <c:v>0.06202263712</c:v>
                </c:pt>
                <c:pt idx="45">
                  <c:v>0.06175247817</c:v>
                </c:pt>
                <c:pt idx="46">
                  <c:v>0.06149165694</c:v>
                </c:pt>
                <c:pt idx="47">
                  <c:v>0.06123967948</c:v>
                </c:pt>
                <c:pt idx="48">
                  <c:v>0.06099608694</c:v>
                </c:pt>
                <c:pt idx="49">
                  <c:v>0.0607604525</c:v>
                </c:pt>
                <c:pt idx="50">
                  <c:v>0.06053237857</c:v>
                </c:pt>
                <c:pt idx="51">
                  <c:v>0.06031149423</c:v>
                </c:pt>
                <c:pt idx="52">
                  <c:v>0.06009745307</c:v>
                </c:pt>
                <c:pt idx="53">
                  <c:v>0.05988993108</c:v>
                </c:pt>
                <c:pt idx="54">
                  <c:v>0.05968862491</c:v>
                </c:pt>
                <c:pt idx="55">
                  <c:v>0.05949325017</c:v>
                </c:pt>
                <c:pt idx="56">
                  <c:v>0.05930353995</c:v>
                </c:pt>
                <c:pt idx="57">
                  <c:v>0.0591192435</c:v>
                </c:pt>
                <c:pt idx="58">
                  <c:v>0.05894012499</c:v>
                </c:pt>
                <c:pt idx="59">
                  <c:v>0.05876596239</c:v>
                </c:pt>
                <c:pt idx="60">
                  <c:v>0.05859654646</c:v>
                </c:pt>
                <c:pt idx="61">
                  <c:v>0.05843167985</c:v>
                </c:pt>
                <c:pt idx="62">
                  <c:v>0.05827117622</c:v>
                </c:pt>
                <c:pt idx="63">
                  <c:v>0.05811485949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0.2558669538</c:v>
                </c:pt>
                <c:pt idx="1">
                  <c:v>0.1732571296</c:v>
                </c:pt>
                <c:pt idx="2">
                  <c:v>0.1391941484</c:v>
                </c:pt>
                <c:pt idx="3">
                  <c:v>0.119035667</c:v>
                </c:pt>
                <c:pt idx="4">
                  <c:v>0.1070416907</c:v>
                </c:pt>
                <c:pt idx="5">
                  <c:v>0.09775468674</c:v>
                </c:pt>
                <c:pt idx="6">
                  <c:v>0.0908547967</c:v>
                </c:pt>
                <c:pt idx="7">
                  <c:v>0.08552584177</c:v>
                </c:pt>
                <c:pt idx="8">
                  <c:v>0.0820773006</c:v>
                </c:pt>
                <c:pt idx="9">
                  <c:v>0.07858053958</c:v>
                </c:pt>
                <c:pt idx="10">
                  <c:v>0.07567864353</c:v>
                </c:pt>
                <c:pt idx="11">
                  <c:v>0.07323299274</c:v>
                </c:pt>
                <c:pt idx="12">
                  <c:v>0.07114489787</c:v>
                </c:pt>
                <c:pt idx="13">
                  <c:v>0.06934215872</c:v>
                </c:pt>
                <c:pt idx="14">
                  <c:v>0.06777072564</c:v>
                </c:pt>
                <c:pt idx="15">
                  <c:v>0.06638933154</c:v>
                </c:pt>
                <c:pt idx="16">
                  <c:v>0.06569386902</c:v>
                </c:pt>
                <c:pt idx="17">
                  <c:v>0.06458238814</c:v>
                </c:pt>
                <c:pt idx="18">
                  <c:v>0.06358503768</c:v>
                </c:pt>
                <c:pt idx="19">
                  <c:v>0.06268531867</c:v>
                </c:pt>
                <c:pt idx="20">
                  <c:v>0.06195280694</c:v>
                </c:pt>
                <c:pt idx="21">
                  <c:v>0.06130709611</c:v>
                </c:pt>
                <c:pt idx="22">
                  <c:v>0.06071153661</c:v>
                </c:pt>
                <c:pt idx="23">
                  <c:v>0.0601604281</c:v>
                </c:pt>
                <c:pt idx="24">
                  <c:v>0.05964891139</c:v>
                </c:pt>
                <c:pt idx="25">
                  <c:v>0.05917281764</c:v>
                </c:pt>
                <c:pt idx="26">
                  <c:v>0.05872854893</c:v>
                </c:pt>
                <c:pt idx="27">
                  <c:v>0.05831298308</c:v>
                </c:pt>
                <c:pt idx="28">
                  <c:v>0.05792339693</c:v>
                </c:pt>
                <c:pt idx="29">
                  <c:v>0.05755740412</c:v>
                </c:pt>
                <c:pt idx="30">
                  <c:v>0.05721290424</c:v>
                </c:pt>
                <c:pt idx="31">
                  <c:v>0.05688804096</c:v>
                </c:pt>
                <c:pt idx="32">
                  <c:v>0.05689842375</c:v>
                </c:pt>
                <c:pt idx="33">
                  <c:v>0.05660034724</c:v>
                </c:pt>
                <c:pt idx="34">
                  <c:v>0.05631785872</c:v>
                </c:pt>
                <c:pt idx="35">
                  <c:v>0.05604975674</c:v>
                </c:pt>
                <c:pt idx="36">
                  <c:v>0.05579496109</c:v>
                </c:pt>
                <c:pt idx="37">
                  <c:v>0.05555249777</c:v>
                </c:pt>
                <c:pt idx="38">
                  <c:v>0.05532148615</c:v>
                </c:pt>
                <c:pt idx="39">
                  <c:v>0.05510112804</c:v>
                </c:pt>
                <c:pt idx="40">
                  <c:v>0.05489069817</c:v>
                </c:pt>
                <c:pt idx="41">
                  <c:v>0.05468953602</c:v>
                </c:pt>
                <c:pt idx="42">
                  <c:v>0.05449703872</c:v>
                </c:pt>
                <c:pt idx="43">
                  <c:v>0.05431265487</c:v>
                </c:pt>
                <c:pt idx="44">
                  <c:v>0.0541358791</c:v>
                </c:pt>
                <c:pt idx="45">
                  <c:v>0.05396624741</c:v>
                </c:pt>
                <c:pt idx="46">
                  <c:v>0.05380333292</c:v>
                </c:pt>
                <c:pt idx="47">
                  <c:v>0.0536467423</c:v>
                </c:pt>
                <c:pt idx="48">
                  <c:v>0.05349611246</c:v>
                </c:pt>
                <c:pt idx="49">
                  <c:v>0.0533511077</c:v>
                </c:pt>
                <c:pt idx="50">
                  <c:v>0.05321141721</c:v>
                </c:pt>
                <c:pt idx="51">
                  <c:v>0.05307675272</c:v>
                </c:pt>
                <c:pt idx="52">
                  <c:v>0.05294684655</c:v>
                </c:pt>
                <c:pt idx="53">
                  <c:v>0.05282144978</c:v>
                </c:pt>
                <c:pt idx="54">
                  <c:v>0.05270033059</c:v>
                </c:pt>
                <c:pt idx="55">
                  <c:v>0.05258327287</c:v>
                </c:pt>
                <c:pt idx="56">
                  <c:v>0.05247007488</c:v>
                </c:pt>
                <c:pt idx="57">
                  <c:v>0.05236054806</c:v>
                </c:pt>
                <c:pt idx="58">
                  <c:v>0.05225451599</c:v>
                </c:pt>
                <c:pt idx="59">
                  <c:v>0.0521518134</c:v>
                </c:pt>
                <c:pt idx="60">
                  <c:v>0.05205228533</c:v>
                </c:pt>
                <c:pt idx="61">
                  <c:v>0.05195578632</c:v>
                </c:pt>
                <c:pt idx="62">
                  <c:v>0.05186217967</c:v>
                </c:pt>
                <c:pt idx="63">
                  <c:v>0.05177133683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sensors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Optical error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0.07961902554</c:v>
                </c:pt>
                <c:pt idx="1">
                  <c:v>0.0647329637</c:v>
                </c:pt>
                <c:pt idx="2">
                  <c:v>0.04758283976</c:v>
                </c:pt>
              </c:numCache>
            </c:numRef>
          </c:val>
        </c:ser>
        <c:ser>
          <c:idx val="1"/>
          <c:order val="1"/>
          <c:tx>
            <c:v>Total error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0.09210106368</c:v>
                </c:pt>
                <c:pt idx="1">
                  <c:v>0.0795850067</c:v>
                </c:pt>
                <c:pt idx="2">
                  <c:v>0.06638933154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0.2483469631</c:v>
                </c:pt>
                <c:pt idx="2">
                  <c:v>0.2106031117</c:v>
                </c:pt>
                <c:pt idx="3">
                  <c:v>0.1867134477</c:v>
                </c:pt>
                <c:pt idx="4">
                  <c:v>0.1706816032</c:v>
                </c:pt>
                <c:pt idx="5">
                  <c:v>0.1581146647</c:v>
                </c:pt>
                <c:pt idx="6">
                  <c:v>0.1482835053</c:v>
                </c:pt>
                <c:pt idx="7">
                  <c:v>0.1403873584</c:v>
                </c:pt>
                <c:pt idx="8">
                  <c:v>0.1345229821</c:v>
                </c:pt>
                <c:pt idx="9">
                  <c:v>0.1289078616</c:v>
                </c:pt>
                <c:pt idx="10">
                  <c:v>0.1241511824</c:v>
                </c:pt>
                <c:pt idx="11">
                  <c:v>0.1200297081</c:v>
                </c:pt>
                <c:pt idx="12">
                  <c:v>0.116384787</c:v>
                </c:pt>
                <c:pt idx="13">
                  <c:v>0.1131828071</c:v>
                </c:pt>
                <c:pt idx="14">
                  <c:v>0.1104770775</c:v>
                </c:pt>
                <c:pt idx="15">
                  <c:v>0.108091079</c:v>
                </c:pt>
                <c:pt idx="16">
                  <c:v>0.1063793108</c:v>
                </c:pt>
                <c:pt idx="17">
                  <c:v>0.1043285148</c:v>
                </c:pt>
                <c:pt idx="18">
                  <c:v>0.1024488299</c:v>
                </c:pt>
                <c:pt idx="19">
                  <c:v>0.1008011329</c:v>
                </c:pt>
                <c:pt idx="20">
                  <c:v>0.09925018314</c:v>
                </c:pt>
                <c:pt idx="21">
                  <c:v>0.09781233972</c:v>
                </c:pt>
                <c:pt idx="22">
                  <c:v>0.09647460462</c:v>
                </c:pt>
                <c:pt idx="23">
                  <c:v>0.09520527783</c:v>
                </c:pt>
                <c:pt idx="24">
                  <c:v>0.09401587797</c:v>
                </c:pt>
                <c:pt idx="25">
                  <c:v>0.09289776961</c:v>
                </c:pt>
                <c:pt idx="26">
                  <c:v>0.09183689538</c:v>
                </c:pt>
                <c:pt idx="27">
                  <c:v>0.09082419957</c:v>
                </c:pt>
                <c:pt idx="28">
                  <c:v>0.08986449751</c:v>
                </c:pt>
                <c:pt idx="29">
                  <c:v>0.08894974412</c:v>
                </c:pt>
                <c:pt idx="30">
                  <c:v>0.08807929034</c:v>
                </c:pt>
                <c:pt idx="31">
                  <c:v>0.08724446031</c:v>
                </c:pt>
                <c:pt idx="32">
                  <c:v>0.0868118805</c:v>
                </c:pt>
                <c:pt idx="33">
                  <c:v>0.08606258135</c:v>
                </c:pt>
                <c:pt idx="34">
                  <c:v>0.08536488971</c:v>
                </c:pt>
                <c:pt idx="35">
                  <c:v>0.08469068081</c:v>
                </c:pt>
                <c:pt idx="36">
                  <c:v>0.08403870346</c:v>
                </c:pt>
                <c:pt idx="37">
                  <c:v>0.08341592126</c:v>
                </c:pt>
                <c:pt idx="38">
                  <c:v>0.08281353797</c:v>
                </c:pt>
                <c:pt idx="39">
                  <c:v>0.08223097105</c:v>
                </c:pt>
                <c:pt idx="40">
                  <c:v>0.08167022062</c:v>
                </c:pt>
                <c:pt idx="41">
                  <c:v>0.08113008355</c:v>
                </c:pt>
                <c:pt idx="42">
                  <c:v>0.08062455935</c:v>
                </c:pt>
                <c:pt idx="43">
                  <c:v>0.08013553355</c:v>
                </c:pt>
                <c:pt idx="44">
                  <c:v>0.07966449549</c:v>
                </c:pt>
                <c:pt idx="45">
                  <c:v>0.07920609795</c:v>
                </c:pt>
                <c:pt idx="46">
                  <c:v>0.07876366222</c:v>
                </c:pt>
                <c:pt idx="47">
                  <c:v>0.07833359341</c:v>
                </c:pt>
                <c:pt idx="48">
                  <c:v>0.0779276499</c:v>
                </c:pt>
                <c:pt idx="49">
                  <c:v>0.07753128836</c:v>
                </c:pt>
                <c:pt idx="50">
                  <c:v>0.07715111226</c:v>
                </c:pt>
                <c:pt idx="51">
                  <c:v>0.07678227791</c:v>
                </c:pt>
                <c:pt idx="52">
                  <c:v>0.07642384489</c:v>
                </c:pt>
                <c:pt idx="53">
                  <c:v>0.07608136167</c:v>
                </c:pt>
                <c:pt idx="54">
                  <c:v>0.07574618482</c:v>
                </c:pt>
                <c:pt idx="55">
                  <c:v>0.07541874438</c:v>
                </c:pt>
                <c:pt idx="56">
                  <c:v>0.07510071892</c:v>
                </c:pt>
                <c:pt idx="57">
                  <c:v>0.07478910121</c:v>
                </c:pt>
                <c:pt idx="58">
                  <c:v>0.0744850387</c:v>
                </c:pt>
                <c:pt idx="59">
                  <c:v>0.07418772747</c:v>
                </c:pt>
                <c:pt idx="60">
                  <c:v>0.07389632127</c:v>
                </c:pt>
                <c:pt idx="61">
                  <c:v>0.07361055701</c:v>
                </c:pt>
                <c:pt idx="62">
                  <c:v>0.07333208047</c:v>
                </c:pt>
                <c:pt idx="63">
                  <c:v>0.0730592694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0.2919599865</c:v>
                </c:pt>
                <c:pt idx="1">
                  <c:v>0.2109160112</c:v>
                </c:pt>
                <c:pt idx="2">
                  <c:v>0.181364937</c:v>
                </c:pt>
                <c:pt idx="3">
                  <c:v>0.1620697079</c:v>
                </c:pt>
                <c:pt idx="4">
                  <c:v>0.1491842943</c:v>
                </c:pt>
                <c:pt idx="5">
                  <c:v>0.1388165492</c:v>
                </c:pt>
                <c:pt idx="6">
                  <c:v>0.1306766515</c:v>
                </c:pt>
                <c:pt idx="7">
                  <c:v>0.1241408527</c:v>
                </c:pt>
                <c:pt idx="8">
                  <c:v>0.1194834371</c:v>
                </c:pt>
                <c:pt idx="9">
                  <c:v>0.1148003052</c:v>
                </c:pt>
                <c:pt idx="10">
                  <c:v>0.1108510104</c:v>
                </c:pt>
                <c:pt idx="11">
                  <c:v>0.1074338191</c:v>
                </c:pt>
                <c:pt idx="12">
                  <c:v>0.1044064469</c:v>
                </c:pt>
                <c:pt idx="13">
                  <c:v>0.1017572772</c:v>
                </c:pt>
                <c:pt idx="14">
                  <c:v>0.0995645556</c:v>
                </c:pt>
                <c:pt idx="15">
                  <c:v>0.09764657092</c:v>
                </c:pt>
                <c:pt idx="16">
                  <c:v>0.09640607428</c:v>
                </c:pt>
                <c:pt idx="17">
                  <c:v>0.09473314906</c:v>
                </c:pt>
                <c:pt idx="18">
                  <c:v>0.09319991063</c:v>
                </c:pt>
                <c:pt idx="19">
                  <c:v>0.09187930166</c:v>
                </c:pt>
                <c:pt idx="20">
                  <c:v>0.09074210257</c:v>
                </c:pt>
                <c:pt idx="21">
                  <c:v>0.08971849101</c:v>
                </c:pt>
                <c:pt idx="22">
                  <c:v>0.08875982833</c:v>
                </c:pt>
                <c:pt idx="23">
                  <c:v>0.08783687891</c:v>
                </c:pt>
                <c:pt idx="24">
                  <c:v>0.08696659421</c:v>
                </c:pt>
                <c:pt idx="25">
                  <c:v>0.0861433213</c:v>
                </c:pt>
                <c:pt idx="26">
                  <c:v>0.08535506792</c:v>
                </c:pt>
                <c:pt idx="27">
                  <c:v>0.08459485427</c:v>
                </c:pt>
                <c:pt idx="28">
                  <c:v>0.08387023088</c:v>
                </c:pt>
                <c:pt idx="29">
                  <c:v>0.08317461034</c:v>
                </c:pt>
                <c:pt idx="30">
                  <c:v>0.08250907909</c:v>
                </c:pt>
                <c:pt idx="31">
                  <c:v>0.08186593246</c:v>
                </c:pt>
                <c:pt idx="32">
                  <c:v>0.08163653012</c:v>
                </c:pt>
                <c:pt idx="33">
                  <c:v>0.0810566951</c:v>
                </c:pt>
                <c:pt idx="34">
                  <c:v>0.08051981836</c:v>
                </c:pt>
                <c:pt idx="35">
                  <c:v>0.07999698035</c:v>
                </c:pt>
                <c:pt idx="36">
                  <c:v>0.0794877311</c:v>
                </c:pt>
                <c:pt idx="37">
                  <c:v>0.07900020177</c:v>
                </c:pt>
                <c:pt idx="38">
                  <c:v>0.07852578045</c:v>
                </c:pt>
                <c:pt idx="39">
                  <c:v>0.07806447794</c:v>
                </c:pt>
                <c:pt idx="40">
                  <c:v>0.07761895907</c:v>
                </c:pt>
                <c:pt idx="41">
                  <c:v>0.07718845476</c:v>
                </c:pt>
                <c:pt idx="42">
                  <c:v>0.07678811314</c:v>
                </c:pt>
                <c:pt idx="43">
                  <c:v>0.07639929385</c:v>
                </c:pt>
                <c:pt idx="44">
                  <c:v>0.07602393673</c:v>
                </c:pt>
                <c:pt idx="45">
                  <c:v>0.07565678254</c:v>
                </c:pt>
                <c:pt idx="46">
                  <c:v>0.07530162756</c:v>
                </c:pt>
                <c:pt idx="47">
                  <c:v>0.07495499896</c:v>
                </c:pt>
                <c:pt idx="48">
                  <c:v>0.07462944292</c:v>
                </c:pt>
                <c:pt idx="49">
                  <c:v>0.07431000053</c:v>
                </c:pt>
                <c:pt idx="50">
                  <c:v>0.07400378772</c:v>
                </c:pt>
                <c:pt idx="51">
                  <c:v>0.07370595522</c:v>
                </c:pt>
                <c:pt idx="52">
                  <c:v>0.07341571535</c:v>
                </c:pt>
                <c:pt idx="53">
                  <c:v>0.07313901766</c:v>
                </c:pt>
                <c:pt idx="54">
                  <c:v>0.07286702899</c:v>
                </c:pt>
                <c:pt idx="55">
                  <c:v>0.0726003538</c:v>
                </c:pt>
                <c:pt idx="56">
                  <c:v>0.07234087951</c:v>
                </c:pt>
                <c:pt idx="57">
                  <c:v>0.07208561675</c:v>
                </c:pt>
                <c:pt idx="58">
                  <c:v>0.07183588191</c:v>
                </c:pt>
                <c:pt idx="59">
                  <c:v>0.0715909572</c:v>
                </c:pt>
                <c:pt idx="60">
                  <c:v>0.07135007465</c:v>
                </c:pt>
                <c:pt idx="61">
                  <c:v>0.07111306422</c:v>
                </c:pt>
                <c:pt idx="62">
                  <c:v>0.07088172416</c:v>
                </c:pt>
                <c:pt idx="63">
                  <c:v>0.07065446351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0.2919599865</c:v>
                </c:pt>
                <c:pt idx="1">
                  <c:v>0.200412721</c:v>
                </c:pt>
                <c:pt idx="2">
                  <c:v>0.1682322922</c:v>
                </c:pt>
                <c:pt idx="3">
                  <c:v>0.1481204853</c:v>
                </c:pt>
                <c:pt idx="4">
                  <c:v>0.135165731</c:v>
                </c:pt>
                <c:pt idx="5">
                  <c:v>0.1249322483</c:v>
                </c:pt>
                <c:pt idx="6">
                  <c:v>0.1170604386</c:v>
                </c:pt>
                <c:pt idx="7">
                  <c:v>0.1108619386</c:v>
                </c:pt>
                <c:pt idx="8">
                  <c:v>0.1066596714</c:v>
                </c:pt>
                <c:pt idx="9">
                  <c:v>0.1023341293</c:v>
                </c:pt>
                <c:pt idx="10">
                  <c:v>0.09874793454</c:v>
                </c:pt>
                <c:pt idx="11">
                  <c:v>0.09568588138</c:v>
                </c:pt>
                <c:pt idx="12">
                  <c:v>0.09299754414</c:v>
                </c:pt>
                <c:pt idx="13">
                  <c:v>0.09067770983</c:v>
                </c:pt>
                <c:pt idx="14">
                  <c:v>0.08882055837</c:v>
                </c:pt>
                <c:pt idx="15">
                  <c:v>0.08722742036</c:v>
                </c:pt>
                <c:pt idx="16">
                  <c:v>0.08635251093</c:v>
                </c:pt>
                <c:pt idx="17">
                  <c:v>0.08495927188</c:v>
                </c:pt>
                <c:pt idx="18">
                  <c:v>0.0836911562</c:v>
                </c:pt>
                <c:pt idx="19">
                  <c:v>0.08263219541</c:v>
                </c:pt>
                <c:pt idx="20">
                  <c:v>0.08168808491</c:v>
                </c:pt>
                <c:pt idx="21">
                  <c:v>0.08083338973</c:v>
                </c:pt>
                <c:pt idx="22">
                  <c:v>0.08003756169</c:v>
                </c:pt>
                <c:pt idx="23">
                  <c:v>0.0792691354</c:v>
                </c:pt>
                <c:pt idx="24">
                  <c:v>0.07854778201</c:v>
                </c:pt>
                <c:pt idx="25">
                  <c:v>0.07786801001</c:v>
                </c:pt>
                <c:pt idx="26">
                  <c:v>0.07721725674</c:v>
                </c:pt>
                <c:pt idx="27">
                  <c:v>0.07658846363</c:v>
                </c:pt>
                <c:pt idx="28">
                  <c:v>0.07599056613</c:v>
                </c:pt>
                <c:pt idx="29">
                  <c:v>0.075416823</c:v>
                </c:pt>
                <c:pt idx="30">
                  <c:v>0.07486891927</c:v>
                </c:pt>
                <c:pt idx="31">
                  <c:v>0.07433880834</c:v>
                </c:pt>
                <c:pt idx="32">
                  <c:v>0.07425737135</c:v>
                </c:pt>
                <c:pt idx="33">
                  <c:v>0.07378412651</c:v>
                </c:pt>
                <c:pt idx="34">
                  <c:v>0.07335236919</c:v>
                </c:pt>
                <c:pt idx="35">
                  <c:v>0.07293063827</c:v>
                </c:pt>
                <c:pt idx="36">
                  <c:v>0.0725187453</c:v>
                </c:pt>
                <c:pt idx="37">
                  <c:v>0.0721258766</c:v>
                </c:pt>
                <c:pt idx="38">
                  <c:v>0.07174284442</c:v>
                </c:pt>
                <c:pt idx="39">
                  <c:v>0.07136989826</c:v>
                </c:pt>
                <c:pt idx="40">
                  <c:v>0.07101016969</c:v>
                </c:pt>
                <c:pt idx="41">
                  <c:v>0.07066301447</c:v>
                </c:pt>
                <c:pt idx="42">
                  <c:v>0.07034515057</c:v>
                </c:pt>
                <c:pt idx="43">
                  <c:v>0.07003637866</c:v>
                </c:pt>
                <c:pt idx="44">
                  <c:v>0.06973897652</c:v>
                </c:pt>
                <c:pt idx="45">
                  <c:v>0.06944736168</c:v>
                </c:pt>
                <c:pt idx="46">
                  <c:v>0.06916581434</c:v>
                </c:pt>
                <c:pt idx="47">
                  <c:v>0.06889068504</c:v>
                </c:pt>
                <c:pt idx="48">
                  <c:v>0.06863574271</c:v>
                </c:pt>
                <c:pt idx="49">
                  <c:v>0.06838482495</c:v>
                </c:pt>
                <c:pt idx="50">
                  <c:v>0.0681457751</c:v>
                </c:pt>
                <c:pt idx="51">
                  <c:v>0.06791342413</c:v>
                </c:pt>
                <c:pt idx="52">
                  <c:v>0.06768701467</c:v>
                </c:pt>
                <c:pt idx="53">
                  <c:v>0.06747308809</c:v>
                </c:pt>
                <c:pt idx="54">
                  <c:v>0.06726214994</c:v>
                </c:pt>
                <c:pt idx="55">
                  <c:v>0.06705494123</c:v>
                </c:pt>
                <c:pt idx="56">
                  <c:v>0.06685358447</c:v>
                </c:pt>
                <c:pt idx="57">
                  <c:v>0.06665491868</c:v>
                </c:pt>
                <c:pt idx="58">
                  <c:v>0.06646043964</c:v>
                </c:pt>
                <c:pt idx="59">
                  <c:v>0.06626943835</c:v>
                </c:pt>
                <c:pt idx="60">
                  <c:v>0.06608114939</c:v>
                </c:pt>
                <c:pt idx="61">
                  <c:v>0.06589545071</c:v>
                </c:pt>
                <c:pt idx="62">
                  <c:v>0.0657143403</c:v>
                </c:pt>
                <c:pt idx="63">
                  <c:v>0.06553615519</c:v>
                </c:pt>
              </c:numCache>
            </c:numRef>
          </c:yVal>
        </c:ser>
        <c:ser>
          <c:idx val="3"/>
          <c:order val="3"/>
          <c:tx>
            <c:v>Coherent: optimized power</c:v>
          </c:tx>
          <c:spPr>
            <a:solidFill xmlns:a="http://schemas.openxmlformats.org/drawingml/2006/main">
              <a:srgbClr val="94A3B8"/>
            </a:solidFill>
            <a:ln xmlns:a="http://schemas.openxmlformats.org/drawingml/2006/main" w="23813">
              <a:solidFill>
                <a:srgbClr val="94A3B8"/>
              </a:solidFill>
            </a:ln>
          </c:spPr>
          <c:marker>
            <c:symbol val="none"/>
          </c:marker>
          <c:xVal>
            <c:numRef>
              <c:f>'Chart Data'!$G$2:$G$65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Data'!$H$2:$H$65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0.2483467807</c:v>
                </c:pt>
                <c:pt idx="2">
                  <c:v>0.2104829547</c:v>
                </c:pt>
                <c:pt idx="3">
                  <c:v>0.18656683</c:v>
                </c:pt>
                <c:pt idx="4">
                  <c:v>0.170547662</c:v>
                </c:pt>
                <c:pt idx="5">
                  <c:v>0.1579896961</c:v>
                </c:pt>
                <c:pt idx="6">
                  <c:v>0.1481680681</c:v>
                </c:pt>
                <c:pt idx="7">
                  <c:v>0.1402785367</c:v>
                </c:pt>
                <c:pt idx="8">
                  <c:v>0.1344193753</c:v>
                </c:pt>
                <c:pt idx="9">
                  <c:v>0.1288112463</c:v>
                </c:pt>
                <c:pt idx="10">
                  <c:v>0.1240578605</c:v>
                </c:pt>
                <c:pt idx="11">
                  <c:v>0.119938514</c:v>
                </c:pt>
                <c:pt idx="12">
                  <c:v>0.11629631</c:v>
                </c:pt>
                <c:pt idx="13">
                  <c:v>0.1130951022</c:v>
                </c:pt>
                <c:pt idx="14">
                  <c:v>0.1103806477</c:v>
                </c:pt>
                <c:pt idx="15">
                  <c:v>0.1079832411</c:v>
                </c:pt>
                <c:pt idx="16">
                  <c:v>0.1062639903</c:v>
                </c:pt>
                <c:pt idx="17">
                  <c:v>0.1042090272</c:v>
                </c:pt>
                <c:pt idx="18">
                  <c:v>0.1023256186</c:v>
                </c:pt>
                <c:pt idx="19">
                  <c:v>0.1006678752</c:v>
                </c:pt>
                <c:pt idx="20">
                  <c:v>0.09911034354</c:v>
                </c:pt>
                <c:pt idx="21">
                  <c:v>0.09766645788</c:v>
                </c:pt>
                <c:pt idx="22">
                  <c:v>0.09632317272</c:v>
                </c:pt>
                <c:pt idx="23">
                  <c:v>0.09505053516</c:v>
                </c:pt>
                <c:pt idx="24">
                  <c:v>0.09385816698</c:v>
                </c:pt>
                <c:pt idx="25">
                  <c:v>0.09273745414</c:v>
                </c:pt>
                <c:pt idx="26">
                  <c:v>0.09167491654</c:v>
                </c:pt>
                <c:pt idx="27">
                  <c:v>0.09066168789</c:v>
                </c:pt>
                <c:pt idx="28">
                  <c:v>0.08970169634</c:v>
                </c:pt>
                <c:pt idx="29">
                  <c:v>0.08878715442</c:v>
                </c:pt>
                <c:pt idx="30">
                  <c:v>0.08791710888</c:v>
                </c:pt>
                <c:pt idx="31">
                  <c:v>0.0870832667</c:v>
                </c:pt>
                <c:pt idx="32">
                  <c:v>0.08665012058</c:v>
                </c:pt>
                <c:pt idx="33">
                  <c:v>0.08590058397</c:v>
                </c:pt>
                <c:pt idx="34">
                  <c:v>0.085201119</c:v>
                </c:pt>
                <c:pt idx="35">
                  <c:v>0.08452593824</c:v>
                </c:pt>
                <c:pt idx="36">
                  <c:v>0.08387366644</c:v>
                </c:pt>
                <c:pt idx="37">
                  <c:v>0.08325045304</c:v>
                </c:pt>
                <c:pt idx="38">
                  <c:v>0.08264812236</c:v>
                </c:pt>
                <c:pt idx="39">
                  <c:v>0.08206597945</c:v>
                </c:pt>
                <c:pt idx="40">
                  <c:v>0.08150571236</c:v>
                </c:pt>
                <c:pt idx="41">
                  <c:v>0.08096610203</c:v>
                </c:pt>
                <c:pt idx="42">
                  <c:v>0.08045976964</c:v>
                </c:pt>
                <c:pt idx="43">
                  <c:v>0.07997016583</c:v>
                </c:pt>
                <c:pt idx="44">
                  <c:v>0.07949853226</c:v>
                </c:pt>
                <c:pt idx="45">
                  <c:v>0.07903993277</c:v>
                </c:pt>
                <c:pt idx="46">
                  <c:v>0.07859728194</c:v>
                </c:pt>
                <c:pt idx="47">
                  <c:v>0.07816724203</c:v>
                </c:pt>
                <c:pt idx="48">
                  <c:v>0.07776036188</c:v>
                </c:pt>
                <c:pt idx="49">
                  <c:v>0.07736345871</c:v>
                </c:pt>
                <c:pt idx="50">
                  <c:v>0.07698240234</c:v>
                </c:pt>
                <c:pt idx="51">
                  <c:v>0.07661277605</c:v>
                </c:pt>
                <c:pt idx="52">
                  <c:v>0.07625367325</c:v>
                </c:pt>
                <c:pt idx="53">
                  <c:v>0.07591000686</c:v>
                </c:pt>
                <c:pt idx="54">
                  <c:v>0.07557399072</c:v>
                </c:pt>
                <c:pt idx="55">
                  <c:v>0.07524595048</c:v>
                </c:pt>
                <c:pt idx="56">
                  <c:v>0.07492733902</c:v>
                </c:pt>
                <c:pt idx="57">
                  <c:v>0.07461541597</c:v>
                </c:pt>
                <c:pt idx="58">
                  <c:v>0.07431116398</c:v>
                </c:pt>
                <c:pt idx="59">
                  <c:v>0.07401382058</c:v>
                </c:pt>
                <c:pt idx="60">
                  <c:v>0.07372258542</c:v>
                </c:pt>
                <c:pt idx="61">
                  <c:v>0.07343718308</c:v>
                </c:pt>
                <c:pt idx="62">
                  <c:v>0.07315906326</c:v>
                </c:pt>
                <c:pt idx="63">
                  <c:v>0.07288673409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nearest sampling locations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16-node pilot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Data'!$A$2:$A$81</c:f>
              <c:numCache>
                <c:formatCode>General</c:formatCode>
                <c:ptCount val="80"/>
                <c:pt idx="0">
                  <c:v>-2</c:v>
                </c:pt>
                <c:pt idx="1">
                  <c:v>-1.962025316</c:v>
                </c:pt>
                <c:pt idx="2">
                  <c:v>-1.924050633</c:v>
                </c:pt>
                <c:pt idx="3">
                  <c:v>-1.886075949</c:v>
                </c:pt>
                <c:pt idx="4">
                  <c:v>-1.848101266</c:v>
                </c:pt>
                <c:pt idx="5">
                  <c:v>-1.810126582</c:v>
                </c:pt>
                <c:pt idx="6">
                  <c:v>-1.772151899</c:v>
                </c:pt>
                <c:pt idx="7">
                  <c:v>-1.734177215</c:v>
                </c:pt>
                <c:pt idx="8">
                  <c:v>-1.696202532</c:v>
                </c:pt>
                <c:pt idx="9">
                  <c:v>-1.658227848</c:v>
                </c:pt>
                <c:pt idx="10">
                  <c:v>-1.620253165</c:v>
                </c:pt>
                <c:pt idx="11">
                  <c:v>-1.582278481</c:v>
                </c:pt>
                <c:pt idx="12">
                  <c:v>-1.544303797</c:v>
                </c:pt>
                <c:pt idx="13">
                  <c:v>-1.506329114</c:v>
                </c:pt>
                <c:pt idx="14">
                  <c:v>-1.46835443</c:v>
                </c:pt>
                <c:pt idx="15">
                  <c:v>-1.430379747</c:v>
                </c:pt>
                <c:pt idx="16">
                  <c:v>-1.392405063</c:v>
                </c:pt>
                <c:pt idx="17">
                  <c:v>-1.35443038</c:v>
                </c:pt>
                <c:pt idx="18">
                  <c:v>-1.316455696</c:v>
                </c:pt>
                <c:pt idx="19">
                  <c:v>-1.278481013</c:v>
                </c:pt>
                <c:pt idx="20">
                  <c:v>-1.240506329</c:v>
                </c:pt>
                <c:pt idx="21">
                  <c:v>-1.202531646</c:v>
                </c:pt>
                <c:pt idx="22">
                  <c:v>-1.164556962</c:v>
                </c:pt>
                <c:pt idx="23">
                  <c:v>-1.126582278</c:v>
                </c:pt>
                <c:pt idx="24">
                  <c:v>-1.088607595</c:v>
                </c:pt>
                <c:pt idx="25">
                  <c:v>-1.050632911</c:v>
                </c:pt>
                <c:pt idx="26">
                  <c:v>-1.012658228</c:v>
                </c:pt>
                <c:pt idx="27">
                  <c:v>-0.9746835443</c:v>
                </c:pt>
                <c:pt idx="28">
                  <c:v>-0.9367088608</c:v>
                </c:pt>
                <c:pt idx="29">
                  <c:v>-0.8987341772</c:v>
                </c:pt>
                <c:pt idx="30">
                  <c:v>-0.8607594937</c:v>
                </c:pt>
                <c:pt idx="31">
                  <c:v>-0.8227848101</c:v>
                </c:pt>
                <c:pt idx="32">
                  <c:v>-0.7848101266</c:v>
                </c:pt>
                <c:pt idx="33">
                  <c:v>-0.746835443</c:v>
                </c:pt>
                <c:pt idx="34">
                  <c:v>-0.7088607595</c:v>
                </c:pt>
                <c:pt idx="35">
                  <c:v>-0.6708860759</c:v>
                </c:pt>
                <c:pt idx="36">
                  <c:v>-0.6329113924</c:v>
                </c:pt>
                <c:pt idx="37">
                  <c:v>-0.5949367089</c:v>
                </c:pt>
                <c:pt idx="38">
                  <c:v>-0.5569620253</c:v>
                </c:pt>
                <c:pt idx="39">
                  <c:v>-0.5189873418</c:v>
                </c:pt>
                <c:pt idx="40">
                  <c:v>-0.4810126582</c:v>
                </c:pt>
                <c:pt idx="41">
                  <c:v>-0.4430379747</c:v>
                </c:pt>
                <c:pt idx="42">
                  <c:v>-0.4050632911</c:v>
                </c:pt>
                <c:pt idx="43">
                  <c:v>-0.3670886076</c:v>
                </c:pt>
                <c:pt idx="44">
                  <c:v>-0.3291139241</c:v>
                </c:pt>
                <c:pt idx="45">
                  <c:v>-0.2911392405</c:v>
                </c:pt>
                <c:pt idx="46">
                  <c:v>-0.253164557</c:v>
                </c:pt>
                <c:pt idx="47">
                  <c:v>-0.2151898734</c:v>
                </c:pt>
                <c:pt idx="48">
                  <c:v>-0.1772151899</c:v>
                </c:pt>
                <c:pt idx="49">
                  <c:v>-0.1392405063</c:v>
                </c:pt>
                <c:pt idx="50">
                  <c:v>-0.1012658228</c:v>
                </c:pt>
                <c:pt idx="51">
                  <c:v>-0.06329113924</c:v>
                </c:pt>
                <c:pt idx="52">
                  <c:v>-0.0253164557</c:v>
                </c:pt>
                <c:pt idx="53">
                  <c:v>0.01265822785</c:v>
                </c:pt>
                <c:pt idx="54">
                  <c:v>0.05063291139</c:v>
                </c:pt>
                <c:pt idx="55">
                  <c:v>0.08860759494</c:v>
                </c:pt>
                <c:pt idx="56">
                  <c:v>0.1265822785</c:v>
                </c:pt>
                <c:pt idx="57">
                  <c:v>0.164556962</c:v>
                </c:pt>
                <c:pt idx="58">
                  <c:v>0.2025316456</c:v>
                </c:pt>
                <c:pt idx="59">
                  <c:v>0.2405063291</c:v>
                </c:pt>
                <c:pt idx="60">
                  <c:v>0.2784810127</c:v>
                </c:pt>
                <c:pt idx="61">
                  <c:v>0.3164556962</c:v>
                </c:pt>
                <c:pt idx="62">
                  <c:v>0.3544303797</c:v>
                </c:pt>
                <c:pt idx="63">
                  <c:v>0.3924050633</c:v>
                </c:pt>
                <c:pt idx="64">
                  <c:v>0.4303797468</c:v>
                </c:pt>
                <c:pt idx="65">
                  <c:v>0.4683544304</c:v>
                </c:pt>
                <c:pt idx="66">
                  <c:v>0.5063291139</c:v>
                </c:pt>
                <c:pt idx="67">
                  <c:v>0.5443037975</c:v>
                </c:pt>
                <c:pt idx="68">
                  <c:v>0.582278481</c:v>
                </c:pt>
                <c:pt idx="69">
                  <c:v>0.6202531646</c:v>
                </c:pt>
                <c:pt idx="70">
                  <c:v>0.6582278481</c:v>
                </c:pt>
                <c:pt idx="71">
                  <c:v>0.6962025316</c:v>
                </c:pt>
                <c:pt idx="72">
                  <c:v>0.7341772152</c:v>
                </c:pt>
                <c:pt idx="73">
                  <c:v>0.7721518987</c:v>
                </c:pt>
                <c:pt idx="74">
                  <c:v>0.8101265823</c:v>
                </c:pt>
                <c:pt idx="75">
                  <c:v>0.8481012658</c:v>
                </c:pt>
                <c:pt idx="76">
                  <c:v>0.8860759494</c:v>
                </c:pt>
                <c:pt idx="77">
                  <c:v>0.9240506329</c:v>
                </c:pt>
                <c:pt idx="78">
                  <c:v>0.9620253165</c:v>
                </c:pt>
                <c:pt idx="79">
                  <c:v>1</c:v>
                </c:pt>
              </c:numCache>
            </c:numRef>
          </c:xVal>
          <c:yVal>
            <c:numRef>
              <c:f>'Chart Data'!$B$2:$B$81</c:f>
              <c:numCache>
                <c:formatCode>0.##</c:formatCode>
                <c:ptCount val="80"/>
                <c:pt idx="0">
                  <c:v>1.641710675</c:v>
                </c:pt>
                <c:pt idx="1">
                  <c:v>1.638303055</c:v>
                </c:pt>
                <c:pt idx="2">
                  <c:v>1.634293341</c:v>
                </c:pt>
                <c:pt idx="3">
                  <c:v>1.629585609</c:v>
                </c:pt>
                <c:pt idx="4">
                  <c:v>1.62407271</c:v>
                </c:pt>
                <c:pt idx="5">
                  <c:v>1.617636541</c:v>
                </c:pt>
                <c:pt idx="6">
                  <c:v>1.610149049</c:v>
                </c:pt>
                <c:pt idx="7">
                  <c:v>1.601474237</c:v>
                </c:pt>
                <c:pt idx="8">
                  <c:v>1.59147144</c:v>
                </c:pt>
                <c:pt idx="9">
                  <c:v>1.580000136</c:v>
                </c:pt>
                <c:pt idx="10">
                  <c:v>1.566926501</c:v>
                </c:pt>
                <c:pt idx="11">
                  <c:v>1.552131777</c:v>
                </c:pt>
                <c:pt idx="12">
                  <c:v>1.535522303</c:v>
                </c:pt>
                <c:pt idx="13">
                  <c:v>1.517040751</c:v>
                </c:pt>
                <c:pt idx="14">
                  <c:v>1.496677742</c:v>
                </c:pt>
                <c:pt idx="15">
                  <c:v>1.474482617</c:v>
                </c:pt>
                <c:pt idx="16">
                  <c:v>1.450571855</c:v>
                </c:pt>
                <c:pt idx="17">
                  <c:v>1.425133522</c:v>
                </c:pt>
                <c:pt idx="18">
                  <c:v>1.398426325</c:v>
                </c:pt>
                <c:pt idx="19">
                  <c:v>1.370772399</c:v>
                </c:pt>
                <c:pt idx="20">
                  <c:v>1.3425438</c:v>
                </c:pt>
                <c:pt idx="21">
                  <c:v>1.314143691</c:v>
                </c:pt>
                <c:pt idx="22">
                  <c:v>1.285984095</c:v>
                </c:pt>
                <c:pt idx="23">
                  <c:v>1.258462769</c:v>
                </c:pt>
                <c:pt idx="24">
                  <c:v>1.23194182</c:v>
                </c:pt>
                <c:pt idx="25">
                  <c:v>1.206730386</c:v>
                </c:pt>
                <c:pt idx="26">
                  <c:v>1.183072901</c:v>
                </c:pt>
                <c:pt idx="27">
                  <c:v>1.16114357</c:v>
                </c:pt>
                <c:pt idx="28">
                  <c:v>1.141046716</c:v>
                </c:pt>
                <c:pt idx="29">
                  <c:v>1.122822008</c:v>
                </c:pt>
                <c:pt idx="30">
                  <c:v>1.106453139</c:v>
                </c:pt>
                <c:pt idx="31">
                  <c:v>1.091878463</c:v>
                </c:pt>
                <c:pt idx="32">
                  <c:v>1.079002211</c:v>
                </c:pt>
                <c:pt idx="33">
                  <c:v>1.067705226</c:v>
                </c:pt>
                <c:pt idx="34">
                  <c:v>1.057854484</c:v>
                </c:pt>
                <c:pt idx="35">
                  <c:v>1.049311019</c:v>
                </c:pt>
                <c:pt idx="36">
                  <c:v>1.04193613</c:v>
                </c:pt>
                <c:pt idx="37">
                  <c:v>1.035595935</c:v>
                </c:pt>
                <c:pt idx="38">
                  <c:v>1.030164478</c:v>
                </c:pt>
                <c:pt idx="39">
                  <c:v>1.02552563</c:v>
                </c:pt>
                <c:pt idx="40">
                  <c:v>1.021574036</c:v>
                </c:pt>
                <c:pt idx="41">
                  <c:v>1.018215372</c:v>
                </c:pt>
                <c:pt idx="42">
                  <c:v>1.015366087</c:v>
                </c:pt>
                <c:pt idx="43">
                  <c:v>1.012952831</c:v>
                </c:pt>
                <c:pt idx="44">
                  <c:v>1.010911681</c:v>
                </c:pt>
                <c:pt idx="45">
                  <c:v>1.009187267</c:v>
                </c:pt>
                <c:pt idx="46">
                  <c:v>1.007731872</c:v>
                </c:pt>
                <c:pt idx="47">
                  <c:v>1.006504549</c:v>
                </c:pt>
                <c:pt idx="48">
                  <c:v>1.005470284</c:v>
                </c:pt>
                <c:pt idx="49">
                  <c:v>1.004599225</c:v>
                </c:pt>
                <c:pt idx="50">
                  <c:v>1.003865985</c:v>
                </c:pt>
                <c:pt idx="51">
                  <c:v>1.003249017</c:v>
                </c:pt>
                <c:pt idx="52">
                  <c:v>1.002730068</c:v>
                </c:pt>
                <c:pt idx="53">
                  <c:v>1.002293695</c:v>
                </c:pt>
                <c:pt idx="54">
                  <c:v>1.001926851</c:v>
                </c:pt>
                <c:pt idx="55">
                  <c:v>1.001618523</c:v>
                </c:pt>
                <c:pt idx="56">
                  <c:v>1.001359422</c:v>
                </c:pt>
                <c:pt idx="57">
                  <c:v>1.001141721</c:v>
                </c:pt>
                <c:pt idx="58">
                  <c:v>1.000958829</c:v>
                </c:pt>
                <c:pt idx="59">
                  <c:v>1.000805195</c:v>
                </c:pt>
                <c:pt idx="60">
                  <c:v>1.000676151</c:v>
                </c:pt>
                <c:pt idx="61">
                  <c:v>1.000567769</c:v>
                </c:pt>
                <c:pt idx="62">
                  <c:v>1.000476746</c:v>
                </c:pt>
                <c:pt idx="63">
                  <c:v>1.000400306</c:v>
                </c:pt>
                <c:pt idx="64">
                  <c:v>1.000336115</c:v>
                </c:pt>
                <c:pt idx="65">
                  <c:v>1.000282213</c:v>
                </c:pt>
                <c:pt idx="66">
                  <c:v>1.000236952</c:v>
                </c:pt>
                <c:pt idx="67">
                  <c:v>1.000198947</c:v>
                </c:pt>
                <c:pt idx="68">
                  <c:v>1.000167036</c:v>
                </c:pt>
                <c:pt idx="69">
                  <c:v>1.000140243</c:v>
                </c:pt>
                <c:pt idx="70">
                  <c:v>1.000117746</c:v>
                </c:pt>
                <c:pt idx="71">
                  <c:v>1.000098858</c:v>
                </c:pt>
                <c:pt idx="72">
                  <c:v>1.000082999</c:v>
                </c:pt>
                <c:pt idx="73">
                  <c:v>1.000069684</c:v>
                </c:pt>
                <c:pt idx="74">
                  <c:v>1.000058505</c:v>
                </c:pt>
                <c:pt idx="75">
                  <c:v>1.000049119</c:v>
                </c:pt>
                <c:pt idx="76">
                  <c:v>1.000041239</c:v>
                </c:pt>
                <c:pt idx="77">
                  <c:v>1.000034623</c:v>
                </c:pt>
                <c:pt idx="78">
                  <c:v>1.000029068</c:v>
                </c:pt>
                <c:pt idx="79">
                  <c:v>1.000024404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Classical / quantum total 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temperature residual RMS (mK)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Data'!$B$2:$B$141</c:f>
              <c:numCache>
                <c:formatCode>0.##</c:formatCode>
                <c:ptCount val="140"/>
                <c:pt idx="0">
                  <c:v>0.2559986503</c:v>
                </c:pt>
                <c:pt idx="1">
                  <c:v>0.2462645924</c:v>
                </c:pt>
                <c:pt idx="2">
                  <c:v>0.2369266881</c:v>
                </c:pt>
                <c:pt idx="3">
                  <c:v>0.2279698364</c:v>
                </c:pt>
                <c:pt idx="4">
                  <c:v>0.2193795424</c:v>
                </c:pt>
                <c:pt idx="5">
                  <c:v>0.2111418938</c:v>
                </c:pt>
                <c:pt idx="6">
                  <c:v>0.2032435371</c:v>
                </c:pt>
                <c:pt idx="7">
                  <c:v>0.1956716552</c:v>
                </c:pt>
                <c:pt idx="8">
                  <c:v>0.1884139462</c:v>
                </c:pt>
                <c:pt idx="9">
                  <c:v>0.1814586014</c:v>
                </c:pt>
                <c:pt idx="10">
                  <c:v>0.1747942859</c:v>
                </c:pt>
                <c:pt idx="11">
                  <c:v>0.1684101185</c:v>
                </c:pt>
                <c:pt idx="12">
                  <c:v>0.1622956526</c:v>
                </c:pt>
                <c:pt idx="13">
                  <c:v>0.1564408579</c:v>
                </c:pt>
                <c:pt idx="14">
                  <c:v>0.1508361026</c:v>
                </c:pt>
                <c:pt idx="15">
                  <c:v>0.1454721354</c:v>
                </c:pt>
                <c:pt idx="16">
                  <c:v>0.1403400692</c:v>
                </c:pt>
                <c:pt idx="17">
                  <c:v>0.1354313643</c:v>
                </c:pt>
                <c:pt idx="18">
                  <c:v>0.1307378125</c:v>
                </c:pt>
                <c:pt idx="19">
                  <c:v>0.1262515213</c:v>
                </c:pt>
                <c:pt idx="20">
                  <c:v>0.1219648989</c:v>
                </c:pt>
                <c:pt idx="21">
                  <c:v>0.1178706392</c:v>
                </c:pt>
                <c:pt idx="22">
                  <c:v>0.1139617077</c:v>
                </c:pt>
                <c:pt idx="23">
                  <c:v>0.1102313269</c:v>
                </c:pt>
                <c:pt idx="24">
                  <c:v>0.1066729634</c:v>
                </c:pt>
                <c:pt idx="25">
                  <c:v>0.1032803141</c:v>
                </c:pt>
                <c:pt idx="26">
                  <c:v>0.1000472935</c:v>
                </c:pt>
                <c:pt idx="27">
                  <c:v>0.09696802186</c:v>
                </c:pt>
                <c:pt idx="28">
                  <c:v>0.09403681267</c:v>
                </c:pt>
                <c:pt idx="29">
                  <c:v>0.09124816176</c:v>
                </c:pt>
                <c:pt idx="30">
                  <c:v>0.08859673637</c:v>
                </c:pt>
                <c:pt idx="31">
                  <c:v>0.08607736497</c:v>
                </c:pt>
                <c:pt idx="32">
                  <c:v>0.08368502771</c:v>
                </c:pt>
                <c:pt idx="33">
                  <c:v>0.08141484754</c:v>
                </c:pt>
                <c:pt idx="34">
                  <c:v>0.07926208203</c:v>
                </c:pt>
                <c:pt idx="35">
                  <c:v>0.07722211597</c:v>
                </c:pt>
                <c:pt idx="36">
                  <c:v>0.07529045471</c:v>
                </c:pt>
                <c:pt idx="37">
                  <c:v>0.07346271835</c:v>
                </c:pt>
                <c:pt idx="38">
                  <c:v>0.07173463668</c:v>
                </c:pt>
                <c:pt idx="39">
                  <c:v>0.07010204497</c:v>
                </c:pt>
                <c:pt idx="40">
                  <c:v>0.06856088057</c:v>
                </c:pt>
                <c:pt idx="41">
                  <c:v>0.06710718023</c:v>
                </c:pt>
                <c:pt idx="42">
                  <c:v>0.06573707824</c:v>
                </c:pt>
                <c:pt idx="43">
                  <c:v>0.06444680513</c:v>
                </c:pt>
                <c:pt idx="44">
                  <c:v>0.06323268712</c:v>
                </c:pt>
                <c:pt idx="45">
                  <c:v>0.06209114601</c:v>
                </c:pt>
                <c:pt idx="46">
                  <c:v>0.06101869955</c:v>
                </c:pt>
                <c:pt idx="47">
                  <c:v>0.06001196221</c:v>
                </c:pt>
                <c:pt idx="48">
                  <c:v>0.05906764617</c:v>
                </c:pt>
                <c:pt idx="49">
                  <c:v>0.05818256252</c:v>
                </c:pt>
                <c:pt idx="50">
                  <c:v>0.05735362251</c:v>
                </c:pt>
                <c:pt idx="51">
                  <c:v>0.05657783883</c:v>
                </c:pt>
                <c:pt idx="52">
                  <c:v>0.05585232678</c:v>
                </c:pt>
                <c:pt idx="53">
                  <c:v>0.05517430523</c:v>
                </c:pt>
                <c:pt idx="54">
                  <c:v>0.05454109745</c:v>
                </c:pt>
                <c:pt idx="55">
                  <c:v>0.05395013159</c:v>
                </c:pt>
                <c:pt idx="56">
                  <c:v>0.05339894086</c:v>
                </c:pt>
                <c:pt idx="57">
                  <c:v>0.05288516338</c:v>
                </c:pt>
                <c:pt idx="58">
                  <c:v>0.05240654166</c:v>
                </c:pt>
                <c:pt idx="59">
                  <c:v>0.05196092172</c:v>
                </c:pt>
                <c:pt idx="60">
                  <c:v>0.05154625186</c:v>
                </c:pt>
                <c:pt idx="61">
                  <c:v>0.05116058106</c:v>
                </c:pt>
                <c:pt idx="62">
                  <c:v>0.05080205708</c:v>
                </c:pt>
                <c:pt idx="63">
                  <c:v>0.05046892424</c:v>
                </c:pt>
                <c:pt idx="64">
                  <c:v>0.05015952099</c:v>
                </c:pt>
                <c:pt idx="65">
                  <c:v>0.04987227714</c:v>
                </c:pt>
                <c:pt idx="66">
                  <c:v>0.04960571098</c:v>
                </c:pt>
                <c:pt idx="67">
                  <c:v>0.04935842623</c:v>
                </c:pt>
                <c:pt idx="68">
                  <c:v>0.04912910879</c:v>
                </c:pt>
                <c:pt idx="69">
                  <c:v>0.04891652347</c:v>
                </c:pt>
                <c:pt idx="70">
                  <c:v>0.0487195106</c:v>
                </c:pt>
                <c:pt idx="71">
                  <c:v>0.04853698269</c:v>
                </c:pt>
                <c:pt idx="72">
                  <c:v>0.04836792095</c:v>
                </c:pt>
                <c:pt idx="73">
                  <c:v>0.04821137198</c:v>
                </c:pt>
                <c:pt idx="74">
                  <c:v>0.04806644434</c:v>
                </c:pt>
                <c:pt idx="75">
                  <c:v>0.04793230535</c:v>
                </c:pt>
                <c:pt idx="76">
                  <c:v>0.0478081778</c:v>
                </c:pt>
                <c:pt idx="77">
                  <c:v>0.04769333687</c:v>
                </c:pt>
                <c:pt idx="78">
                  <c:v>0.04758710707</c:v>
                </c:pt>
                <c:pt idx="79">
                  <c:v>0.04748885932</c:v>
                </c:pt>
                <c:pt idx="80">
                  <c:v>0.04739800818</c:v>
                </c:pt>
                <c:pt idx="81">
                  <c:v>0.04731400908</c:v>
                </c:pt>
                <c:pt idx="82">
                  <c:v>0.04723635583</c:v>
                </c:pt>
                <c:pt idx="83">
                  <c:v>0.04716457809</c:v>
                </c:pt>
                <c:pt idx="84">
                  <c:v>0.04709823911</c:v>
                </c:pt>
                <c:pt idx="85">
                  <c:v>0.04703693346</c:v>
                </c:pt>
                <c:pt idx="86">
                  <c:v>0.04698028499</c:v>
                </c:pt>
                <c:pt idx="87">
                  <c:v>0.04692794482</c:v>
                </c:pt>
                <c:pt idx="88">
                  <c:v>0.04687958951</c:v>
                </c:pt>
                <c:pt idx="89">
                  <c:v>0.04683491927</c:v>
                </c:pt>
                <c:pt idx="90">
                  <c:v>0.04679365635</c:v>
                </c:pt>
                <c:pt idx="91">
                  <c:v>0.0467555435</c:v>
                </c:pt>
                <c:pt idx="92">
                  <c:v>0.0467203425</c:v>
                </c:pt>
                <c:pt idx="93">
                  <c:v>0.0466878328</c:v>
                </c:pt>
                <c:pt idx="94">
                  <c:v>0.04665781029</c:v>
                </c:pt>
                <c:pt idx="95">
                  <c:v>0.0466300861</c:v>
                </c:pt>
                <c:pt idx="96">
                  <c:v>0.04660448548</c:v>
                </c:pt>
                <c:pt idx="97">
                  <c:v>0.04658084681</c:v>
                </c:pt>
                <c:pt idx="98">
                  <c:v>0.04655902061</c:v>
                </c:pt>
                <c:pt idx="99">
                  <c:v>0.04653886866</c:v>
                </c:pt>
                <c:pt idx="100">
                  <c:v>0.04652026317</c:v>
                </c:pt>
                <c:pt idx="101">
                  <c:v>0.04650308601</c:v>
                </c:pt>
                <c:pt idx="102">
                  <c:v>0.046487228</c:v>
                </c:pt>
                <c:pt idx="103">
                  <c:v>0.04647258823</c:v>
                </c:pt>
                <c:pt idx="104">
                  <c:v>0.04645907344</c:v>
                </c:pt>
                <c:pt idx="105">
                  <c:v>0.04644659749</c:v>
                </c:pt>
                <c:pt idx="106">
                  <c:v>0.04643508076</c:v>
                </c:pt>
                <c:pt idx="107">
                  <c:v>0.04642444972</c:v>
                </c:pt>
                <c:pt idx="108">
                  <c:v>0.04641463643</c:v>
                </c:pt>
                <c:pt idx="109">
                  <c:v>0.04640557814</c:v>
                </c:pt>
                <c:pt idx="110">
                  <c:v>0.0463972169</c:v>
                </c:pt>
                <c:pt idx="111">
                  <c:v>0.04638949917</c:v>
                </c:pt>
                <c:pt idx="112">
                  <c:v>0.04638237553</c:v>
                </c:pt>
                <c:pt idx="113">
                  <c:v>0.04637580033</c:v>
                </c:pt>
                <c:pt idx="114">
                  <c:v>0.0463697314</c:v>
                </c:pt>
                <c:pt idx="115">
                  <c:v>0.04636412984</c:v>
                </c:pt>
                <c:pt idx="116">
                  <c:v>0.04635895969</c:v>
                </c:pt>
                <c:pt idx="117">
                  <c:v>0.04635418777</c:v>
                </c:pt>
                <c:pt idx="118">
                  <c:v>0.04634978345</c:v>
                </c:pt>
                <c:pt idx="119">
                  <c:v>0.04634571844</c:v>
                </c:pt>
                <c:pt idx="120">
                  <c:v>0.04634196662</c:v>
                </c:pt>
                <c:pt idx="121">
                  <c:v>0.04633850389</c:v>
                </c:pt>
                <c:pt idx="122">
                  <c:v>0.04633530799</c:v>
                </c:pt>
                <c:pt idx="123">
                  <c:v>0.04633235838</c:v>
                </c:pt>
                <c:pt idx="124">
                  <c:v>0.04632963609</c:v>
                </c:pt>
                <c:pt idx="125">
                  <c:v>0.04632712361</c:v>
                </c:pt>
                <c:pt idx="126">
                  <c:v>0.04632480478</c:v>
                </c:pt>
                <c:pt idx="127">
                  <c:v>0.04632266469</c:v>
                </c:pt>
                <c:pt idx="128">
                  <c:v>0.04632068956</c:v>
                </c:pt>
                <c:pt idx="129">
                  <c:v>0.04631886669</c:v>
                </c:pt>
                <c:pt idx="130">
                  <c:v>0.04631718435</c:v>
                </c:pt>
                <c:pt idx="131">
                  <c:v>0.0463156317</c:v>
                </c:pt>
                <c:pt idx="132">
                  <c:v>0.04631419875</c:v>
                </c:pt>
                <c:pt idx="133">
                  <c:v>0.04631287627</c:v>
                </c:pt>
                <c:pt idx="134">
                  <c:v>0.04631165576</c:v>
                </c:pt>
                <c:pt idx="135">
                  <c:v>0.04631052935</c:v>
                </c:pt>
                <c:pt idx="136">
                  <c:v>0.04630948979</c:v>
                </c:pt>
                <c:pt idx="137">
                  <c:v>0.04630853038</c:v>
                </c:pt>
                <c:pt idx="138">
                  <c:v>0.04630764495</c:v>
                </c:pt>
                <c:pt idx="139">
                  <c:v>0.0463068278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Data'!$D$2:$D$141</c:f>
              <c:numCache>
                <c:formatCode>0.##</c:formatCode>
                <c:ptCount val="140"/>
                <c:pt idx="0">
                  <c:v>0.2098748816</c:v>
                </c:pt>
                <c:pt idx="1">
                  <c:v>0.2020287219</c:v>
                </c:pt>
                <c:pt idx="2">
                  <c:v>0.1945070794</c:v>
                </c:pt>
                <c:pt idx="3">
                  <c:v>0.1872977293</c:v>
                </c:pt>
                <c:pt idx="4">
                  <c:v>0.1803889375</c:v>
                </c:pt>
                <c:pt idx="5">
                  <c:v>0.1737694404</c:v>
                </c:pt>
                <c:pt idx="6">
                  <c:v>0.1674284252</c:v>
                </c:pt>
                <c:pt idx="7">
                  <c:v>0.1613555112</c:v>
                </c:pt>
                <c:pt idx="8">
                  <c:v>0.1555407309</c:v>
                </c:pt>
                <c:pt idx="9">
                  <c:v>0.1499745129</c:v>
                </c:pt>
                <c:pt idx="10">
                  <c:v>0.1446476635</c:v>
                </c:pt>
                <c:pt idx="11">
                  <c:v>0.1395513509</c:v>
                </c:pt>
                <c:pt idx="12">
                  <c:v>0.134677088</c:v>
                </c:pt>
                <c:pt idx="13">
                  <c:v>0.130016717</c:v>
                </c:pt>
                <c:pt idx="14">
                  <c:v>0.1255623932</c:v>
                </c:pt>
                <c:pt idx="15">
                  <c:v>0.1213065704</c:v>
                </c:pt>
                <c:pt idx="16">
                  <c:v>0.117241986</c:v>
                </c:pt>
                <c:pt idx="17">
                  <c:v>0.1133616465</c:v>
                </c:pt>
                <c:pt idx="18">
                  <c:v>0.1096588135</c:v>
                </c:pt>
                <c:pt idx="19">
                  <c:v>0.1061269906</c:v>
                </c:pt>
                <c:pt idx="20">
                  <c:v>0.1027599096</c:v>
                </c:pt>
                <c:pt idx="21">
                  <c:v>0.09955151804</c:v>
                </c:pt>
                <c:pt idx="22">
                  <c:v>0.0964959672</c:v>
                </c:pt>
                <c:pt idx="23">
                  <c:v>0.09358759997</c:v>
                </c:pt>
                <c:pt idx="24">
                  <c:v>0.09082093975</c:v>
                </c:pt>
                <c:pt idx="25">
                  <c:v>0.08819067974</c:v>
                </c:pt>
                <c:pt idx="26">
                  <c:v>0.08569167284</c:v>
                </c:pt>
                <c:pt idx="27">
                  <c:v>0.08331892219</c:v>
                </c:pt>
                <c:pt idx="28">
                  <c:v>0.08106757241</c:v>
                </c:pt>
                <c:pt idx="29">
                  <c:v>0.07893290153</c:v>
                </c:pt>
                <c:pt idx="30">
                  <c:v>0.07691031372</c:v>
                </c:pt>
                <c:pt idx="31">
                  <c:v>0.07499533272</c:v>
                </c:pt>
                <c:pt idx="32">
                  <c:v>0.0731835962</c:v>
                </c:pt>
                <c:pt idx="33">
                  <c:v>0.07147085079</c:v>
                </c:pt>
                <c:pt idx="34">
                  <c:v>0.06985294803</c:v>
                </c:pt>
                <c:pt idx="35">
                  <c:v>0.06832584107</c:v>
                </c:pt>
                <c:pt idx="36">
                  <c:v>0.06688558213</c:v>
                </c:pt>
                <c:pt idx="37">
                  <c:v>0.0655283207</c:v>
                </c:pt>
                <c:pt idx="38">
                  <c:v>0.06425030242</c:v>
                </c:pt>
                <c:pt idx="39">
                  <c:v>0.06304786855</c:v>
                </c:pt>
                <c:pt idx="40">
                  <c:v>0.06191745596</c:v>
                </c:pt>
                <c:pt idx="41">
                  <c:v>0.0608555976</c:v>
                </c:pt>
                <c:pt idx="42">
                  <c:v>0.05985892325</c:v>
                </c:pt>
                <c:pt idx="43">
                  <c:v>0.0589241606</c:v>
                </c:pt>
                <c:pt idx="44">
                  <c:v>0.05804813646</c:v>
                </c:pt>
                <c:pt idx="45">
                  <c:v>0.05722777797</c:v>
                </c:pt>
                <c:pt idx="46">
                  <c:v>0.05646011394</c:v>
                </c:pt>
                <c:pt idx="47">
                  <c:v>0.05574227593</c:v>
                </c:pt>
                <c:pt idx="48">
                  <c:v>0.05507149923</c:v>
                </c:pt>
                <c:pt idx="49">
                  <c:v>0.05444512362</c:v>
                </c:pt>
                <c:pt idx="50">
                  <c:v>0.05386059381</c:v>
                </c:pt>
                <c:pt idx="51">
                  <c:v>0.05331545959</c:v>
                </c:pt>
                <c:pt idx="52">
                  <c:v>0.05280737558</c:v>
                </c:pt>
                <c:pt idx="53">
                  <c:v>0.05233410069</c:v>
                </c:pt>
                <c:pt idx="54">
                  <c:v>0.05189349715</c:v>
                </c:pt>
                <c:pt idx="55">
                  <c:v>0.05148352927</c:v>
                </c:pt>
                <c:pt idx="56">
                  <c:v>0.05110226173</c:v>
                </c:pt>
                <c:pt idx="57">
                  <c:v>0.05074785769</c:v>
                </c:pt>
                <c:pt idx="58">
                  <c:v>0.05041857649</c:v>
                </c:pt>
                <c:pt idx="59">
                  <c:v>0.05011277116</c:v>
                </c:pt>
                <c:pt idx="60">
                  <c:v>0.04982888568</c:v>
                </c:pt>
                <c:pt idx="61">
                  <c:v>0.04956545203</c:v>
                </c:pt>
                <c:pt idx="62">
                  <c:v>0.04932108709</c:v>
                </c:pt>
                <c:pt idx="63">
                  <c:v>0.04909448944</c:v>
                </c:pt>
                <c:pt idx="64">
                  <c:v>0.04888443603</c:v>
                </c:pt>
                <c:pt idx="65">
                  <c:v>0.04868977881</c:v>
                </c:pt>
                <c:pt idx="66">
                  <c:v>0.04850944133</c:v>
                </c:pt>
                <c:pt idx="67">
                  <c:v>0.04834241537</c:v>
                </c:pt>
                <c:pt idx="68">
                  <c:v>0.04818775749</c:v>
                </c:pt>
                <c:pt idx="69">
                  <c:v>0.04804458578</c:v>
                </c:pt>
                <c:pt idx="70">
                  <c:v>0.04791207649</c:v>
                </c:pt>
                <c:pt idx="71">
                  <c:v>0.04778946089</c:v>
                </c:pt>
                <c:pt idx="72">
                  <c:v>0.04767602213</c:v>
                </c:pt>
                <c:pt idx="73">
                  <c:v>0.04757109225</c:v>
                </c:pt>
                <c:pt idx="74">
                  <c:v>0.04747404924</c:v>
                </c:pt>
                <c:pt idx="75">
                  <c:v>0.04738431427</c:v>
                </c:pt>
                <c:pt idx="76">
                  <c:v>0.04730134901</c:v>
                </c:pt>
                <c:pt idx="77">
                  <c:v>0.04722465306</c:v>
                </c:pt>
                <c:pt idx="78">
                  <c:v>0.04715376156</c:v>
                </c:pt>
                <c:pt idx="79">
                  <c:v>0.04708824281</c:v>
                </c:pt>
                <c:pt idx="80">
                  <c:v>0.04702769617</c:v>
                </c:pt>
                <c:pt idx="81">
                  <c:v>0.0469717499</c:v>
                </c:pt>
                <c:pt idx="82">
                  <c:v>0.04692005927</c:v>
                </c:pt>
                <c:pt idx="83">
                  <c:v>0.04687230466</c:v>
                </c:pt>
                <c:pt idx="84">
                  <c:v>0.04682818988</c:v>
                </c:pt>
                <c:pt idx="85">
                  <c:v>0.04678744053</c:v>
                </c:pt>
                <c:pt idx="86">
                  <c:v>0.04674980242</c:v>
                </c:pt>
                <c:pt idx="87">
                  <c:v>0.04671504022</c:v>
                </c:pt>
                <c:pt idx="88">
                  <c:v>0.04668293607</c:v>
                </c:pt>
                <c:pt idx="89">
                  <c:v>0.04665328833</c:v>
                </c:pt>
                <c:pt idx="90">
                  <c:v>0.04662591043</c:v>
                </c:pt>
                <c:pt idx="91">
                  <c:v>0.04660062975</c:v>
                </c:pt>
                <c:pt idx="92">
                  <c:v>0.04657728666</c:v>
                </c:pt>
                <c:pt idx="93">
                  <c:v>0.0465557335</c:v>
                </c:pt>
                <c:pt idx="94">
                  <c:v>0.04653583376</c:v>
                </c:pt>
                <c:pt idx="95">
                  <c:v>0.04651746123</c:v>
                </c:pt>
                <c:pt idx="96">
                  <c:v>0.04650049922</c:v>
                </c:pt>
                <c:pt idx="97">
                  <c:v>0.0464848399</c:v>
                </c:pt>
                <c:pt idx="98">
                  <c:v>0.04647038362</c:v>
                </c:pt>
                <c:pt idx="99">
                  <c:v>0.04645703827</c:v>
                </c:pt>
                <c:pt idx="100">
                  <c:v>0.04644471878</c:v>
                </c:pt>
                <c:pt idx="101">
                  <c:v>0.04643334652</c:v>
                </c:pt>
                <c:pt idx="102">
                  <c:v>0.04642284886</c:v>
                </c:pt>
                <c:pt idx="103">
                  <c:v>0.04641315873</c:v>
                </c:pt>
                <c:pt idx="104">
                  <c:v>0.04640421414</c:v>
                </c:pt>
                <c:pt idx="105">
                  <c:v>0.04639595787</c:v>
                </c:pt>
                <c:pt idx="106">
                  <c:v>0.04638833705</c:v>
                </c:pt>
                <c:pt idx="107">
                  <c:v>0.04638130288</c:v>
                </c:pt>
                <c:pt idx="108">
                  <c:v>0.04637481026</c:v>
                </c:pt>
                <c:pt idx="109">
                  <c:v>0.04636881758</c:v>
                </c:pt>
                <c:pt idx="110">
                  <c:v>0.04636328639</c:v>
                </c:pt>
                <c:pt idx="111">
                  <c:v>0.0463581812</c:v>
                </c:pt>
                <c:pt idx="112">
                  <c:v>0.04635346925</c:v>
                </c:pt>
                <c:pt idx="113">
                  <c:v>0.04634912029</c:v>
                </c:pt>
                <c:pt idx="114">
                  <c:v>0.04634510637</c:v>
                </c:pt>
                <c:pt idx="115">
                  <c:v>0.04634140171</c:v>
                </c:pt>
                <c:pt idx="116">
                  <c:v>0.04633798251</c:v>
                </c:pt>
                <c:pt idx="117">
                  <c:v>0.04633482679</c:v>
                </c:pt>
                <c:pt idx="118">
                  <c:v>0.04633191426</c:v>
                </c:pt>
                <c:pt idx="119">
                  <c:v>0.0463292262</c:v>
                </c:pt>
                <c:pt idx="120">
                  <c:v>0.04632674531</c:v>
                </c:pt>
                <c:pt idx="121">
                  <c:v>0.04632445564</c:v>
                </c:pt>
                <c:pt idx="122">
                  <c:v>0.04632234246</c:v>
                </c:pt>
                <c:pt idx="123">
                  <c:v>0.04632039218</c:v>
                </c:pt>
                <c:pt idx="124">
                  <c:v>0.04631859223</c:v>
                </c:pt>
                <c:pt idx="125">
                  <c:v>0.04631693104</c:v>
                </c:pt>
                <c:pt idx="126">
                  <c:v>0.04631539792</c:v>
                </c:pt>
                <c:pt idx="127">
                  <c:v>0.04631398299</c:v>
                </c:pt>
                <c:pt idx="128">
                  <c:v>0.04631267715</c:v>
                </c:pt>
                <c:pt idx="129">
                  <c:v>0.04631147199</c:v>
                </c:pt>
                <c:pt idx="130">
                  <c:v>0.04631035975</c:v>
                </c:pt>
                <c:pt idx="131">
                  <c:v>0.04630933327</c:v>
                </c:pt>
                <c:pt idx="132">
                  <c:v>0.04630838593</c:v>
                </c:pt>
                <c:pt idx="133">
                  <c:v>0.04630751164</c:v>
                </c:pt>
                <c:pt idx="134">
                  <c:v>0.04630670476</c:v>
                </c:pt>
                <c:pt idx="135">
                  <c:v>0.0463059601</c:v>
                </c:pt>
                <c:pt idx="136">
                  <c:v>0.04630527287</c:v>
                </c:pt>
                <c:pt idx="137">
                  <c:v>0.04630463862</c:v>
                </c:pt>
                <c:pt idx="138">
                  <c:v>0.04630405328</c:v>
                </c:pt>
                <c:pt idx="139">
                  <c:v>0.04630351308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Data'!$F$2:$F$141</c:f>
              <c:numCache>
                <c:formatCode>0.##</c:formatCode>
                <c:ptCount val="140"/>
                <c:pt idx="0">
                  <c:v>0.1574323482</c:v>
                </c:pt>
                <c:pt idx="1">
                  <c:v>0.1517850787</c:v>
                </c:pt>
                <c:pt idx="2">
                  <c:v>0.1463801772</c:v>
                </c:pt>
                <c:pt idx="3">
                  <c:v>0.1412086934</c:v>
                </c:pt>
                <c:pt idx="4">
                  <c:v>0.1362620278</c:v>
                </c:pt>
                <c:pt idx="5">
                  <c:v>0.1315319149</c:v>
                </c:pt>
                <c:pt idx="6">
                  <c:v>0.1270104082</c:v>
                </c:pt>
                <c:pt idx="7">
                  <c:v>0.1226898641</c:v>
                </c:pt>
                <c:pt idx="8">
                  <c:v>0.1185629277</c:v>
                </c:pt>
                <c:pt idx="9">
                  <c:v>0.1146225178</c:v>
                </c:pt>
                <c:pt idx="10">
                  <c:v>0.1108618133</c:v>
                </c:pt>
                <c:pt idx="11">
                  <c:v>0.107274239</c:v>
                </c:pt>
                <c:pt idx="12">
                  <c:v>0.1038534524</c:v>
                </c:pt>
                <c:pt idx="13">
                  <c:v>0.1005933314</c:v>
                </c:pt>
                <c:pt idx="14">
                  <c:v>0.097487961</c:v>
                </c:pt>
                <c:pt idx="15">
                  <c:v>0.09453162196</c:v>
                </c:pt>
                <c:pt idx="16">
                  <c:v>0.0917187792</c:v>
                </c:pt>
                <c:pt idx="17">
                  <c:v>0.08904407091</c:v>
                </c:pt>
                <c:pt idx="18">
                  <c:v>0.08650229825</c:v>
                </c:pt>
                <c:pt idx="19">
                  <c:v>0.08408841569</c:v>
                </c:pt>
                <c:pt idx="20">
                  <c:v>0.081797522</c:v>
                </c:pt>
                <c:pt idx="21">
                  <c:v>0.07962485195</c:v>
                </c:pt>
                <c:pt idx="22">
                  <c:v>0.07756576875</c:v>
                </c:pt>
                <c:pt idx="23">
                  <c:v>0.07561575732</c:v>
                </c:pt>
                <c:pt idx="24">
                  <c:v>0.07377041825</c:v>
                </c:pt>
                <c:pt idx="25">
                  <c:v>0.07202546264</c:v>
                </c:pt>
                <c:pt idx="26">
                  <c:v>0.07037670779</c:v>
                </c:pt>
                <c:pt idx="27">
                  <c:v>0.06882007358</c:v>
                </c:pt>
                <c:pt idx="28">
                  <c:v>0.06735157973</c:v>
                </c:pt>
                <c:pt idx="29">
                  <c:v>0.06596734377</c:v>
                </c:pt>
                <c:pt idx="30">
                  <c:v>0.06466357966</c:v>
                </c:pt>
                <c:pt idx="31">
                  <c:v>0.0634365971</c:v>
                </c:pt>
                <c:pt idx="32">
                  <c:v>0.06228280137</c:v>
                </c:pt>
                <c:pt idx="33">
                  <c:v>0.0611986936</c:v>
                </c:pt>
                <c:pt idx="34">
                  <c:v>0.06018087151</c:v>
                </c:pt>
                <c:pt idx="35">
                  <c:v>0.05922603033</c:v>
                </c:pt>
                <c:pt idx="36">
                  <c:v>0.05833096399</c:v>
                </c:pt>
                <c:pt idx="37">
                  <c:v>0.05749256639</c:v>
                </c:pt>
                <c:pt idx="38">
                  <c:v>0.05670783262</c:v>
                </c:pt>
                <c:pt idx="39">
                  <c:v>0.05597386021</c:v>
                </c:pt>
                <c:pt idx="40">
                  <c:v>0.05528785012</c:v>
                </c:pt>
                <c:pt idx="41">
                  <c:v>0.05464710756</c:v>
                </c:pt>
                <c:pt idx="42">
                  <c:v>0.05404904259</c:v>
                </c:pt>
                <c:pt idx="43">
                  <c:v>0.05349117031</c:v>
                </c:pt>
                <c:pt idx="44">
                  <c:v>0.05297111077</c:v>
                </c:pt>
                <c:pt idx="45">
                  <c:v>0.05248658856</c:v>
                </c:pt>
                <c:pt idx="46">
                  <c:v>0.05203543194</c:v>
                </c:pt>
                <c:pt idx="47">
                  <c:v>0.05161557167</c:v>
                </c:pt>
                <c:pt idx="48">
                  <c:v>0.05122503951</c:v>
                </c:pt>
                <c:pt idx="49">
                  <c:v>0.05086196634</c:v>
                </c:pt>
                <c:pt idx="50">
                  <c:v>0.05052458004</c:v>
                </c:pt>
                <c:pt idx="51">
                  <c:v>0.050211203</c:v>
                </c:pt>
                <c:pt idx="52">
                  <c:v>0.0499202495</c:v>
                </c:pt>
                <c:pt idx="53">
                  <c:v>0.0496502228</c:v>
                </c:pt>
                <c:pt idx="54">
                  <c:v>0.04939971213</c:v>
                </c:pt>
                <c:pt idx="55">
                  <c:v>0.04916738944</c:v>
                </c:pt>
                <c:pt idx="56">
                  <c:v>0.0489520062</c:v>
                </c:pt>
                <c:pt idx="57">
                  <c:v>0.04875238997</c:v>
                </c:pt>
                <c:pt idx="58">
                  <c:v>0.04856744107</c:v>
                </c:pt>
                <c:pt idx="59">
                  <c:v>0.04839612911</c:v>
                </c:pt>
                <c:pt idx="60">
                  <c:v>0.04823748965</c:v>
                </c:pt>
                <c:pt idx="61">
                  <c:v>0.04809062084</c:v>
                </c:pt>
                <c:pt idx="62">
                  <c:v>0.04795468008</c:v>
                </c:pt>
                <c:pt idx="63">
                  <c:v>0.04782888085</c:v>
                </c:pt>
                <c:pt idx="64">
                  <c:v>0.0477124895</c:v>
                </c:pt>
                <c:pt idx="65">
                  <c:v>0.04760482228</c:v>
                </c:pt>
                <c:pt idx="66">
                  <c:v>0.0475052423</c:v>
                </c:pt>
                <c:pt idx="67">
                  <c:v>0.04741315679</c:v>
                </c:pt>
                <c:pt idx="68">
                  <c:v>0.04732801435</c:v>
                </c:pt>
                <c:pt idx="69">
                  <c:v>0.04724930234</c:v>
                </c:pt>
                <c:pt idx="70">
                  <c:v>0.04717654441</c:v>
                </c:pt>
                <c:pt idx="71">
                  <c:v>0.04710929819</c:v>
                </c:pt>
                <c:pt idx="72">
                  <c:v>0.04704715301</c:v>
                </c:pt>
                <c:pt idx="73">
                  <c:v>0.04698972781</c:v>
                </c:pt>
                <c:pt idx="74">
                  <c:v>0.04693666915</c:v>
                </c:pt>
                <c:pt idx="75">
                  <c:v>0.04688764934</c:v>
                </c:pt>
                <c:pt idx="76">
                  <c:v>0.04684236463</c:v>
                </c:pt>
                <c:pt idx="77">
                  <c:v>0.04680053359</c:v>
                </c:pt>
                <c:pt idx="78">
                  <c:v>0.04676189555</c:v>
                </c:pt>
                <c:pt idx="79">
                  <c:v>0.04672620909</c:v>
                </c:pt>
                <c:pt idx="80">
                  <c:v>0.04669325073</c:v>
                </c:pt>
                <c:pt idx="81">
                  <c:v>0.04666281361</c:v>
                </c:pt>
                <c:pt idx="82">
                  <c:v>0.0466347063</c:v>
                </c:pt>
                <c:pt idx="83">
                  <c:v>0.04660875171</c:v>
                </c:pt>
                <c:pt idx="84">
                  <c:v>0.04658478603</c:v>
                </c:pt>
                <c:pt idx="85">
                  <c:v>0.04656265773</c:v>
                </c:pt>
                <c:pt idx="86">
                  <c:v>0.04654222673</c:v>
                </c:pt>
                <c:pt idx="87">
                  <c:v>0.0465233635</c:v>
                </c:pt>
                <c:pt idx="88">
                  <c:v>0.0465059483</c:v>
                </c:pt>
                <c:pt idx="89">
                  <c:v>0.04648987044</c:v>
                </c:pt>
                <c:pt idx="90">
                  <c:v>0.04647502764</c:v>
                </c:pt>
                <c:pt idx="91">
                  <c:v>0.04646132538</c:v>
                </c:pt>
                <c:pt idx="92">
                  <c:v>0.04644867631</c:v>
                </c:pt>
                <c:pt idx="93">
                  <c:v>0.04643699973</c:v>
                </c:pt>
                <c:pt idx="94">
                  <c:v>0.0464262211</c:v>
                </c:pt>
                <c:pt idx="95">
                  <c:v>0.04641627154</c:v>
                </c:pt>
                <c:pt idx="96">
                  <c:v>0.04640708744</c:v>
                </c:pt>
                <c:pt idx="97">
                  <c:v>0.04639861004</c:v>
                </c:pt>
                <c:pt idx="98">
                  <c:v>0.04639078509</c:v>
                </c:pt>
                <c:pt idx="99">
                  <c:v>0.04638356246</c:v>
                </c:pt>
                <c:pt idx="100">
                  <c:v>0.04637689587</c:v>
                </c:pt>
                <c:pt idx="101">
                  <c:v>0.04637074259</c:v>
                </c:pt>
                <c:pt idx="102">
                  <c:v>0.04636506315</c:v>
                </c:pt>
                <c:pt idx="103">
                  <c:v>0.04635982111</c:v>
                </c:pt>
                <c:pt idx="104">
                  <c:v>0.04635498284</c:v>
                </c:pt>
                <c:pt idx="105">
                  <c:v>0.04635051727</c:v>
                </c:pt>
                <c:pt idx="106">
                  <c:v>0.04634639572</c:v>
                </c:pt>
                <c:pt idx="107">
                  <c:v>0.04634259172</c:v>
                </c:pt>
                <c:pt idx="108">
                  <c:v>0.04633908083</c:v>
                </c:pt>
                <c:pt idx="109">
                  <c:v>0.04633584047</c:v>
                </c:pt>
                <c:pt idx="110">
                  <c:v>0.04633284982</c:v>
                </c:pt>
                <c:pt idx="111">
                  <c:v>0.04633008965</c:v>
                </c:pt>
                <c:pt idx="112">
                  <c:v>0.04632754222</c:v>
                </c:pt>
                <c:pt idx="113">
                  <c:v>0.04632519112</c:v>
                </c:pt>
                <c:pt idx="114">
                  <c:v>0.04632302125</c:v>
                </c:pt>
                <c:pt idx="115">
                  <c:v>0.04632101864</c:v>
                </c:pt>
                <c:pt idx="116">
                  <c:v>0.0463191704</c:v>
                </c:pt>
                <c:pt idx="117">
                  <c:v>0.04631746464</c:v>
                </c:pt>
                <c:pt idx="118">
                  <c:v>0.04631589038</c:v>
                </c:pt>
                <c:pt idx="119">
                  <c:v>0.04631443749</c:v>
                </c:pt>
                <c:pt idx="120">
                  <c:v>0.04631309661</c:v>
                </c:pt>
                <c:pt idx="121">
                  <c:v>0.04631185911</c:v>
                </c:pt>
                <c:pt idx="122">
                  <c:v>0.04631071702</c:v>
                </c:pt>
                <c:pt idx="123">
                  <c:v>0.04630966299</c:v>
                </c:pt>
                <c:pt idx="124">
                  <c:v>0.04630869023</c:v>
                </c:pt>
                <c:pt idx="125">
                  <c:v>0.04630779248</c:v>
                </c:pt>
                <c:pt idx="126">
                  <c:v>0.04630696394</c:v>
                </c:pt>
                <c:pt idx="127">
                  <c:v>0.0463061993</c:v>
                </c:pt>
                <c:pt idx="128">
                  <c:v>0.04630549362</c:v>
                </c:pt>
                <c:pt idx="129">
                  <c:v>0.04630484235</c:v>
                </c:pt>
                <c:pt idx="130">
                  <c:v>0.0463042413</c:v>
                </c:pt>
                <c:pt idx="131">
                  <c:v>0.0463036866</c:v>
                </c:pt>
                <c:pt idx="132">
                  <c:v>0.04630317468</c:v>
                </c:pt>
                <c:pt idx="133">
                  <c:v>0.04630270223</c:v>
                </c:pt>
                <c:pt idx="134">
                  <c:v>0.04630226622</c:v>
                </c:pt>
                <c:pt idx="135">
                  <c:v>0.04630186383</c:v>
                </c:pt>
                <c:pt idx="136">
                  <c:v>0.04630149247</c:v>
                </c:pt>
                <c:pt idx="137">
                  <c:v>0.04630114975</c:v>
                </c:pt>
                <c:pt idx="138">
                  <c:v>0.04630083346</c:v>
                </c:pt>
                <c:pt idx="139">
                  <c:v>0.04630054156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launched power per node (nW)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Data'!$B$2:$B$181</c:f>
              <c:numCache>
                <c:formatCode>0.##</c:formatCode>
                <c:ptCount val="180"/>
                <c:pt idx="0">
                  <c:v>0.2560190519</c:v>
                </c:pt>
                <c:pt idx="1">
                  <c:v>0.2488715353</c:v>
                </c:pt>
                <c:pt idx="2">
                  <c:v>0.2419374888</c:v>
                </c:pt>
                <c:pt idx="3">
                  <c:v>0.2352109325</c:v>
                </c:pt>
                <c:pt idx="4">
                  <c:v>0.2286860629</c:v>
                </c:pt>
                <c:pt idx="5">
                  <c:v>0.2223572473</c:v>
                </c:pt>
                <c:pt idx="6">
                  <c:v>0.2162190189</c:v>
                </c:pt>
                <c:pt idx="7">
                  <c:v>0.2102660722</c:v>
                </c:pt>
                <c:pt idx="8">
                  <c:v>0.2044932576</c:v>
                </c:pt>
                <c:pt idx="9">
                  <c:v>0.1988955775</c:v>
                </c:pt>
                <c:pt idx="10">
                  <c:v>0.193468181</c:v>
                </c:pt>
                <c:pt idx="11">
                  <c:v>0.1882063601</c:v>
                </c:pt>
                <c:pt idx="12">
                  <c:v>0.1831055452</c:v>
                </c:pt>
                <c:pt idx="13">
                  <c:v>0.1781613006</c:v>
                </c:pt>
                <c:pt idx="14">
                  <c:v>0.1733693209</c:v>
                </c:pt>
                <c:pt idx="15">
                  <c:v>0.1687254263</c:v>
                </c:pt>
                <c:pt idx="16">
                  <c:v>0.1642255595</c:v>
                </c:pt>
                <c:pt idx="17">
                  <c:v>0.1598657809</c:v>
                </c:pt>
                <c:pt idx="18">
                  <c:v>0.1556422657</c:v>
                </c:pt>
                <c:pt idx="19">
                  <c:v>0.1515512996</c:v>
                </c:pt>
                <c:pt idx="20">
                  <c:v>0.1475892754</c:v>
                </c:pt>
                <c:pt idx="21">
                  <c:v>0.1437526895</c:v>
                </c:pt>
                <c:pt idx="22">
                  <c:v>0.1400381383</c:v>
                </c:pt>
                <c:pt idx="23">
                  <c:v>0.1364423149</c:v>
                </c:pt>
                <c:pt idx="24">
                  <c:v>0.1329620056</c:v>
                </c:pt>
                <c:pt idx="25">
                  <c:v>0.1295940867</c:v>
                </c:pt>
                <c:pt idx="26">
                  <c:v>0.1263355212</c:v>
                </c:pt>
                <c:pt idx="27">
                  <c:v>0.1231833559</c:v>
                </c:pt>
                <c:pt idx="28">
                  <c:v>0.1201347178</c:v>
                </c:pt>
                <c:pt idx="29">
                  <c:v>0.1171868115</c:v>
                </c:pt>
                <c:pt idx="30">
                  <c:v>0.1143369159</c:v>
                </c:pt>
                <c:pt idx="31">
                  <c:v>0.1115823813</c:v>
                </c:pt>
                <c:pt idx="32">
                  <c:v>0.1089206268</c:v>
                </c:pt>
                <c:pt idx="33">
                  <c:v>0.1063491369</c:v>
                </c:pt>
                <c:pt idx="34">
                  <c:v>0.1038654595</c:v>
                </c:pt>
                <c:pt idx="35">
                  <c:v>0.1014672025</c:v>
                </c:pt>
                <c:pt idx="36">
                  <c:v>0.09915203149</c:v>
                </c:pt>
                <c:pt idx="37">
                  <c:v>0.09691766733</c:v>
                </c:pt>
                <c:pt idx="38">
                  <c:v>0.09476188336</c:v>
                </c:pt>
                <c:pt idx="39">
                  <c:v>0.09268250317</c:v>
                </c:pt>
                <c:pt idx="40">
                  <c:v>0.09067739824</c:v>
                </c:pt>
                <c:pt idx="41">
                  <c:v>0.0887444857</c:v>
                </c:pt>
                <c:pt idx="42">
                  <c:v>0.08688172619</c:v>
                </c:pt>
                <c:pt idx="43">
                  <c:v>0.0850871218</c:v>
                </c:pt>
                <c:pt idx="44">
                  <c:v>0.08335871413</c:v>
                </c:pt>
                <c:pt idx="45">
                  <c:v>0.08169458241</c:v>
                </c:pt>
                <c:pt idx="46">
                  <c:v>0.08009284183</c:v>
                </c:pt>
                <c:pt idx="47">
                  <c:v>0.07855164186</c:v>
                </c:pt>
                <c:pt idx="48">
                  <c:v>0.07706916473</c:v>
                </c:pt>
                <c:pt idx="49">
                  <c:v>0.07564362409</c:v>
                </c:pt>
                <c:pt idx="50">
                  <c:v>0.0742732637</c:v>
                </c:pt>
                <c:pt idx="51">
                  <c:v>0.07295635626</c:v>
                </c:pt>
                <c:pt idx="52">
                  <c:v>0.0716912024</c:v>
                </c:pt>
                <c:pt idx="53">
                  <c:v>0.07047612975</c:v>
                </c:pt>
                <c:pt idx="54">
                  <c:v>0.06930949214</c:v>
                </c:pt>
                <c:pt idx="55">
                  <c:v>0.0681896689</c:v>
                </c:pt>
                <c:pt idx="56">
                  <c:v>0.06711506425</c:v>
                </c:pt>
                <c:pt idx="57">
                  <c:v>0.06608410686</c:v>
                </c:pt>
                <c:pt idx="58">
                  <c:v>0.06509524943</c:v>
                </c:pt>
                <c:pt idx="59">
                  <c:v>0.06414696837</c:v>
                </c:pt>
                <c:pt idx="60">
                  <c:v>0.06323776359</c:v>
                </c:pt>
                <c:pt idx="61">
                  <c:v>0.06236615835</c:v>
                </c:pt>
                <c:pt idx="62">
                  <c:v>0.06153069912</c:v>
                </c:pt>
                <c:pt idx="63">
                  <c:v>0.06072995554</c:v>
                </c:pt>
                <c:pt idx="64">
                  <c:v>0.0599625204</c:v>
                </c:pt>
                <c:pt idx="65">
                  <c:v>0.05922700968</c:v>
                </c:pt>
                <c:pt idx="66">
                  <c:v>0.0585220625</c:v>
                </c:pt>
                <c:pt idx="67">
                  <c:v>0.05784634122</c:v>
                </c:pt>
                <c:pt idx="68">
                  <c:v>0.05719853143</c:v>
                </c:pt>
                <c:pt idx="69">
                  <c:v>0.05657734198</c:v>
                </c:pt>
                <c:pt idx="70">
                  <c:v>0.05598150494</c:v>
                </c:pt>
                <c:pt idx="71">
                  <c:v>0.05540977561</c:v>
                </c:pt>
                <c:pt idx="72">
                  <c:v>0.05486093241</c:v>
                </c:pt>
                <c:pt idx="73">
                  <c:v>0.05433377677</c:v>
                </c:pt>
                <c:pt idx="74">
                  <c:v>0.053827133</c:v>
                </c:pt>
                <c:pt idx="75">
                  <c:v>0.05333984806</c:v>
                </c:pt>
                <c:pt idx="76">
                  <c:v>0.05287079133</c:v>
                </c:pt>
                <c:pt idx="77">
                  <c:v>0.05241885429</c:v>
                </c:pt>
                <c:pt idx="78">
                  <c:v>0.05198295019</c:v>
                </c:pt>
                <c:pt idx="79">
                  <c:v>0.05156201364</c:v>
                </c:pt>
                <c:pt idx="80">
                  <c:v>0.05115500017</c:v>
                </c:pt>
                <c:pt idx="81">
                  <c:v>0.05076088579</c:v>
                </c:pt>
                <c:pt idx="82">
                  <c:v>0.05037866644</c:v>
                </c:pt>
                <c:pt idx="83">
                  <c:v>0.0500073575</c:v>
                </c:pt>
                <c:pt idx="84">
                  <c:v>0.04964599321</c:v>
                </c:pt>
                <c:pt idx="85">
                  <c:v>0.04929362613</c:v>
                </c:pt>
                <c:pt idx="86">
                  <c:v>0.04894932659</c:v>
                </c:pt>
                <c:pt idx="87">
                  <c:v>0.04861218213</c:v>
                </c:pt>
                <c:pt idx="88">
                  <c:v>0.048281297</c:v>
                </c:pt>
                <c:pt idx="89">
                  <c:v>0.04795579165</c:v>
                </c:pt>
                <c:pt idx="90">
                  <c:v>0.04763480233</c:v>
                </c:pt>
                <c:pt idx="91">
                  <c:v>0.0473174807</c:v>
                </c:pt>
                <c:pt idx="92">
                  <c:v>0.04700299352</c:v>
                </c:pt>
                <c:pt idx="93">
                  <c:v>0.04669052247</c:v>
                </c:pt>
                <c:pt idx="94">
                  <c:v>0.04637926407</c:v>
                </c:pt>
                <c:pt idx="95">
                  <c:v>0.04606842963</c:v>
                </c:pt>
                <c:pt idx="96">
                  <c:v>0.04575724552</c:v>
                </c:pt>
                <c:pt idx="97">
                  <c:v>0.04544495341</c:v>
                </c:pt>
                <c:pt idx="98">
                  <c:v>0.04513081082</c:v>
                </c:pt>
                <c:pt idx="99">
                  <c:v>0.04481409174</c:v>
                </c:pt>
                <c:pt idx="100">
                  <c:v>0.04449408758</c:v>
                </c:pt>
                <c:pt idx="101">
                  <c:v>0.04417010823</c:v>
                </c:pt>
                <c:pt idx="102">
                  <c:v>0.04384148342</c:v>
                </c:pt>
                <c:pt idx="103">
                  <c:v>0.04350756427</c:v>
                </c:pt>
                <c:pt idx="104">
                  <c:v>0.04316772516</c:v>
                </c:pt>
                <c:pt idx="105">
                  <c:v>0.04282136578</c:v>
                </c:pt>
                <c:pt idx="106">
                  <c:v>0.04246791352</c:v>
                </c:pt>
                <c:pt idx="107">
                  <c:v>0.04210682611</c:v>
                </c:pt>
                <c:pt idx="108">
                  <c:v>0.04173759444</c:v>
                </c:pt>
                <c:pt idx="109">
                  <c:v>0.04135974577</c:v>
                </c:pt>
                <c:pt idx="110">
                  <c:v>0.04097284703</c:v>
                </c:pt>
                <c:pt idx="111">
                  <c:v>0.04057650847</c:v>
                </c:pt>
                <c:pt idx="112">
                  <c:v>0.04017038733</c:v>
                </c:pt>
                <c:pt idx="113">
                  <c:v>0.03975419179</c:v>
                </c:pt>
                <c:pt idx="114">
                  <c:v>0.03932768489</c:v>
                </c:pt>
                <c:pt idx="115">
                  <c:v>0.03889068854</c:v>
                </c:pt>
                <c:pt idx="116">
                  <c:v>0.03844308745</c:v>
                </c:pt>
                <c:pt idx="117">
                  <c:v>0.03798483286</c:v>
                </c:pt>
                <c:pt idx="118">
                  <c:v>0.03751594619</c:v>
                </c:pt>
                <c:pt idx="119">
                  <c:v>0.03703652211</c:v>
                </c:pt>
                <c:pt idx="120">
                  <c:v>0.03654673142</c:v>
                </c:pt>
                <c:pt idx="121">
                  <c:v>0.03604682312</c:v>
                </c:pt>
                <c:pt idx="122">
                  <c:v>0.03553712588</c:v>
                </c:pt>
                <c:pt idx="123">
                  <c:v>0.03501804873</c:v>
                </c:pt>
                <c:pt idx="124">
                  <c:v>0.03449008067</c:v>
                </c:pt>
                <c:pt idx="125">
                  <c:v>0.03395378936</c:v>
                </c:pt>
                <c:pt idx="126">
                  <c:v>0.03340981853</c:v>
                </c:pt>
                <c:pt idx="127">
                  <c:v>0.0328588843</c:v>
                </c:pt>
                <c:pt idx="128">
                  <c:v>0.03230177013</c:v>
                </c:pt>
                <c:pt idx="129">
                  <c:v>0.03173932057</c:v>
                </c:pt>
                <c:pt idx="130">
                  <c:v>0.03117243376</c:v>
                </c:pt>
                <c:pt idx="131">
                  <c:v>0.03060205281</c:v>
                </c:pt>
                <c:pt idx="132">
                  <c:v>0.03002915615</c:v>
                </c:pt>
                <c:pt idx="133">
                  <c:v>0.02945474708</c:v>
                </c:pt>
                <c:pt idx="134">
                  <c:v>0.02887984273</c:v>
                </c:pt>
                <c:pt idx="135">
                  <c:v>0.02830546269</c:v>
                </c:pt>
                <c:pt idx="136">
                  <c:v>0.02773261761</c:v>
                </c:pt>
                <c:pt idx="137">
                  <c:v>0.02716229811</c:v>
                </c:pt>
                <c:pt idx="138">
                  <c:v>0.02659546432</c:v>
                </c:pt>
                <c:pt idx="139">
                  <c:v>0.0260330363</c:v>
                </c:pt>
                <c:pt idx="140">
                  <c:v>0.02547588561</c:v>
                </c:pt>
                <c:pt idx="141">
                  <c:v>0.02492482835</c:v>
                </c:pt>
                <c:pt idx="142">
                  <c:v>0.02438061963</c:v>
                </c:pt>
                <c:pt idx="143">
                  <c:v>0.02384394973</c:v>
                </c:pt>
                <c:pt idx="144">
                  <c:v>0.02331544178</c:v>
                </c:pt>
                <c:pt idx="145">
                  <c:v>0.02279565106</c:v>
                </c:pt>
                <c:pt idx="146">
                  <c:v>0.02228506559</c:v>
                </c:pt>
                <c:pt idx="147">
                  <c:v>0.02178410795</c:v>
                </c:pt>
                <c:pt idx="148">
                  <c:v>0.02129313809</c:v>
                </c:pt>
                <c:pt idx="149">
                  <c:v>0.02081245683</c:v>
                </c:pt>
                <c:pt idx="150">
                  <c:v>0.02034230986</c:v>
                </c:pt>
                <c:pt idx="151">
                  <c:v>0.01988289207</c:v>
                </c:pt>
                <c:pt idx="152">
                  <c:v>0.0194343519</c:v>
                </c:pt>
                <c:pt idx="153">
                  <c:v>0.01899679566</c:v>
                </c:pt>
                <c:pt idx="154">
                  <c:v>0.01857029173</c:v>
                </c:pt>
                <c:pt idx="155">
                  <c:v>0.01815487446</c:v>
                </c:pt>
                <c:pt idx="156">
                  <c:v>0.01775054779</c:v>
                </c:pt>
                <c:pt idx="157">
                  <c:v>0.01735728862</c:v>
                </c:pt>
                <c:pt idx="158">
                  <c:v>0.01697504977</c:v>
                </c:pt>
                <c:pt idx="159">
                  <c:v>0.01660376278</c:v>
                </c:pt>
                <c:pt idx="160">
                  <c:v>0.01624334028</c:v>
                </c:pt>
                <c:pt idx="161">
                  <c:v>0.01589367827</c:v>
                </c:pt>
                <c:pt idx="162">
                  <c:v>0.015554658</c:v>
                </c:pt>
                <c:pt idx="163">
                  <c:v>0.01522614779</c:v>
                </c:pt>
                <c:pt idx="164">
                  <c:v>0.01490800457</c:v>
                </c:pt>
                <c:pt idx="165">
                  <c:v>0.01460007528</c:v>
                </c:pt>
                <c:pt idx="166">
                  <c:v>0.01430219812</c:v>
                </c:pt>
                <c:pt idx="167">
                  <c:v>0.0140142037</c:v>
                </c:pt>
                <c:pt idx="168">
                  <c:v>0.01373591601</c:v>
                </c:pt>
                <c:pt idx="169">
                  <c:v>0.0134671533</c:v>
                </c:pt>
                <c:pt idx="170">
                  <c:v>0.01320772896</c:v>
                </c:pt>
                <c:pt idx="171">
                  <c:v>0.01295745216</c:v>
                </c:pt>
                <c:pt idx="172">
                  <c:v>0.01271612855</c:v>
                </c:pt>
                <c:pt idx="173">
                  <c:v>0.01248356085</c:v>
                </c:pt>
                <c:pt idx="174">
                  <c:v>0.01225954936</c:v>
                </c:pt>
                <c:pt idx="175">
                  <c:v>0.01204389248</c:v>
                </c:pt>
                <c:pt idx="176">
                  <c:v>0.01183638711</c:v>
                </c:pt>
                <c:pt idx="177">
                  <c:v>0.01163682913</c:v>
                </c:pt>
                <c:pt idx="178">
                  <c:v>0.01144501373</c:v>
                </c:pt>
                <c:pt idx="179">
                  <c:v>0.01126073577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Data'!$D$2:$D$181</c:f>
              <c:numCache>
                <c:formatCode>0.##</c:formatCode>
                <c:ptCount val="180"/>
                <c:pt idx="0">
                  <c:v>0.2098986149</c:v>
                </c:pt>
                <c:pt idx="1">
                  <c:v>0.204137106</c:v>
                </c:pt>
                <c:pt idx="2">
                  <c:v>0.1985504331</c:v>
                </c:pt>
                <c:pt idx="3">
                  <c:v>0.1931337555</c:v>
                </c:pt>
                <c:pt idx="4">
                  <c:v>0.1878823753</c:v>
                </c:pt>
                <c:pt idx="5">
                  <c:v>0.1827917323</c:v>
                </c:pt>
                <c:pt idx="6">
                  <c:v>0.1778574007</c:v>
                </c:pt>
                <c:pt idx="7">
                  <c:v>0.1730750842</c:v>
                </c:pt>
                <c:pt idx="8">
                  <c:v>0.1684406127</c:v>
                </c:pt>
                <c:pt idx="9">
                  <c:v>0.1639499376</c:v>
                </c:pt>
                <c:pt idx="10">
                  <c:v>0.1595991287</c:v>
                </c:pt>
                <c:pt idx="11">
                  <c:v>0.15538437</c:v>
                </c:pt>
                <c:pt idx="12">
                  <c:v>0.151301956</c:v>
                </c:pt>
                <c:pt idx="13">
                  <c:v>0.1473482886</c:v>
                </c:pt>
                <c:pt idx="14">
                  <c:v>0.1435198726</c:v>
                </c:pt>
                <c:pt idx="15">
                  <c:v>0.1398133134</c:v>
                </c:pt>
                <c:pt idx="16">
                  <c:v>0.1362253126</c:v>
                </c:pt>
                <c:pt idx="17">
                  <c:v>0.1327526654</c:v>
                </c:pt>
                <c:pt idx="18">
                  <c:v>0.1293922567</c:v>
                </c:pt>
                <c:pt idx="19">
                  <c:v>0.1261410583</c:v>
                </c:pt>
                <c:pt idx="20">
                  <c:v>0.1229961258</c:v>
                </c:pt>
                <c:pt idx="21">
                  <c:v>0.1199545951</c:v>
                </c:pt>
                <c:pt idx="22">
                  <c:v>0.1170136798</c:v>
                </c:pt>
                <c:pt idx="23">
                  <c:v>0.1141706678</c:v>
                </c:pt>
                <c:pt idx="24">
                  <c:v>0.1114229188</c:v>
                </c:pt>
                <c:pt idx="25">
                  <c:v>0.1087678611</c:v>
                </c:pt>
                <c:pt idx="26">
                  <c:v>0.1062029889</c:v>
                </c:pt>
                <c:pt idx="27">
                  <c:v>0.1037258598</c:v>
                </c:pt>
                <c:pt idx="28">
                  <c:v>0.1013340918</c:v>
                </c:pt>
                <c:pt idx="29">
                  <c:v>0.09902536075</c:v>
                </c:pt>
                <c:pt idx="30">
                  <c:v>0.09679739796</c:v>
                </c:pt>
                <c:pt idx="31">
                  <c:v>0.09464798766</c:v>
                </c:pt>
                <c:pt idx="32">
                  <c:v>0.09257496463</c:v>
                </c:pt>
                <c:pt idx="33">
                  <c:v>0.0905762119</c:v>
                </c:pt>
                <c:pt idx="34">
                  <c:v>0.08864965853</c:v>
                </c:pt>
                <c:pt idx="35">
                  <c:v>0.08679327753</c:v>
                </c:pt>
                <c:pt idx="36">
                  <c:v>0.08500508381</c:v>
                </c:pt>
                <c:pt idx="37">
                  <c:v>0.08328313226</c:v>
                </c:pt>
                <c:pt idx="38">
                  <c:v>0.08162551597</c:v>
                </c:pt>
                <c:pt idx="39">
                  <c:v>0.08003036448</c:v>
                </c:pt>
                <c:pt idx="40">
                  <c:v>0.07849584221</c:v>
                </c:pt>
                <c:pt idx="41">
                  <c:v>0.07702014702</c:v>
                </c:pt>
                <c:pt idx="42">
                  <c:v>0.07560150878</c:v>
                </c:pt>
                <c:pt idx="43">
                  <c:v>0.0742381882</c:v>
                </c:pt>
                <c:pt idx="44">
                  <c:v>0.07292847567</c:v>
                </c:pt>
                <c:pt idx="45">
                  <c:v>0.07167069028</c:v>
                </c:pt>
                <c:pt idx="46">
                  <c:v>0.07046317894</c:v>
                </c:pt>
                <c:pt idx="47">
                  <c:v>0.06930431561</c:v>
                </c:pt>
                <c:pt idx="48">
                  <c:v>0.06819250066</c:v>
                </c:pt>
                <c:pt idx="49">
                  <c:v>0.0671261603</c:v>
                </c:pt>
                <c:pt idx="50">
                  <c:v>0.06610374618</c:v>
                </c:pt>
                <c:pt idx="51">
                  <c:v>0.06512373501</c:v>
                </c:pt>
                <c:pt idx="52">
                  <c:v>0.0641846283</c:v>
                </c:pt>
                <c:pt idx="53">
                  <c:v>0.06328495221</c:v>
                </c:pt>
                <c:pt idx="54">
                  <c:v>0.06242325739</c:v>
                </c:pt>
                <c:pt idx="55">
                  <c:v>0.06159811897</c:v>
                </c:pt>
                <c:pt idx="56">
                  <c:v>0.06080813651</c:v>
                </c:pt>
                <c:pt idx="57">
                  <c:v>0.06005193407</c:v>
                </c:pt>
                <c:pt idx="58">
                  <c:v>0.05932816026</c:v>
                </c:pt>
                <c:pt idx="59">
                  <c:v>0.05863548828</c:v>
                </c:pt>
                <c:pt idx="60">
                  <c:v>0.05797261606</c:v>
                </c:pt>
                <c:pt idx="61">
                  <c:v>0.05733826625</c:v>
                </c:pt>
                <c:pt idx="62">
                  <c:v>0.05673118636</c:v>
                </c:pt>
                <c:pt idx="63">
                  <c:v>0.05615014877</c:v>
                </c:pt>
                <c:pt idx="64">
                  <c:v>0.05559395069</c:v>
                </c:pt>
                <c:pt idx="65">
                  <c:v>0.05506141419</c:v>
                </c:pt>
                <c:pt idx="66">
                  <c:v>0.05455138609</c:v>
                </c:pt>
                <c:pt idx="67">
                  <c:v>0.05406273781</c:v>
                </c:pt>
                <c:pt idx="68">
                  <c:v>0.05359436524</c:v>
                </c:pt>
                <c:pt idx="69">
                  <c:v>0.05314518845</c:v>
                </c:pt>
                <c:pt idx="70">
                  <c:v>0.05271415141</c:v>
                </c:pt>
                <c:pt idx="71">
                  <c:v>0.05230022164</c:v>
                </c:pt>
                <c:pt idx="72">
                  <c:v>0.05190238978</c:v>
                </c:pt>
                <c:pt idx="73">
                  <c:v>0.05151966913</c:v>
                </c:pt>
                <c:pt idx="74">
                  <c:v>0.05115109507</c:v>
                </c:pt>
                <c:pt idx="75">
                  <c:v>0.05079572456</c:v>
                </c:pt>
                <c:pt idx="76">
                  <c:v>0.05045263545</c:v>
                </c:pt>
                <c:pt idx="77">
                  <c:v>0.05012092581</c:v>
                </c:pt>
                <c:pt idx="78">
                  <c:v>0.04979971323</c:v>
                </c:pt>
                <c:pt idx="79">
                  <c:v>0.04948813408</c:v>
                </c:pt>
                <c:pt idx="80">
                  <c:v>0.04918534274</c:v>
                </c:pt>
                <c:pt idx="81">
                  <c:v>0.0488905108</c:v>
                </c:pt>
                <c:pt idx="82">
                  <c:v>0.04860282628</c:v>
                </c:pt>
                <c:pt idx="83">
                  <c:v>0.04832149284</c:v>
                </c:pt>
                <c:pt idx="84">
                  <c:v>0.04804572898</c:v>
                </c:pt>
                <c:pt idx="85">
                  <c:v>0.04777476728</c:v>
                </c:pt>
                <c:pt idx="86">
                  <c:v>0.04750785365</c:v>
                </c:pt>
                <c:pt idx="87">
                  <c:v>0.04724424668</c:v>
                </c:pt>
                <c:pt idx="88">
                  <c:v>0.0469832169</c:v>
                </c:pt>
                <c:pt idx="89">
                  <c:v>0.04672404628</c:v>
                </c:pt>
                <c:pt idx="90">
                  <c:v>0.04646602767</c:v>
                </c:pt>
                <c:pt idx="91">
                  <c:v>0.04620846439</c:v>
                </c:pt>
                <c:pt idx="92">
                  <c:v>0.04595066989</c:v>
                </c:pt>
                <c:pt idx="93">
                  <c:v>0.04569196754</c:v>
                </c:pt>
                <c:pt idx="94">
                  <c:v>0.04543169053</c:v>
                </c:pt>
                <c:pt idx="95">
                  <c:v>0.04516918198</c:v>
                </c:pt>
                <c:pt idx="96">
                  <c:v>0.04490379506</c:v>
                </c:pt>
                <c:pt idx="97">
                  <c:v>0.04463489344</c:v>
                </c:pt>
                <c:pt idx="98">
                  <c:v>0.04436185183</c:v>
                </c:pt>
                <c:pt idx="99">
                  <c:v>0.04408405673</c:v>
                </c:pt>
                <c:pt idx="100">
                  <c:v>0.04380090743</c:v>
                </c:pt>
                <c:pt idx="101">
                  <c:v>0.04351181723</c:v>
                </c:pt>
                <c:pt idx="102">
                  <c:v>0.04321621483</c:v>
                </c:pt>
                <c:pt idx="103">
                  <c:v>0.04291354608</c:v>
                </c:pt>
                <c:pt idx="104">
                  <c:v>0.0426032759</c:v>
                </c:pt>
                <c:pt idx="105">
                  <c:v>0.04228489052</c:v>
                </c:pt>
                <c:pt idx="106">
                  <c:v>0.04195789996</c:v>
                </c:pt>
                <c:pt idx="107">
                  <c:v>0.04162184079</c:v>
                </c:pt>
                <c:pt idx="108">
                  <c:v>0.04127627911</c:v>
                </c:pt>
                <c:pt idx="109">
                  <c:v>0.04092081388</c:v>
                </c:pt>
                <c:pt idx="110">
                  <c:v>0.04055508039</c:v>
                </c:pt>
                <c:pt idx="111">
                  <c:v>0.04017875395</c:v>
                </c:pt>
                <c:pt idx="112">
                  <c:v>0.03979155379</c:v>
                </c:pt>
                <c:pt idx="113">
                  <c:v>0.03939324708</c:v>
                </c:pt>
                <c:pt idx="114">
                  <c:v>0.038983653</c:v>
                </c:pt>
                <c:pt idx="115">
                  <c:v>0.03856264687</c:v>
                </c:pt>
                <c:pt idx="116">
                  <c:v>0.03813016418</c:v>
                </c:pt>
                <c:pt idx="117">
                  <c:v>0.03768620451</c:v>
                </c:pt>
                <c:pt idx="118">
                  <c:v>0.03723083515</c:v>
                </c:pt>
                <c:pt idx="119">
                  <c:v>0.03676419446</c:v>
                </c:pt>
                <c:pt idx="120">
                  <c:v>0.03628649471</c:v>
                </c:pt>
                <c:pt idx="121">
                  <c:v>0.03579802431</c:v>
                </c:pt>
                <c:pt idx="122">
                  <c:v>0.03529914942</c:v>
                </c:pt>
                <c:pt idx="123">
                  <c:v>0.03479031463</c:v>
                </c:pt>
                <c:pt idx="124">
                  <c:v>0.03427204275</c:v>
                </c:pt>
                <c:pt idx="125">
                  <c:v>0.03374493351</c:v>
                </c:pt>
                <c:pt idx="126">
                  <c:v>0.03320966113</c:v>
                </c:pt>
                <c:pt idx="127">
                  <c:v>0.0326669706</c:v>
                </c:pt>
                <c:pt idx="128">
                  <c:v>0.03211767279</c:v>
                </c:pt>
                <c:pt idx="129">
                  <c:v>0.03156263823</c:v>
                </c:pt>
                <c:pt idx="130">
                  <c:v>0.03100278967</c:v>
                </c:pt>
                <c:pt idx="131">
                  <c:v>0.03043909349</c:v>
                </c:pt>
                <c:pt idx="132">
                  <c:v>0.02987255012</c:v>
                </c:pt>
                <c:pt idx="133">
                  <c:v>0.02930418362</c:v>
                </c:pt>
                <c:pt idx="134">
                  <c:v>0.0287350307</c:v>
                </c:pt>
                <c:pt idx="135">
                  <c:v>0.02816612936</c:v>
                </c:pt>
                <c:pt idx="136">
                  <c:v>0.02759850755</c:v>
                </c:pt>
                <c:pt idx="137">
                  <c:v>0.02703317212</c:v>
                </c:pt>
                <c:pt idx="138">
                  <c:v>0.02647109837</c:v>
                </c:pt>
                <c:pt idx="139">
                  <c:v>0.02591322053</c:v>
                </c:pt>
                <c:pt idx="140">
                  <c:v>0.02536042336</c:v>
                </c:pt>
                <c:pt idx="141">
                  <c:v>0.02481353522</c:v>
                </c:pt>
                <c:pt idx="142">
                  <c:v>0.02427332262</c:v>
                </c:pt>
                <c:pt idx="143">
                  <c:v>0.02374048638</c:v>
                </c:pt>
                <c:pt idx="144">
                  <c:v>0.02321565939</c:v>
                </c:pt>
                <c:pt idx="145">
                  <c:v>0.02269940592</c:v>
                </c:pt>
                <c:pt idx="146">
                  <c:v>0.0221922223</c:v>
                </c:pt>
                <c:pt idx="147">
                  <c:v>0.02169453877</c:v>
                </c:pt>
                <c:pt idx="148">
                  <c:v>0.02120672234</c:v>
                </c:pt>
                <c:pt idx="149">
                  <c:v>0.02072908033</c:v>
                </c:pt>
                <c:pt idx="150">
                  <c:v>0.02026186444</c:v>
                </c:pt>
                <c:pt idx="151">
                  <c:v>0.01980527509</c:v>
                </c:pt>
                <c:pt idx="152">
                  <c:v>0.01935946582</c:v>
                </c:pt>
                <c:pt idx="153">
                  <c:v>0.01892454768</c:v>
                </c:pt>
                <c:pt idx="154">
                  <c:v>0.01850059342</c:v>
                </c:pt>
                <c:pt idx="155">
                  <c:v>0.01808764143</c:v>
                </c:pt>
                <c:pt idx="156">
                  <c:v>0.01768569942</c:v>
                </c:pt>
                <c:pt idx="157">
                  <c:v>0.01729474776</c:v>
                </c:pt>
                <c:pt idx="158">
                  <c:v>0.01691474253</c:v>
                </c:pt>
                <c:pt idx="159">
                  <c:v>0.01654561826</c:v>
                </c:pt>
                <c:pt idx="160">
                  <c:v>0.01618729042</c:v>
                </c:pt>
                <c:pt idx="161">
                  <c:v>0.01583965759</c:v>
                </c:pt>
                <c:pt idx="162">
                  <c:v>0.01550260348</c:v>
                </c:pt>
                <c:pt idx="163">
                  <c:v>0.01517599869</c:v>
                </c:pt>
                <c:pt idx="164">
                  <c:v>0.01485970227</c:v>
                </c:pt>
                <c:pt idx="165">
                  <c:v>0.01455356315</c:v>
                </c:pt>
                <c:pt idx="166">
                  <c:v>0.0142574214</c:v>
                </c:pt>
                <c:pt idx="167">
                  <c:v>0.01397110935</c:v>
                </c:pt>
                <c:pt idx="168">
                  <c:v>0.01369445263</c:v>
                </c:pt>
                <c:pt idx="169">
                  <c:v>0.01342727103</c:v>
                </c:pt>
                <c:pt idx="170">
                  <c:v>0.01316937937</c:v>
                </c:pt>
                <c:pt idx="171">
                  <c:v>0.01292058817</c:v>
                </c:pt>
                <c:pt idx="172">
                  <c:v>0.01268070436</c:v>
                </c:pt>
                <c:pt idx="173">
                  <c:v>0.01244953186</c:v>
                </c:pt>
                <c:pt idx="174">
                  <c:v>0.01222687209</c:v>
                </c:pt>
                <c:pt idx="175">
                  <c:v>0.01201252454</c:v>
                </c:pt>
                <c:pt idx="176">
                  <c:v>0.01180628714</c:v>
                </c:pt>
                <c:pt idx="177">
                  <c:v>0.01160795673</c:v>
                </c:pt>
                <c:pt idx="178">
                  <c:v>0.01141732943</c:v>
                </c:pt>
                <c:pt idx="179">
                  <c:v>0.011234201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Data'!$F$2:$F$181</c:f>
              <c:numCache>
                <c:formatCode>0.##</c:formatCode>
                <c:ptCount val="180"/>
                <c:pt idx="0">
                  <c:v>0.1574646914</c:v>
                </c:pt>
                <c:pt idx="1">
                  <c:v>0.1533172632</c:v>
                </c:pt>
                <c:pt idx="2">
                  <c:v>0.1493003803</c:v>
                </c:pt>
                <c:pt idx="3">
                  <c:v>0.1454104989</c:v>
                </c:pt>
                <c:pt idx="4">
                  <c:v>0.1416441772</c:v>
                </c:pt>
                <c:pt idx="5">
                  <c:v>0.1379980716</c:v>
                </c:pt>
                <c:pt idx="6">
                  <c:v>0.1344689339</c:v>
                </c:pt>
                <c:pt idx="7">
                  <c:v>0.1310536075</c:v>
                </c:pt>
                <c:pt idx="8">
                  <c:v>0.1277490245</c:v>
                </c:pt>
                <c:pt idx="9">
                  <c:v>0.1245522024</c:v>
                </c:pt>
                <c:pt idx="10">
                  <c:v>0.1214602409</c:v>
                </c:pt>
                <c:pt idx="11">
                  <c:v>0.1184703191</c:v>
                </c:pt>
                <c:pt idx="12">
                  <c:v>0.1155796923</c:v>
                </c:pt>
                <c:pt idx="13">
                  <c:v>0.1127856891</c:v>
                </c:pt>
                <c:pt idx="14">
                  <c:v>0.1100857085</c:v>
                </c:pt>
                <c:pt idx="15">
                  <c:v>0.1074772174</c:v>
                </c:pt>
                <c:pt idx="16">
                  <c:v>0.1049577471</c:v>
                </c:pt>
                <c:pt idx="17">
                  <c:v>0.1025248916</c:v>
                </c:pt>
                <c:pt idx="18">
                  <c:v>0.1001763042</c:v>
                </c:pt>
                <c:pt idx="19">
                  <c:v>0.0979096952</c:v>
                </c:pt>
                <c:pt idx="20">
                  <c:v>0.09572282955</c:v>
                </c:pt>
                <c:pt idx="21">
                  <c:v>0.09361352435</c:v>
                </c:pt>
                <c:pt idx="22">
                  <c:v>0.0915796465</c:v>
                </c:pt>
                <c:pt idx="23">
                  <c:v>0.08961911052</c:v>
                </c:pt>
                <c:pt idx="24">
                  <c:v>0.08772987641</c:v>
                </c:pt>
                <c:pt idx="25">
                  <c:v>0.08590994759</c:v>
                </c:pt>
                <c:pt idx="26">
                  <c:v>0.08415736894</c:v>
                </c:pt>
                <c:pt idx="27">
                  <c:v>0.08247022499</c:v>
                </c:pt>
                <c:pt idx="28">
                  <c:v>0.08084663818</c:v>
                </c:pt>
                <c:pt idx="29">
                  <c:v>0.07928476723</c:v>
                </c:pt>
                <c:pt idx="30">
                  <c:v>0.07778280565</c:v>
                </c:pt>
                <c:pt idx="31">
                  <c:v>0.07633898033</c:v>
                </c:pt>
                <c:pt idx="32">
                  <c:v>0.07495155028</c:v>
                </c:pt>
                <c:pt idx="33">
                  <c:v>0.07361880552</c:v>
                </c:pt>
                <c:pt idx="34">
                  <c:v>0.07233906599</c:v>
                </c:pt>
                <c:pt idx="35">
                  <c:v>0.07111068071</c:v>
                </c:pt>
                <c:pt idx="36">
                  <c:v>0.06993202696</c:v>
                </c:pt>
                <c:pt idx="37">
                  <c:v>0.06880150961</c:v>
                </c:pt>
                <c:pt idx="38">
                  <c:v>0.06771756059</c:v>
                </c:pt>
                <c:pt idx="39">
                  <c:v>0.06667863842</c:v>
                </c:pt>
                <c:pt idx="40">
                  <c:v>0.06568322786</c:v>
                </c:pt>
                <c:pt idx="41">
                  <c:v>0.06472983966</c:v>
                </c:pt>
                <c:pt idx="42">
                  <c:v>0.0638170104</c:v>
                </c:pt>
                <c:pt idx="43">
                  <c:v>0.06294330237</c:v>
                </c:pt>
                <c:pt idx="44">
                  <c:v>0.06210730357</c:v>
                </c:pt>
                <c:pt idx="45">
                  <c:v>0.06130762773</c:v>
                </c:pt>
                <c:pt idx="46">
                  <c:v>0.06054291436</c:v>
                </c:pt>
                <c:pt idx="47">
                  <c:v>0.0598118289</c:v>
                </c:pt>
                <c:pt idx="48">
                  <c:v>0.05911306281</c:v>
                </c:pt>
                <c:pt idx="49">
                  <c:v>0.05844533377</c:v>
                </c:pt>
                <c:pt idx="50">
                  <c:v>0.05780738575</c:v>
                </c:pt>
                <c:pt idx="51">
                  <c:v>0.05719798924</c:v>
                </c:pt>
                <c:pt idx="52">
                  <c:v>0.0566159413</c:v>
                </c:pt>
                <c:pt idx="53">
                  <c:v>0.05606006569</c:v>
                </c:pt>
                <c:pt idx="54">
                  <c:v>0.05552921295</c:v>
                </c:pt>
                <c:pt idx="55">
                  <c:v>0.05502226036</c:v>
                </c:pt>
                <c:pt idx="56">
                  <c:v>0.05453811201</c:v>
                </c:pt>
                <c:pt idx="57">
                  <c:v>0.05407569862</c:v>
                </c:pt>
                <c:pt idx="58">
                  <c:v>0.05363397751</c:v>
                </c:pt>
                <c:pt idx="59">
                  <c:v>0.0532119323</c:v>
                </c:pt>
                <c:pt idx="60">
                  <c:v>0.05280857276</c:v>
                </c:pt>
                <c:pt idx="61">
                  <c:v>0.0524229344</c:v>
                </c:pt>
                <c:pt idx="62">
                  <c:v>0.05205407817</c:v>
                </c:pt>
                <c:pt idx="63">
                  <c:v>0.05170108995</c:v>
                </c:pt>
                <c:pt idx="64">
                  <c:v>0.05136308009</c:v>
                </c:pt>
                <c:pt idx="65">
                  <c:v>0.05103918282</c:v>
                </c:pt>
                <c:pt idx="66">
                  <c:v>0.05072855563</c:v>
                </c:pt>
                <c:pt idx="67">
                  <c:v>0.05043037863</c:v>
                </c:pt>
                <c:pt idx="68">
                  <c:v>0.05014385375</c:v>
                </c:pt>
                <c:pt idx="69">
                  <c:v>0.04986820407</c:v>
                </c:pt>
                <c:pt idx="70">
                  <c:v>0.04960267291</c:v>
                </c:pt>
                <c:pt idx="71">
                  <c:v>0.04934652303</c:v>
                </c:pt>
                <c:pt idx="72">
                  <c:v>0.04909903576</c:v>
                </c:pt>
                <c:pt idx="73">
                  <c:v>0.04885951007</c:v>
                </c:pt>
                <c:pt idx="74">
                  <c:v>0.04862726161</c:v>
                </c:pt>
                <c:pt idx="75">
                  <c:v>0.04840162183</c:v>
                </c:pt>
                <c:pt idx="76">
                  <c:v>0.04818193698</c:v>
                </c:pt>
                <c:pt idx="77">
                  <c:v>0.04796756717</c:v>
                </c:pt>
                <c:pt idx="78">
                  <c:v>0.04775788537</c:v>
                </c:pt>
                <c:pt idx="79">
                  <c:v>0.04755227653</c:v>
                </c:pt>
                <c:pt idx="80">
                  <c:v>0.04735013657</c:v>
                </c:pt>
                <c:pt idx="81">
                  <c:v>0.04715087149</c:v>
                </c:pt>
                <c:pt idx="82">
                  <c:v>0.0469538965</c:v>
                </c:pt>
                <c:pt idx="83">
                  <c:v>0.0467586351</c:v>
                </c:pt>
                <c:pt idx="84">
                  <c:v>0.04656451833</c:v>
                </c:pt>
                <c:pt idx="85">
                  <c:v>0.04637098397</c:v>
                </c:pt>
                <c:pt idx="86">
                  <c:v>0.0461774758</c:v>
                </c:pt>
                <c:pt idx="87">
                  <c:v>0.04598344299</c:v>
                </c:pt>
                <c:pt idx="88">
                  <c:v>0.04578833951</c:v>
                </c:pt>
                <c:pt idx="89">
                  <c:v>0.0455916236</c:v>
                </c:pt>
                <c:pt idx="90">
                  <c:v>0.04539275745</c:v>
                </c:pt>
                <c:pt idx="91">
                  <c:v>0.0451912068</c:v>
                </c:pt>
                <c:pt idx="92">
                  <c:v>0.04498644082</c:v>
                </c:pt>
                <c:pt idx="93">
                  <c:v>0.04477793204</c:v>
                </c:pt>
                <c:pt idx="94">
                  <c:v>0.04456515641</c:v>
                </c:pt>
                <c:pt idx="95">
                  <c:v>0.04434759352</c:v>
                </c:pt>
                <c:pt idx="96">
                  <c:v>0.04412472702</c:v>
                </c:pt>
                <c:pt idx="97">
                  <c:v>0.04389604513</c:v>
                </c:pt>
                <c:pt idx="98">
                  <c:v>0.04366104147</c:v>
                </c:pt>
                <c:pt idx="99">
                  <c:v>0.04341921595</c:v>
                </c:pt>
                <c:pt idx="100">
                  <c:v>0.04317007595</c:v>
                </c:pt>
                <c:pt idx="101">
                  <c:v>0.04291313775</c:v>
                </c:pt>
                <c:pt idx="102">
                  <c:v>0.04264792813</c:v>
                </c:pt>
                <c:pt idx="103">
                  <c:v>0.04237398629</c:v>
                </c:pt>
                <c:pt idx="104">
                  <c:v>0.04209086595</c:v>
                </c:pt>
                <c:pt idx="105">
                  <c:v>0.04179813782</c:v>
                </c:pt>
                <c:pt idx="106">
                  <c:v>0.04149539219</c:v>
                </c:pt>
                <c:pt idx="107">
                  <c:v>0.04118224192</c:v>
                </c:pt>
                <c:pt idx="108">
                  <c:v>0.04085832564</c:v>
                </c:pt>
                <c:pt idx="109">
                  <c:v>0.04052331113</c:v>
                </c:pt>
                <c:pt idx="110">
                  <c:v>0.04017689905</c:v>
                </c:pt>
                <c:pt idx="111">
                  <c:v>0.03981882677</c:v>
                </c:pt>
                <c:pt idx="112">
                  <c:v>0.03944887242</c:v>
                </c:pt>
                <c:pt idx="113">
                  <c:v>0.03906685907</c:v>
                </c:pt>
                <c:pt idx="114">
                  <c:v>0.03867265892</c:v>
                </c:pt>
                <c:pt idx="115">
                  <c:v>0.03826619761</c:v>
                </c:pt>
                <c:pt idx="116">
                  <c:v>0.03784745835</c:v>
                </c:pt>
                <c:pt idx="117">
                  <c:v>0.03741648598</c:v>
                </c:pt>
                <c:pt idx="118">
                  <c:v>0.03697339076</c:v>
                </c:pt>
                <c:pt idx="119">
                  <c:v>0.03651835176</c:v>
                </c:pt>
                <c:pt idx="120">
                  <c:v>0.03605161988</c:v>
                </c:pt>
                <c:pt idx="121">
                  <c:v>0.03557352017</c:v>
                </c:pt>
                <c:pt idx="122">
                  <c:v>0.03508445352</c:v>
                </c:pt>
                <c:pt idx="123">
                  <c:v>0.03458489747</c:v>
                </c:pt>
                <c:pt idx="124">
                  <c:v>0.03407540607</c:v>
                </c:pt>
                <c:pt idx="125">
                  <c:v>0.03355660867</c:v>
                </c:pt>
                <c:pt idx="126">
                  <c:v>0.03302920753</c:v>
                </c:pt>
                <c:pt idx="127">
                  <c:v>0.03249397428</c:v>
                </c:pt>
                <c:pt idx="128">
                  <c:v>0.03195174495</c:v>
                </c:pt>
                <c:pt idx="129">
                  <c:v>0.03140341393</c:v>
                </c:pt>
                <c:pt idx="130">
                  <c:v>0.03084992651</c:v>
                </c:pt>
                <c:pt idx="131">
                  <c:v>0.03029227039</c:v>
                </c:pt>
                <c:pt idx="132">
                  <c:v>0.02973146614</c:v>
                </c:pt>
                <c:pt idx="133">
                  <c:v>0.02916855681</c:v>
                </c:pt>
                <c:pt idx="134">
                  <c:v>0.02860459696</c:v>
                </c:pt>
                <c:pt idx="135">
                  <c:v>0.02804064142</c:v>
                </c:pt>
                <c:pt idx="136">
                  <c:v>0.02747773392</c:v>
                </c:pt>
                <c:pt idx="137">
                  <c:v>0.02691689609</c:v>
                </c:pt>
                <c:pt idx="138">
                  <c:v>0.02635911705</c:v>
                </c:pt>
                <c:pt idx="139">
                  <c:v>0.02580534391</c:v>
                </c:pt>
                <c:pt idx="140">
                  <c:v>0.02525647346</c:v>
                </c:pt>
                <c:pt idx="141">
                  <c:v>0.02471334522</c:v>
                </c:pt>
                <c:pt idx="142">
                  <c:v>0.02417673603</c:v>
                </c:pt>
                <c:pt idx="143">
                  <c:v>0.02364735629</c:v>
                </c:pt>
                <c:pt idx="144">
                  <c:v>0.02312584775</c:v>
                </c:pt>
                <c:pt idx="145">
                  <c:v>0.02261278286</c:v>
                </c:pt>
                <c:pt idx="146">
                  <c:v>0.02210866548</c:v>
                </c:pt>
                <c:pt idx="147">
                  <c:v>0.02161393279</c:v>
                </c:pt>
                <c:pt idx="148">
                  <c:v>0.0211289582</c:v>
                </c:pt>
                <c:pt idx="149">
                  <c:v>0.02065405492</c:v>
                </c:pt>
                <c:pt idx="150">
                  <c:v>0.02018948011</c:v>
                </c:pt>
                <c:pt idx="151">
                  <c:v>0.01973543918</c:v>
                </c:pt>
                <c:pt idx="152">
                  <c:v>0.0192920903</c:v>
                </c:pt>
                <c:pt idx="153">
                  <c:v>0.0188595488</c:v>
                </c:pt>
                <c:pt idx="154">
                  <c:v>0.01843789139</c:v>
                </c:pt>
                <c:pt idx="155">
                  <c:v>0.01802716011</c:v>
                </c:pt>
                <c:pt idx="156">
                  <c:v>0.01762736608</c:v>
                </c:pt>
                <c:pt idx="157">
                  <c:v>0.01723849281</c:v>
                </c:pt>
                <c:pt idx="158">
                  <c:v>0.01686049931</c:v>
                </c:pt>
                <c:pt idx="159">
                  <c:v>0.01649332285</c:v>
                </c:pt>
                <c:pt idx="160">
                  <c:v>0.01613688142</c:v>
                </c:pt>
                <c:pt idx="161">
                  <c:v>0.01579107596</c:v>
                </c:pt>
                <c:pt idx="162">
                  <c:v>0.01545579241</c:v>
                </c:pt>
                <c:pt idx="163">
                  <c:v>0.01513090339</c:v>
                </c:pt>
                <c:pt idx="164">
                  <c:v>0.01481626988</c:v>
                </c:pt>
                <c:pt idx="165">
                  <c:v>0.01451174262</c:v>
                </c:pt>
                <c:pt idx="166">
                  <c:v>0.01421716333</c:v>
                </c:pt>
                <c:pt idx="167">
                  <c:v>0.01393236595</c:v>
                </c:pt>
                <c:pt idx="168">
                  <c:v>0.01365717754</c:v>
                </c:pt>
                <c:pt idx="169">
                  <c:v>0.0133914193</c:v>
                </c:pt>
                <c:pt idx="170">
                  <c:v>0.01313490733</c:v>
                </c:pt>
                <c:pt idx="171">
                  <c:v>0.01288745338</c:v>
                </c:pt>
                <c:pt idx="172">
                  <c:v>0.01264886552</c:v>
                </c:pt>
                <c:pt idx="173">
                  <c:v>0.01241894875</c:v>
                </c:pt>
                <c:pt idx="174">
                  <c:v>0.01219750553</c:v>
                </c:pt>
                <c:pt idx="175">
                  <c:v>0.0119843363</c:v>
                </c:pt>
                <c:pt idx="176">
                  <c:v>0.01177923992</c:v>
                </c:pt>
                <c:pt idx="177">
                  <c:v>0.01158201411</c:v>
                </c:pt>
                <c:pt idx="178">
                  <c:v>0.01139245583</c:v>
                </c:pt>
                <c:pt idx="179">
                  <c:v>0.01121036164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integration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Analytic probability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0.2426817297</c:v>
                </c:pt>
                <c:pt idx="1">
                  <c:v>0.3293999268</c:v>
                </c:pt>
                <c:pt idx="2">
                  <c:v>0.4733112665</c:v>
                </c:pt>
              </c:numCache>
            </c:numRef>
          </c:val>
        </c:ser>
        <c:ser>
          <c:idx val="1"/>
          <c:order val="1"/>
          <c:tx>
            <c:v>100,000 Monte Carlo trials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0.24311</c:v>
                </c:pt>
                <c:pt idx="1">
                  <c:v>0.3316</c:v>
                </c:pt>
                <c:pt idx="2">
                  <c:v>0.47512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Detection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True regional change</c:v>
          </c:tx>
          <c:spPr>
            <a:solidFill xmlns:a="http://schemas.openxmlformats.org/drawingml/2006/main">
              <a:srgbClr val="E8EDF2"/>
            </a:solidFill>
            <a:ln xmlns:a="http://schemas.openxmlformats.org/drawingml/2006/main" w="23813">
              <a:solidFill>
                <a:srgbClr val="E8EDF2"/>
              </a:solidFill>
            </a:ln>
          </c:spPr>
          <c:marker>
            <c:symbol val="none"/>
          </c:marker>
          <c:xVal>
            <c:numRef>
              <c:f>'Chart Data'!$A$2:$A$361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Data'!$B$2:$B$361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0.0008577310185</c:v>
                </c:pt>
                <c:pt idx="92">
                  <c:v>0.001681829923</c:v>
                </c:pt>
                <c:pt idx="93">
                  <c:v>0.002473615447</c:v>
                </c:pt>
                <c:pt idx="94">
                  <c:v>0.004272524576</c:v>
                </c:pt>
                <c:pt idx="95">
                  <c:v>0.00600089747</c:v>
                </c:pt>
                <c:pt idx="96">
                  <c:v>0.007661499892</c:v>
                </c:pt>
                <c:pt idx="97">
                  <c:v>0.01030970333</c:v>
                </c:pt>
                <c:pt idx="98">
                  <c:v>0.01285406923</c:v>
                </c:pt>
                <c:pt idx="99">
                  <c:v>0.01529866912</c:v>
                </c:pt>
                <c:pt idx="100">
                  <c:v>0.01853540664</c:v>
                </c:pt>
                <c:pt idx="101">
                  <c:v>0.02164522987</c:v>
                </c:pt>
                <c:pt idx="102">
                  <c:v>0.02463311519</c:v>
                </c:pt>
                <c:pt idx="103">
                  <c:v>0.02819929162</c:v>
                </c:pt>
                <c:pt idx="104">
                  <c:v>0.03162563627</c:v>
                </c:pt>
                <c:pt idx="105">
                  <c:v>0.03491763203</c:v>
                </c:pt>
                <c:pt idx="106">
                  <c:v>0.03873265304</c:v>
                </c:pt>
                <c:pt idx="107">
                  <c:v>0.04239808493</c:v>
                </c:pt>
                <c:pt idx="108">
                  <c:v>0.04591979318</c:v>
                </c:pt>
                <c:pt idx="109">
                  <c:v>0.05010122845</c:v>
                </c:pt>
                <c:pt idx="110">
                  <c:v>0.05411870731</c:v>
                </c:pt>
                <c:pt idx="111">
                  <c:v>0.05797865857</c:v>
                </c:pt>
                <c:pt idx="112">
                  <c:v>0.06268586943</c:v>
                </c:pt>
                <c:pt idx="113">
                  <c:v>0.06720850792</c:v>
                </c:pt>
                <c:pt idx="114">
                  <c:v>0.07155381122</c:v>
                </c:pt>
                <c:pt idx="115">
                  <c:v>0.07679861457</c:v>
                </c:pt>
                <c:pt idx="116">
                  <c:v>0.08183776624</c:v>
                </c:pt>
                <c:pt idx="117">
                  <c:v>0.08667932995</c:v>
                </c:pt>
                <c:pt idx="118">
                  <c:v>0.09227715595</c:v>
                </c:pt>
                <c:pt idx="119">
                  <c:v>0.09765548805</c:v>
                </c:pt>
                <c:pt idx="120">
                  <c:v>0.1028229327</c:v>
                </c:pt>
                <c:pt idx="121">
                  <c:v>0.1085288341</c:v>
                </c:pt>
                <c:pt idx="122">
                  <c:v>0.1140110039</c:v>
                </c:pt>
                <c:pt idx="123">
                  <c:v>0.1192782147</c:v>
                </c:pt>
                <c:pt idx="124">
                  <c:v>0.1249821955</c:v>
                </c:pt>
                <c:pt idx="125">
                  <c:v>0.1304625201</c:v>
                </c:pt>
                <c:pt idx="126">
                  <c:v>0.1357279581</c:v>
                </c:pt>
                <c:pt idx="127">
                  <c:v>0.1415296076</c:v>
                </c:pt>
                <c:pt idx="128">
                  <c:v>0.1471037711</c:v>
                </c:pt>
                <c:pt idx="129">
                  <c:v>0.1524593685</c:v>
                </c:pt>
                <c:pt idx="130">
                  <c:v>0.1585527985</c:v>
                </c:pt>
                <c:pt idx="131">
                  <c:v>0.1644073017</c:v>
                </c:pt>
                <c:pt idx="132">
                  <c:v>0.1700322466</c:v>
                </c:pt>
                <c:pt idx="133">
                  <c:v>0.1765067839</c:v>
                </c:pt>
                <c:pt idx="134">
                  <c:v>0.182727451</c:v>
                </c:pt>
                <c:pt idx="135">
                  <c:v>0.1887042022</c:v>
                </c:pt>
                <c:pt idx="136">
                  <c:v>0.1954437757</c:v>
                </c:pt>
                <c:pt idx="137">
                  <c:v>0.2019190868</c:v>
                </c:pt>
                <c:pt idx="138">
                  <c:v>0.2081404972</c:v>
                </c:pt>
                <c:pt idx="139">
                  <c:v>0.2141179627</c:v>
                </c:pt>
                <c:pt idx="140">
                  <c:v>0.2198610484</c:v>
                </c:pt>
                <c:pt idx="141">
                  <c:v>0.2253789444</c:v>
                </c:pt>
                <c:pt idx="142">
                  <c:v>0.2306804807</c:v>
                </c:pt>
                <c:pt idx="143">
                  <c:v>0.2357741408</c:v>
                </c:pt>
                <c:pt idx="144">
                  <c:v>0.2406680756</c:v>
                </c:pt>
                <c:pt idx="145">
                  <c:v>0.2453701165</c:v>
                </c:pt>
                <c:pt idx="146">
                  <c:v>0.2498877877</c:v>
                </c:pt>
                <c:pt idx="147">
                  <c:v>0.2542283185</c:v>
                </c:pt>
                <c:pt idx="148">
                  <c:v>0.2583986546</c:v>
                </c:pt>
                <c:pt idx="149">
                  <c:v>0.2624054695</c:v>
                </c:pt>
                <c:pt idx="150">
                  <c:v>0.266255175</c:v>
                </c:pt>
                <c:pt idx="151">
                  <c:v>0.2699539314</c:v>
                </c:pt>
                <c:pt idx="152">
                  <c:v>0.2735076574</c:v>
                </c:pt>
                <c:pt idx="153">
                  <c:v>0.2769220399</c:v>
                </c:pt>
                <c:pt idx="154">
                  <c:v>0.2802025425</c:v>
                </c:pt>
                <c:pt idx="155">
                  <c:v>0.2833544147</c:v>
                </c:pt>
                <c:pt idx="156">
                  <c:v>0.2863827003</c:v>
                </c:pt>
                <c:pt idx="157">
                  <c:v>0.2892922451</c:v>
                </c:pt>
                <c:pt idx="158">
                  <c:v>0.292087705</c:v>
                </c:pt>
                <c:pt idx="159">
                  <c:v>0.2947735534</c:v>
                </c:pt>
                <c:pt idx="160">
                  <c:v>0.2973540881</c:v>
                </c:pt>
                <c:pt idx="161">
                  <c:v>0.2998334386</c:v>
                </c:pt>
                <c:pt idx="162">
                  <c:v>0.3022155724</c:v>
                </c:pt>
                <c:pt idx="163">
                  <c:v>0.3045043014</c:v>
                </c:pt>
                <c:pt idx="164">
                  <c:v>0.3067032881</c:v>
                </c:pt>
                <c:pt idx="165">
                  <c:v>0.3088160513</c:v>
                </c:pt>
                <c:pt idx="166">
                  <c:v>0.3108459718</c:v>
                </c:pt>
                <c:pt idx="167">
                  <c:v>0.312796298</c:v>
                </c:pt>
                <c:pt idx="168">
                  <c:v>0.3146701508</c:v>
                </c:pt>
                <c:pt idx="169">
                  <c:v>0.3164705288</c:v>
                </c:pt>
                <c:pt idx="170">
                  <c:v>0.318200313</c:v>
                </c:pt>
                <c:pt idx="171">
                  <c:v>0.3198622713</c:v>
                </c:pt>
                <c:pt idx="172">
                  <c:v>0.3214590634</c:v>
                </c:pt>
                <c:pt idx="173">
                  <c:v>0.3229932443</c:v>
                </c:pt>
                <c:pt idx="174">
                  <c:v>0.3244672691</c:v>
                </c:pt>
                <c:pt idx="175">
                  <c:v>0.3258834966</c:v>
                </c:pt>
                <c:pt idx="176">
                  <c:v>0.3272441931</c:v>
                </c:pt>
                <c:pt idx="177">
                  <c:v>0.3285515358</c:v>
                </c:pt>
                <c:pt idx="178">
                  <c:v>0.3298076169</c:v>
                </c:pt>
                <c:pt idx="179">
                  <c:v>0.3310144464</c:v>
                </c:pt>
                <c:pt idx="180">
                  <c:v>0.3321739554</c:v>
                </c:pt>
                <c:pt idx="181">
                  <c:v>0.3332879994</c:v>
                </c:pt>
                <c:pt idx="182">
                  <c:v>0.3343583611</c:v>
                </c:pt>
                <c:pt idx="183">
                  <c:v>0.3353867533</c:v>
                </c:pt>
                <c:pt idx="184">
                  <c:v>0.3363748217</c:v>
                </c:pt>
                <c:pt idx="185">
                  <c:v>0.3373241474</c:v>
                </c:pt>
                <c:pt idx="186">
                  <c:v>0.3382362495</c:v>
                </c:pt>
                <c:pt idx="187">
                  <c:v>0.3391125876</c:v>
                </c:pt>
                <c:pt idx="188">
                  <c:v>0.3399545639</c:v>
                </c:pt>
                <c:pt idx="189">
                  <c:v>0.3407635259</c:v>
                </c:pt>
                <c:pt idx="190">
                  <c:v>0.341540768</c:v>
                </c:pt>
                <c:pt idx="191">
                  <c:v>0.342287534</c:v>
                </c:pt>
                <c:pt idx="192">
                  <c:v>0.343005019</c:v>
                </c:pt>
                <c:pt idx="193">
                  <c:v>0.3436943709</c:v>
                </c:pt>
                <c:pt idx="194">
                  <c:v>0.3443566929</c:v>
                </c:pt>
                <c:pt idx="195">
                  <c:v>0.344993045</c:v>
                </c:pt>
                <c:pt idx="196">
                  <c:v>0.3456044453</c:v>
                </c:pt>
                <c:pt idx="197">
                  <c:v>0.3461918722</c:v>
                </c:pt>
                <c:pt idx="198">
                  <c:v>0.3467562659</c:v>
                </c:pt>
                <c:pt idx="199">
                  <c:v>0.3472985293</c:v>
                </c:pt>
                <c:pt idx="200">
                  <c:v>0.3478195303</c:v>
                </c:pt>
                <c:pt idx="201">
                  <c:v>0.3483201025</c:v>
                </c:pt>
                <c:pt idx="202">
                  <c:v>0.348801047</c:v>
                </c:pt>
                <c:pt idx="203">
                  <c:v>0.3492631335</c:v>
                </c:pt>
                <c:pt idx="204">
                  <c:v>0.3497071012</c:v>
                </c:pt>
                <c:pt idx="205">
                  <c:v>0.3501336607</c:v>
                </c:pt>
                <c:pt idx="206">
                  <c:v>0.3505434946</c:v>
                </c:pt>
                <c:pt idx="207">
                  <c:v>0.3509372587</c:v>
                </c:pt>
                <c:pt idx="208">
                  <c:v>0.351315583</c:v>
                </c:pt>
                <c:pt idx="209">
                  <c:v>0.3516790731</c:v>
                </c:pt>
                <c:pt idx="210">
                  <c:v>0.3520283105</c:v>
                </c:pt>
                <c:pt idx="211">
                  <c:v>0.3523638541</c:v>
                </c:pt>
                <c:pt idx="212">
                  <c:v>0.3526862409</c:v>
                </c:pt>
                <c:pt idx="213">
                  <c:v>0.3529959866</c:v>
                </c:pt>
                <c:pt idx="214">
                  <c:v>0.3532935871</c:v>
                </c:pt>
                <c:pt idx="215">
                  <c:v>0.3535795185</c:v>
                </c:pt>
                <c:pt idx="216">
                  <c:v>0.3538542384</c:v>
                </c:pt>
                <c:pt idx="217">
                  <c:v>0.3541181863</c:v>
                </c:pt>
                <c:pt idx="218">
                  <c:v>0.3543717847</c:v>
                </c:pt>
                <c:pt idx="219">
                  <c:v>0.3546154394</c:v>
                </c:pt>
                <c:pt idx="220">
                  <c:v>0.3548495402</c:v>
                </c:pt>
                <c:pt idx="221">
                  <c:v>0.3550744618</c:v>
                </c:pt>
                <c:pt idx="222">
                  <c:v>0.3552905642</c:v>
                </c:pt>
                <c:pt idx="223">
                  <c:v>0.355498193</c:v>
                </c:pt>
                <c:pt idx="224">
                  <c:v>0.3556976805</c:v>
                </c:pt>
                <c:pt idx="225">
                  <c:v>0.3558893461</c:v>
                </c:pt>
                <c:pt idx="226">
                  <c:v>0.3560734963</c:v>
                </c:pt>
                <c:pt idx="227">
                  <c:v>0.3562504259</c:v>
                </c:pt>
                <c:pt idx="228">
                  <c:v>0.356420418</c:v>
                </c:pt>
                <c:pt idx="229">
                  <c:v>0.3565837446</c:v>
                </c:pt>
                <c:pt idx="230">
                  <c:v>0.3567406671</c:v>
                </c:pt>
                <c:pt idx="231">
                  <c:v>0.3568914366</c:v>
                </c:pt>
                <c:pt idx="232">
                  <c:v>0.3570362943</c:v>
                </c:pt>
                <c:pt idx="233">
                  <c:v>0.357175472</c:v>
                </c:pt>
                <c:pt idx="234">
                  <c:v>0.3573091925</c:v>
                </c:pt>
                <c:pt idx="235">
                  <c:v>0.3574376698</c:v>
                </c:pt>
                <c:pt idx="236">
                  <c:v>0.3575611094</c:v>
                </c:pt>
                <c:pt idx="237">
                  <c:v>0.3576797088</c:v>
                </c:pt>
                <c:pt idx="238">
                  <c:v>0.357793658</c:v>
                </c:pt>
                <c:pt idx="239">
                  <c:v>0.3579031391</c:v>
                </c:pt>
                <c:pt idx="240">
                  <c:v>0.3580083273</c:v>
                </c:pt>
                <c:pt idx="241">
                  <c:v>0.3581093911</c:v>
                </c:pt>
                <c:pt idx="242">
                  <c:v>0.3582064922</c:v>
                </c:pt>
                <c:pt idx="243">
                  <c:v>0.3582997858</c:v>
                </c:pt>
                <c:pt idx="244">
                  <c:v>0.3583894213</c:v>
                </c:pt>
                <c:pt idx="245">
                  <c:v>0.3584755422</c:v>
                </c:pt>
                <c:pt idx="246">
                  <c:v>0.3585582862</c:v>
                </c:pt>
                <c:pt idx="247">
                  <c:v>0.3586377858</c:v>
                </c:pt>
                <c:pt idx="248">
                  <c:v>0.3587141682</c:v>
                </c:pt>
                <c:pt idx="249">
                  <c:v>0.3587875556</c:v>
                </c:pt>
                <c:pt idx="250">
                  <c:v>0.3588580654</c:v>
                </c:pt>
                <c:pt idx="251">
                  <c:v>0.3589258105</c:v>
                </c:pt>
                <c:pt idx="252">
                  <c:v>0.3589908993</c:v>
                </c:pt>
                <c:pt idx="253">
                  <c:v>0.3590534359</c:v>
                </c:pt>
                <c:pt idx="254">
                  <c:v>0.3591135204</c:v>
                </c:pt>
                <c:pt idx="255">
                  <c:v>0.3591712489</c:v>
                </c:pt>
                <c:pt idx="256">
                  <c:v>0.3592267139</c:v>
                </c:pt>
                <c:pt idx="257">
                  <c:v>0.3592800041</c:v>
                </c:pt>
                <c:pt idx="258">
                  <c:v>0.3593312047</c:v>
                </c:pt>
                <c:pt idx="259">
                  <c:v>0.3593803977</c:v>
                </c:pt>
                <c:pt idx="260">
                  <c:v>0.3594276619</c:v>
                </c:pt>
                <c:pt idx="261">
                  <c:v>0.3594730728</c:v>
                </c:pt>
                <c:pt idx="262">
                  <c:v>0.3595167031</c:v>
                </c:pt>
                <c:pt idx="263">
                  <c:v>0.3595586226</c:v>
                </c:pt>
                <c:pt idx="264">
                  <c:v>0.3595988984</c:v>
                </c:pt>
                <c:pt idx="265">
                  <c:v>0.359637595</c:v>
                </c:pt>
                <c:pt idx="266">
                  <c:v>0.3596747743</c:v>
                </c:pt>
                <c:pt idx="267">
                  <c:v>0.3597104958</c:v>
                </c:pt>
                <c:pt idx="268">
                  <c:v>0.3597448166</c:v>
                </c:pt>
                <c:pt idx="269">
                  <c:v>0.3597777917</c:v>
                </c:pt>
                <c:pt idx="270">
                  <c:v>0.3598094738</c:v>
                </c:pt>
                <c:pt idx="271">
                  <c:v>0.3598399136</c:v>
                </c:pt>
                <c:pt idx="272">
                  <c:v>0.3598691599</c:v>
                </c:pt>
                <c:pt idx="273">
                  <c:v>0.3598972594</c:v>
                </c:pt>
                <c:pt idx="274">
                  <c:v>0.3599242571</c:v>
                </c:pt>
                <c:pt idx="275">
                  <c:v>0.3599501962</c:v>
                </c:pt>
                <c:pt idx="276">
                  <c:v>0.3599751182</c:v>
                </c:pt>
                <c:pt idx="277">
                  <c:v>0.3599990631</c:v>
                </c:pt>
                <c:pt idx="278">
                  <c:v>0.360022069</c:v>
                </c:pt>
                <c:pt idx="279">
                  <c:v>0.3600441728</c:v>
                </c:pt>
                <c:pt idx="280">
                  <c:v>0.36006541</c:v>
                </c:pt>
                <c:pt idx="281">
                  <c:v>0.3600858144</c:v>
                </c:pt>
                <c:pt idx="282">
                  <c:v>0.3601054188</c:v>
                </c:pt>
                <c:pt idx="283">
                  <c:v>0.3601242544</c:v>
                </c:pt>
                <c:pt idx="284">
                  <c:v>0.3601423515</c:v>
                </c:pt>
                <c:pt idx="285">
                  <c:v>0.360159739</c:v>
                </c:pt>
                <c:pt idx="286">
                  <c:v>0.3601764448</c:v>
                </c:pt>
                <c:pt idx="287">
                  <c:v>0.3601924955</c:v>
                </c:pt>
                <c:pt idx="288">
                  <c:v>0.3602079168</c:v>
                </c:pt>
                <c:pt idx="289">
                  <c:v>0.3602227335</c:v>
                </c:pt>
                <c:pt idx="290">
                  <c:v>0.3602369691</c:v>
                </c:pt>
                <c:pt idx="291">
                  <c:v>0.3602506466</c:v>
                </c:pt>
                <c:pt idx="292">
                  <c:v>0.3602637878</c:v>
                </c:pt>
                <c:pt idx="293">
                  <c:v>0.3602764138</c:v>
                </c:pt>
                <c:pt idx="294">
                  <c:v>0.3602885446</c:v>
                </c:pt>
                <c:pt idx="295">
                  <c:v>0.3603001998</c:v>
                </c:pt>
                <c:pt idx="296">
                  <c:v>0.360311398</c:v>
                </c:pt>
                <c:pt idx="297">
                  <c:v>0.3603221571</c:v>
                </c:pt>
                <c:pt idx="298">
                  <c:v>0.3603324943</c:v>
                </c:pt>
                <c:pt idx="299">
                  <c:v>0.3603424262</c:v>
                </c:pt>
                <c:pt idx="300">
                  <c:v>0.3603519687</c:v>
                </c:pt>
                <c:pt idx="301">
                  <c:v>0.360361137</c:v>
                </c:pt>
                <c:pt idx="302">
                  <c:v>0.3603699458</c:v>
                </c:pt>
                <c:pt idx="303">
                  <c:v>0.3603784092</c:v>
                </c:pt>
                <c:pt idx="304">
                  <c:v>0.3603865408</c:v>
                </c:pt>
                <c:pt idx="305">
                  <c:v>0.3603943535</c:v>
                </c:pt>
                <c:pt idx="306">
                  <c:v>0.3604018598</c:v>
                </c:pt>
                <c:pt idx="307">
                  <c:v>0.3604090719</c:v>
                </c:pt>
                <c:pt idx="308">
                  <c:v>0.3604160011</c:v>
                </c:pt>
                <c:pt idx="309">
                  <c:v>0.3604226587</c:v>
                </c:pt>
                <c:pt idx="310">
                  <c:v>0.3604290552</c:v>
                </c:pt>
                <c:pt idx="311">
                  <c:v>0.3604352009</c:v>
                </c:pt>
                <c:pt idx="312">
                  <c:v>0.3604411056</c:v>
                </c:pt>
                <c:pt idx="313">
                  <c:v>0.3604467788</c:v>
                </c:pt>
                <c:pt idx="314">
                  <c:v>0.3604522295</c:v>
                </c:pt>
                <c:pt idx="315">
                  <c:v>0.3604574665</c:v>
                </c:pt>
                <c:pt idx="316">
                  <c:v>0.3604624982</c:v>
                </c:pt>
                <c:pt idx="317">
                  <c:v>0.3604673326</c:v>
                </c:pt>
                <c:pt idx="318">
                  <c:v>0.3604719774</c:v>
                </c:pt>
                <c:pt idx="319">
                  <c:v>0.3604764401</c:v>
                </c:pt>
                <c:pt idx="320">
                  <c:v>0.3604807278</c:v>
                </c:pt>
                <c:pt idx="321">
                  <c:v>0.3604848474</c:v>
                </c:pt>
                <c:pt idx="322">
                  <c:v>0.3604888054</c:v>
                </c:pt>
                <c:pt idx="323">
                  <c:v>0.3604926083</c:v>
                </c:pt>
                <c:pt idx="324">
                  <c:v>0.360496262</c:v>
                </c:pt>
                <c:pt idx="325">
                  <c:v>0.3604997725</c:v>
                </c:pt>
                <c:pt idx="326">
                  <c:v>0.3605031453</c:v>
                </c:pt>
                <c:pt idx="327">
                  <c:v>0.3605063859</c:v>
                </c:pt>
                <c:pt idx="328">
                  <c:v>0.3605094994</c:v>
                </c:pt>
                <c:pt idx="329">
                  <c:v>0.3605124909</c:v>
                </c:pt>
                <c:pt idx="330">
                  <c:v>0.360515365</c:v>
                </c:pt>
                <c:pt idx="331">
                  <c:v>0.3605181264</c:v>
                </c:pt>
                <c:pt idx="332">
                  <c:v>0.3605207796</c:v>
                </c:pt>
                <c:pt idx="333">
                  <c:v>0.3605233287</c:v>
                </c:pt>
                <c:pt idx="334">
                  <c:v>0.3605257779</c:v>
                </c:pt>
                <c:pt idx="335">
                  <c:v>0.3605281311</c:v>
                </c:pt>
                <c:pt idx="336">
                  <c:v>0.3605303919</c:v>
                </c:pt>
                <c:pt idx="337">
                  <c:v>0.3605325642</c:v>
                </c:pt>
                <c:pt idx="338">
                  <c:v>0.3605346512</c:v>
                </c:pt>
                <c:pt idx="339">
                  <c:v>0.3605366564</c:v>
                </c:pt>
                <c:pt idx="340">
                  <c:v>0.360538583</c:v>
                </c:pt>
                <c:pt idx="341">
                  <c:v>0.3605404341</c:v>
                </c:pt>
                <c:pt idx="342">
                  <c:v>0.3605422125</c:v>
                </c:pt>
                <c:pt idx="343">
                  <c:v>0.3605439213</c:v>
                </c:pt>
                <c:pt idx="344">
                  <c:v>0.360545563</c:v>
                </c:pt>
                <c:pt idx="345">
                  <c:v>0.3605471403</c:v>
                </c:pt>
                <c:pt idx="346">
                  <c:v>0.3605486559</c:v>
                </c:pt>
                <c:pt idx="347">
                  <c:v>0.3605501119</c:v>
                </c:pt>
                <c:pt idx="348">
                  <c:v>0.3605515109</c:v>
                </c:pt>
                <c:pt idx="349">
                  <c:v>0.3605528551</c:v>
                </c:pt>
                <c:pt idx="350">
                  <c:v>0.3605541465</c:v>
                </c:pt>
                <c:pt idx="351">
                  <c:v>0.3605553873</c:v>
                </c:pt>
                <c:pt idx="352">
                  <c:v>0.3605565794</c:v>
                </c:pt>
                <c:pt idx="353">
                  <c:v>0.3605577248</c:v>
                </c:pt>
                <c:pt idx="354">
                  <c:v>0.3605588253</c:v>
                </c:pt>
                <c:pt idx="355">
                  <c:v>0.3605598827</c:v>
                </c:pt>
                <c:pt idx="356">
                  <c:v>0.3605608985</c:v>
                </c:pt>
                <c:pt idx="357">
                  <c:v>0.3605618746</c:v>
                </c:pt>
                <c:pt idx="358">
                  <c:v>0.3605628124</c:v>
                </c:pt>
                <c:pt idx="359">
                  <c:v>0.3605637134</c:v>
                </c:pt>
              </c:numCache>
            </c:numRef>
          </c:yVal>
        </c:ser>
        <c:ser>
          <c:idx val="1"/>
          <c:order val="1"/>
          <c:tx>
            <c:v>Sensor response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Data'!$D$2:$D$361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8.162389836E-05</c:v>
                </c:pt>
                <c:pt idx="92">
                  <c:v>0.0002339036353</c:v>
                </c:pt>
                <c:pt idx="93">
                  <c:v>0.0004470403942</c:v>
                </c:pt>
                <c:pt idx="94">
                  <c:v>0.0008110833462</c:v>
                </c:pt>
                <c:pt idx="95">
                  <c:v>0.001304959458</c:v>
                </c:pt>
                <c:pt idx="96">
                  <c:v>0.001909864258</c:v>
                </c:pt>
                <c:pt idx="97">
                  <c:v>0.002709214633</c:v>
                </c:pt>
                <c:pt idx="98">
                  <c:v>0.00367462519</c:v>
                </c:pt>
                <c:pt idx="99">
                  <c:v>0.004780799223</c:v>
                </c:pt>
                <c:pt idx="100">
                  <c:v>0.006089723179</c:v>
                </c:pt>
                <c:pt idx="101">
                  <c:v>0.007570025359</c:v>
                </c:pt>
                <c:pt idx="102">
                  <c:v>0.009193793044</c:v>
                </c:pt>
                <c:pt idx="103">
                  <c:v>0.01100240536</c:v>
                </c:pt>
                <c:pt idx="104">
                  <c:v>0.01296496526</c:v>
                </c:pt>
                <c:pt idx="105">
                  <c:v>0.01505403771</c:v>
                </c:pt>
                <c:pt idx="106">
                  <c:v>0.01730735588</c:v>
                </c:pt>
                <c:pt idx="107">
                  <c:v>0.01969505444</c:v>
                </c:pt>
                <c:pt idx="108">
                  <c:v>0.02219066829</c:v>
                </c:pt>
                <c:pt idx="109">
                  <c:v>0.02484670926</c:v>
                </c:pt>
                <c:pt idx="110">
                  <c:v>0.02763230818</c:v>
                </c:pt>
                <c:pt idx="111">
                  <c:v>0.03052014523</c:v>
                </c:pt>
                <c:pt idx="112">
                  <c:v>0.0335811186</c:v>
                </c:pt>
                <c:pt idx="113">
                  <c:v>0.03678118779</c:v>
                </c:pt>
                <c:pt idx="114">
                  <c:v>0.04009024042</c:v>
                </c:pt>
                <c:pt idx="115">
                  <c:v>0.04358350408</c:v>
                </c:pt>
                <c:pt idx="116">
                  <c:v>0.04722387844</c:v>
                </c:pt>
                <c:pt idx="117">
                  <c:v>0.05097856108</c:v>
                </c:pt>
                <c:pt idx="118">
                  <c:v>0.054908642</c:v>
                </c:pt>
                <c:pt idx="119">
                  <c:v>0.05897654224</c:v>
                </c:pt>
                <c:pt idx="120">
                  <c:v>0.06314907797</c:v>
                </c:pt>
                <c:pt idx="121">
                  <c:v>0.06746753273</c:v>
                </c:pt>
                <c:pt idx="122">
                  <c:v>0.07189672962</c:v>
                </c:pt>
                <c:pt idx="123">
                  <c:v>0.07640567407</c:v>
                </c:pt>
                <c:pt idx="124">
                  <c:v>0.08102834128</c:v>
                </c:pt>
                <c:pt idx="125">
                  <c:v>0.08573262537</c:v>
                </c:pt>
                <c:pt idx="126">
                  <c:v>0.09049031033</c:v>
                </c:pt>
                <c:pt idx="127">
                  <c:v>0.09534734163</c:v>
                </c:pt>
                <c:pt idx="128">
                  <c:v>0.1002726171</c:v>
                </c:pt>
                <c:pt idx="129">
                  <c:v>0.1052388431</c:v>
                </c:pt>
                <c:pt idx="130">
                  <c:v>0.1103123367</c:v>
                </c:pt>
                <c:pt idx="131">
                  <c:v>0.1154601533</c:v>
                </c:pt>
                <c:pt idx="132">
                  <c:v>0.1206533746</c:v>
                </c:pt>
                <c:pt idx="133">
                  <c:v>0.1259685292</c:v>
                </c:pt>
                <c:pt idx="134">
                  <c:v>0.1313698548</c:v>
                </c:pt>
                <c:pt idx="135">
                  <c:v>0.1368259393</c:v>
                </c:pt>
                <c:pt idx="136">
                  <c:v>0.142404164</c:v>
                </c:pt>
                <c:pt idx="137">
                  <c:v>0.1480677577</c:v>
                </c:pt>
                <c:pt idx="138">
                  <c:v>0.1537844347</c:v>
                </c:pt>
                <c:pt idx="139">
                  <c:v>0.159525929</c:v>
                </c:pt>
                <c:pt idx="140">
                  <c:v>0.1652675747</c:v>
                </c:pt>
                <c:pt idx="141">
                  <c:v>0.1709879279</c:v>
                </c:pt>
                <c:pt idx="142">
                  <c:v>0.1766684253</c:v>
                </c:pt>
                <c:pt idx="143">
                  <c:v>0.1822930778</c:v>
                </c:pt>
                <c:pt idx="144">
                  <c:v>0.1878481933</c:v>
                </c:pt>
                <c:pt idx="145">
                  <c:v>0.1933221281</c:v>
                </c:pt>
                <c:pt idx="146">
                  <c:v>0.1987050623</c:v>
                </c:pt>
                <c:pt idx="147">
                  <c:v>0.2039887987</c:v>
                </c:pt>
                <c:pt idx="148">
                  <c:v>0.2091665811</c:v>
                </c:pt>
                <c:pt idx="149">
                  <c:v>0.2142329312</c:v>
                </c:pt>
                <c:pt idx="150">
                  <c:v>0.2191835022</c:v>
                </c:pt>
                <c:pt idx="151">
                  <c:v>0.2240149473</c:v>
                </c:pt>
                <c:pt idx="152">
                  <c:v>0.2287248014</c:v>
                </c:pt>
                <c:pt idx="153">
                  <c:v>0.2333113751</c:v>
                </c:pt>
                <c:pt idx="154">
                  <c:v>0.2377736596</c:v>
                </c:pt>
                <c:pt idx="155">
                  <c:v>0.242111242</c:v>
                </c:pt>
                <c:pt idx="156">
                  <c:v>0.2463242282</c:v>
                </c:pt>
                <c:pt idx="157">
                  <c:v>0.2504131757</c:v>
                </c:pt>
                <c:pt idx="158">
                  <c:v>0.2543790315</c:v>
                </c:pt>
                <c:pt idx="159">
                  <c:v>0.2582230785</c:v>
                </c:pt>
                <c:pt idx="160">
                  <c:v>0.2619468864</c:v>
                </c:pt>
                <c:pt idx="161">
                  <c:v>0.2655522685</c:v>
                </c:pt>
                <c:pt idx="162">
                  <c:v>0.2690412432</c:v>
                </c:pt>
                <c:pt idx="163">
                  <c:v>0.2724159994</c:v>
                </c:pt>
                <c:pt idx="164">
                  <c:v>0.2756788663</c:v>
                </c:pt>
                <c:pt idx="165">
                  <c:v>0.2788322864</c:v>
                </c:pt>
                <c:pt idx="166">
                  <c:v>0.2818787913</c:v>
                </c:pt>
                <c:pt idx="167">
                  <c:v>0.2848209811</c:v>
                </c:pt>
                <c:pt idx="168">
                  <c:v>0.2876615052</c:v>
                </c:pt>
                <c:pt idx="169">
                  <c:v>0.2904030462</c:v>
                </c:pt>
                <c:pt idx="170">
                  <c:v>0.2930483059</c:v>
                </c:pt>
                <c:pt idx="171">
                  <c:v>0.2955999921</c:v>
                </c:pt>
                <c:pt idx="172">
                  <c:v>0.2980608081</c:v>
                </c:pt>
                <c:pt idx="173">
                  <c:v>0.3004334431</c:v>
                </c:pt>
                <c:pt idx="174">
                  <c:v>0.302720564</c:v>
                </c:pt>
                <c:pt idx="175">
                  <c:v>0.3049248085</c:v>
                </c:pt>
                <c:pt idx="176">
                  <c:v>0.3070487788</c:v>
                </c:pt>
                <c:pt idx="177">
                  <c:v>0.3090950366</c:v>
                </c:pt>
                <c:pt idx="178">
                  <c:v>0.3110660993</c:v>
                </c:pt>
                <c:pt idx="179">
                  <c:v>0.3129644355</c:v>
                </c:pt>
                <c:pt idx="180">
                  <c:v>0.314792463</c:v>
                </c:pt>
                <c:pt idx="181">
                  <c:v>0.316552546</c:v>
                </c:pt>
                <c:pt idx="182">
                  <c:v>0.3182469933</c:v>
                </c:pt>
                <c:pt idx="183">
                  <c:v>0.3198780572</c:v>
                </c:pt>
                <c:pt idx="184">
                  <c:v>0.3214479319</c:v>
                </c:pt>
                <c:pt idx="185">
                  <c:v>0.3229587535</c:v>
                </c:pt>
                <c:pt idx="186">
                  <c:v>0.3244125995</c:v>
                </c:pt>
                <c:pt idx="187">
                  <c:v>0.3258114883</c:v>
                </c:pt>
                <c:pt idx="188">
                  <c:v>0.3271573799</c:v>
                </c:pt>
                <c:pt idx="189">
                  <c:v>0.3284521759</c:v>
                </c:pt>
                <c:pt idx="190">
                  <c:v>0.3296977201</c:v>
                </c:pt>
                <c:pt idx="191">
                  <c:v>0.3308957993</c:v>
                </c:pt>
                <c:pt idx="192">
                  <c:v>0.3320481439</c:v>
                </c:pt>
                <c:pt idx="193">
                  <c:v>0.3331564289</c:v>
                </c:pt>
                <c:pt idx="194">
                  <c:v>0.334222275</c:v>
                </c:pt>
                <c:pt idx="195">
                  <c:v>0.3352472493</c:v>
                </c:pt>
                <c:pt idx="196">
                  <c:v>0.3362328668</c:v>
                </c:pt>
                <c:pt idx="197">
                  <c:v>0.3371805915</c:v>
                </c:pt>
                <c:pt idx="198">
                  <c:v>0.3380918374</c:v>
                </c:pt>
                <c:pt idx="199">
                  <c:v>0.3389679699</c:v>
                </c:pt>
                <c:pt idx="200">
                  <c:v>0.3398103073</c:v>
                </c:pt>
                <c:pt idx="201">
                  <c:v>0.3406201214</c:v>
                </c:pt>
                <c:pt idx="202">
                  <c:v>0.3413986394</c:v>
                </c:pt>
                <c:pt idx="203">
                  <c:v>0.3421470449</c:v>
                </c:pt>
                <c:pt idx="204">
                  <c:v>0.3428664794</c:v>
                </c:pt>
                <c:pt idx="205">
                  <c:v>0.3435580431</c:v>
                </c:pt>
                <c:pt idx="206">
                  <c:v>0.3442227967</c:v>
                </c:pt>
                <c:pt idx="207">
                  <c:v>0.3448617623</c:v>
                </c:pt>
                <c:pt idx="208">
                  <c:v>0.3454759245</c:v>
                </c:pt>
                <c:pt idx="209">
                  <c:v>0.3460662322</c:v>
                </c:pt>
                <c:pt idx="210">
                  <c:v>0.3466335989</c:v>
                </c:pt>
                <c:pt idx="211">
                  <c:v>0.3471789048</c:v>
                </c:pt>
                <c:pt idx="212">
                  <c:v>0.3477029971</c:v>
                </c:pt>
                <c:pt idx="213">
                  <c:v>0.3482066917</c:v>
                </c:pt>
                <c:pt idx="214">
                  <c:v>0.3486907738</c:v>
                </c:pt>
                <c:pt idx="215">
                  <c:v>0.3491559994</c:v>
                </c:pt>
                <c:pt idx="216">
                  <c:v>0.3496030959</c:v>
                </c:pt>
                <c:pt idx="217">
                  <c:v>0.3500327636</c:v>
                </c:pt>
                <c:pt idx="218">
                  <c:v>0.350445676</c:v>
                </c:pt>
                <c:pt idx="219">
                  <c:v>0.3508424815</c:v>
                </c:pt>
                <c:pt idx="220">
                  <c:v>0.3512238035</c:v>
                </c:pt>
                <c:pt idx="221">
                  <c:v>0.3515902421</c:v>
                </c:pt>
                <c:pt idx="222">
                  <c:v>0.3519423743</c:v>
                </c:pt>
                <c:pt idx="223">
                  <c:v>0.3522807552</c:v>
                </c:pt>
                <c:pt idx="224">
                  <c:v>0.3526059186</c:v>
                </c:pt>
                <c:pt idx="225">
                  <c:v>0.3529183781</c:v>
                </c:pt>
                <c:pt idx="226">
                  <c:v>0.3532186273</c:v>
                </c:pt>
                <c:pt idx="227">
                  <c:v>0.3535071411</c:v>
                </c:pt>
                <c:pt idx="228">
                  <c:v>0.353784376</c:v>
                </c:pt>
                <c:pt idx="229">
                  <c:v>0.3540507712</c:v>
                </c:pt>
                <c:pt idx="230">
                  <c:v>0.3543067486</c:v>
                </c:pt>
                <c:pt idx="231">
                  <c:v>0.3545527142</c:v>
                </c:pt>
                <c:pt idx="232">
                  <c:v>0.3547890581</c:v>
                </c:pt>
                <c:pt idx="233">
                  <c:v>0.3550161554</c:v>
                </c:pt>
                <c:pt idx="234">
                  <c:v>0.3552343667</c:v>
                </c:pt>
                <c:pt idx="235">
                  <c:v>0.3554440387</c:v>
                </c:pt>
                <c:pt idx="236">
                  <c:v>0.3556455046</c:v>
                </c:pt>
                <c:pt idx="237">
                  <c:v>0.3558390848</c:v>
                </c:pt>
                <c:pt idx="238">
                  <c:v>0.356025087</c:v>
                </c:pt>
                <c:pt idx="239">
                  <c:v>0.3562038073</c:v>
                </c:pt>
                <c:pt idx="240">
                  <c:v>0.3563755301</c:v>
                </c:pt>
                <c:pt idx="241">
                  <c:v>0.3565405288</c:v>
                </c:pt>
                <c:pt idx="242">
                  <c:v>0.3566990661</c:v>
                </c:pt>
                <c:pt idx="243">
                  <c:v>0.3568513948</c:v>
                </c:pt>
                <c:pt idx="244">
                  <c:v>0.3569977573</c:v>
                </c:pt>
                <c:pt idx="245">
                  <c:v>0.3571383872</c:v>
                </c:pt>
                <c:pt idx="246">
                  <c:v>0.3572735084</c:v>
                </c:pt>
                <c:pt idx="247">
                  <c:v>0.3574033366</c:v>
                </c:pt>
                <c:pt idx="248">
                  <c:v>0.3575280787</c:v>
                </c:pt>
                <c:pt idx="249">
                  <c:v>0.3576479338</c:v>
                </c:pt>
                <c:pt idx="250">
                  <c:v>0.357763093</c:v>
                </c:pt>
                <c:pt idx="251">
                  <c:v>0.3578737402</c:v>
                </c:pt>
                <c:pt idx="252">
                  <c:v>0.357980052</c:v>
                </c:pt>
                <c:pt idx="253">
                  <c:v>0.3580821979</c:v>
                </c:pt>
                <c:pt idx="254">
                  <c:v>0.3581803412</c:v>
                </c:pt>
                <c:pt idx="255">
                  <c:v>0.3582746386</c:v>
                </c:pt>
                <c:pt idx="256">
                  <c:v>0.3583652405</c:v>
                </c:pt>
                <c:pt idx="257">
                  <c:v>0.3584522918</c:v>
                </c:pt>
                <c:pt idx="258">
                  <c:v>0.3585359314</c:v>
                </c:pt>
                <c:pt idx="259">
                  <c:v>0.358616293</c:v>
                </c:pt>
                <c:pt idx="260">
                  <c:v>0.358693505</c:v>
                </c:pt>
                <c:pt idx="261">
                  <c:v>0.3587676906</c:v>
                </c:pt>
                <c:pt idx="262">
                  <c:v>0.3588389686</c:v>
                </c:pt>
                <c:pt idx="263">
                  <c:v>0.3589074527</c:v>
                </c:pt>
                <c:pt idx="264">
                  <c:v>0.3589732525</c:v>
                </c:pt>
                <c:pt idx="265">
                  <c:v>0.359036473</c:v>
                </c:pt>
                <c:pt idx="266">
                  <c:v>0.3590972154</c:v>
                </c:pt>
                <c:pt idx="267">
                  <c:v>0.3591555768</c:v>
                </c:pt>
                <c:pt idx="268">
                  <c:v>0.3592116504</c:v>
                </c:pt>
                <c:pt idx="269">
                  <c:v>0.3592655258</c:v>
                </c:pt>
                <c:pt idx="270">
                  <c:v>0.3593172893</c:v>
                </c:pt>
                <c:pt idx="271">
                  <c:v>0.3593670236</c:v>
                </c:pt>
                <c:pt idx="272">
                  <c:v>0.3594148082</c:v>
                </c:pt>
                <c:pt idx="273">
                  <c:v>0.3594607195</c:v>
                </c:pt>
                <c:pt idx="274">
                  <c:v>0.3595048309</c:v>
                </c:pt>
                <c:pt idx="275">
                  <c:v>0.359547213</c:v>
                </c:pt>
                <c:pt idx="276">
                  <c:v>0.3595879336</c:v>
                </c:pt>
                <c:pt idx="277">
                  <c:v>0.3596270577</c:v>
                </c:pt>
                <c:pt idx="278">
                  <c:v>0.359664648</c:v>
                </c:pt>
                <c:pt idx="279">
                  <c:v>0.3597007646</c:v>
                </c:pt>
                <c:pt idx="280">
                  <c:v>0.3597354652</c:v>
                </c:pt>
                <c:pt idx="281">
                  <c:v>0.3597688053</c:v>
                </c:pt>
                <c:pt idx="282">
                  <c:v>0.3598008383</c:v>
                </c:pt>
                <c:pt idx="283">
                  <c:v>0.3598316154</c:v>
                </c:pt>
                <c:pt idx="284">
                  <c:v>0.3598611859</c:v>
                </c:pt>
                <c:pt idx="285">
                  <c:v>0.359889597</c:v>
                </c:pt>
                <c:pt idx="286">
                  <c:v>0.3599168942</c:v>
                </c:pt>
                <c:pt idx="287">
                  <c:v>0.3599431211</c:v>
                </c:pt>
                <c:pt idx="288">
                  <c:v>0.3599683197</c:v>
                </c:pt>
                <c:pt idx="289">
                  <c:v>0.3599925304</c:v>
                </c:pt>
                <c:pt idx="290">
                  <c:v>0.3600157918</c:v>
                </c:pt>
                <c:pt idx="291">
                  <c:v>0.3600381412</c:v>
                </c:pt>
                <c:pt idx="292">
                  <c:v>0.3600596143</c:v>
                </c:pt>
                <c:pt idx="293">
                  <c:v>0.3600802455</c:v>
                </c:pt>
                <c:pt idx="294">
                  <c:v>0.3601000678</c:v>
                </c:pt>
                <c:pt idx="295">
                  <c:v>0.3601191129</c:v>
                </c:pt>
                <c:pt idx="296">
                  <c:v>0.3601374112</c:v>
                </c:pt>
                <c:pt idx="297">
                  <c:v>0.3601549921</c:v>
                </c:pt>
                <c:pt idx="298">
                  <c:v>0.3601718837</c:v>
                </c:pt>
                <c:pt idx="299">
                  <c:v>0.360188113</c:v>
                </c:pt>
                <c:pt idx="300">
                  <c:v>0.3602037059</c:v>
                </c:pt>
                <c:pt idx="301">
                  <c:v>0.3602186874</c:v>
                </c:pt>
                <c:pt idx="302">
                  <c:v>0.3602330816</c:v>
                </c:pt>
                <c:pt idx="303">
                  <c:v>0.3602469113</c:v>
                </c:pt>
                <c:pt idx="304">
                  <c:v>0.3602601988</c:v>
                </c:pt>
                <c:pt idx="305">
                  <c:v>0.3602729653</c:v>
                </c:pt>
                <c:pt idx="306">
                  <c:v>0.3602852313</c:v>
                </c:pt>
                <c:pt idx="307">
                  <c:v>0.3602970162</c:v>
                </c:pt>
                <c:pt idx="308">
                  <c:v>0.3603083392</c:v>
                </c:pt>
                <c:pt idx="309">
                  <c:v>0.3603192181</c:v>
                </c:pt>
                <c:pt idx="310">
                  <c:v>0.3603296705</c:v>
                </c:pt>
                <c:pt idx="311">
                  <c:v>0.360339713</c:v>
                </c:pt>
                <c:pt idx="312">
                  <c:v>0.3603493618</c:v>
                </c:pt>
                <c:pt idx="313">
                  <c:v>0.3603586323</c:v>
                </c:pt>
                <c:pt idx="314">
                  <c:v>0.3603675392</c:v>
                </c:pt>
                <c:pt idx="315">
                  <c:v>0.3603760969</c:v>
                </c:pt>
                <c:pt idx="316">
                  <c:v>0.3603843191</c:v>
                </c:pt>
                <c:pt idx="317">
                  <c:v>0.3603922189</c:v>
                </c:pt>
                <c:pt idx="318">
                  <c:v>0.3603998089</c:v>
                </c:pt>
                <c:pt idx="319">
                  <c:v>0.3604071013</c:v>
                </c:pt>
                <c:pt idx="320">
                  <c:v>0.3604141078</c:v>
                </c:pt>
                <c:pt idx="321">
                  <c:v>0.3604208396</c:v>
                </c:pt>
                <c:pt idx="322">
                  <c:v>0.3604273074</c:v>
                </c:pt>
                <c:pt idx="323">
                  <c:v>0.3604335216</c:v>
                </c:pt>
                <c:pt idx="324">
                  <c:v>0.3604394921</c:v>
                </c:pt>
                <c:pt idx="325">
                  <c:v>0.3604452286</c:v>
                </c:pt>
                <c:pt idx="326">
                  <c:v>0.3604507401</c:v>
                </c:pt>
                <c:pt idx="327">
                  <c:v>0.3604560355</c:v>
                </c:pt>
                <c:pt idx="328">
                  <c:v>0.3604611232</c:v>
                </c:pt>
                <c:pt idx="329">
                  <c:v>0.3604660115</c:v>
                </c:pt>
                <c:pt idx="330">
                  <c:v>0.3604707081</c:v>
                </c:pt>
                <c:pt idx="331">
                  <c:v>0.3604752206</c:v>
                </c:pt>
                <c:pt idx="332">
                  <c:v>0.3604795561</c:v>
                </c:pt>
                <c:pt idx="333">
                  <c:v>0.3604837216</c:v>
                </c:pt>
                <c:pt idx="334">
                  <c:v>0.3604877238</c:v>
                </c:pt>
                <c:pt idx="335">
                  <c:v>0.3604915691</c:v>
                </c:pt>
                <c:pt idx="336">
                  <c:v>0.3604952635</c:v>
                </c:pt>
                <c:pt idx="337">
                  <c:v>0.3604988132</c:v>
                </c:pt>
                <c:pt idx="338">
                  <c:v>0.3605022236</c:v>
                </c:pt>
                <c:pt idx="339">
                  <c:v>0.3605055003</c:v>
                </c:pt>
                <c:pt idx="340">
                  <c:v>0.3605086486</c:v>
                </c:pt>
                <c:pt idx="341">
                  <c:v>0.3605116733</c:v>
                </c:pt>
                <c:pt idx="342">
                  <c:v>0.3605145795</c:v>
                </c:pt>
                <c:pt idx="343">
                  <c:v>0.3605173718</c:v>
                </c:pt>
                <c:pt idx="344">
                  <c:v>0.3605200545</c:v>
                </c:pt>
                <c:pt idx="345">
                  <c:v>0.3605226321</c:v>
                </c:pt>
                <c:pt idx="346">
                  <c:v>0.3605251086</c:v>
                </c:pt>
                <c:pt idx="347">
                  <c:v>0.360527488</c:v>
                </c:pt>
                <c:pt idx="348">
                  <c:v>0.360529774</c:v>
                </c:pt>
                <c:pt idx="349">
                  <c:v>0.3605319705</c:v>
                </c:pt>
                <c:pt idx="350">
                  <c:v>0.3605340808</c:v>
                </c:pt>
                <c:pt idx="351">
                  <c:v>0.3605361084</c:v>
                </c:pt>
                <c:pt idx="352">
                  <c:v>0.3605380565</c:v>
                </c:pt>
                <c:pt idx="353">
                  <c:v>0.3605399282</c:v>
                </c:pt>
                <c:pt idx="354">
                  <c:v>0.3605417265</c:v>
                </c:pt>
                <c:pt idx="355">
                  <c:v>0.3605434543</c:v>
                </c:pt>
                <c:pt idx="356">
                  <c:v>0.3605451143</c:v>
                </c:pt>
                <c:pt idx="357">
                  <c:v>0.3605467093</c:v>
                </c:pt>
                <c:pt idx="358">
                  <c:v>0.3605482417</c:v>
                </c:pt>
                <c:pt idx="359">
                  <c:v>0.360549714</c:v>
                </c:pt>
              </c:numCache>
            </c:numRef>
          </c:yVal>
        </c:ser>
        <c:ser>
          <c:idx val="2"/>
          <c:order val="2"/>
          <c:tx>
            <c:v>Coherent readout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Data'!$E$2:$E$361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Data'!$F$2:$F$361</c:f>
              <c:numCache>
                <c:formatCode>0.##</c:formatCode>
                <c:ptCount val="360"/>
                <c:pt idx="0">
                  <c:v>0.05650409643</c:v>
                </c:pt>
                <c:pt idx="1">
                  <c:v>0.03605416413</c:v>
                </c:pt>
                <c:pt idx="2">
                  <c:v>0.1387100113</c:v>
                </c:pt>
                <c:pt idx="3">
                  <c:v>0.04536725622</c:v>
                </c:pt>
                <c:pt idx="4">
                  <c:v>0.08199663048</c:v>
                </c:pt>
                <c:pt idx="5">
                  <c:v>0.0783531383</c:v>
                </c:pt>
                <c:pt idx="6">
                  <c:v>0.05690024708</c:v>
                </c:pt>
                <c:pt idx="7">
                  <c:v>-0.01805717471</c:v>
                </c:pt>
                <c:pt idx="8">
                  <c:v>0.112144588</c:v>
                </c:pt>
                <c:pt idx="9">
                  <c:v>-0.01507102391</c:v>
                </c:pt>
                <c:pt idx="10">
                  <c:v>0.03423887384</c:v>
                </c:pt>
                <c:pt idx="11">
                  <c:v>0.01562064152</c:v>
                </c:pt>
                <c:pt idx="12">
                  <c:v>0.07579531152</c:v>
                </c:pt>
                <c:pt idx="13">
                  <c:v>-0.03957042891</c:v>
                </c:pt>
                <c:pt idx="14">
                  <c:v>0.0921473323</c:v>
                </c:pt>
                <c:pt idx="15">
                  <c:v>0.1062268874</c:v>
                </c:pt>
                <c:pt idx="16">
                  <c:v>0.0121252918</c:v>
                </c:pt>
                <c:pt idx="17">
                  <c:v>-0.05975583215</c:v>
                </c:pt>
                <c:pt idx="18">
                  <c:v>0.1826046884</c:v>
                </c:pt>
                <c:pt idx="19">
                  <c:v>0.03586191099</c:v>
                </c:pt>
                <c:pt idx="20">
                  <c:v>0.1616596995</c:v>
                </c:pt>
                <c:pt idx="21">
                  <c:v>0.1396246662</c:v>
                </c:pt>
                <c:pt idx="22">
                  <c:v>-0.05557162505</c:v>
                </c:pt>
                <c:pt idx="23">
                  <c:v>0.2726256868</c:v>
                </c:pt>
                <c:pt idx="24">
                  <c:v>-0.03545517542</c:v>
                </c:pt>
                <c:pt idx="25">
                  <c:v>0.04382913471</c:v>
                </c:pt>
                <c:pt idx="26">
                  <c:v>0.05347912755</c:v>
                </c:pt>
                <c:pt idx="27">
                  <c:v>-0.04680205332</c:v>
                </c:pt>
                <c:pt idx="28">
                  <c:v>-0.0283171413</c:v>
                </c:pt>
                <c:pt idx="29">
                  <c:v>0.1750317814</c:v>
                </c:pt>
                <c:pt idx="30">
                  <c:v>0.03558906907</c:v>
                </c:pt>
                <c:pt idx="31">
                  <c:v>0.1373062182</c:v>
                </c:pt>
                <c:pt idx="32">
                  <c:v>0.140405497</c:v>
                </c:pt>
                <c:pt idx="33">
                  <c:v>0.1561382613</c:v>
                </c:pt>
                <c:pt idx="34">
                  <c:v>0.03124659936</c:v>
                </c:pt>
                <c:pt idx="35">
                  <c:v>0.03680295887</c:v>
                </c:pt>
                <c:pt idx="36">
                  <c:v>0.2293285726</c:v>
                </c:pt>
                <c:pt idx="37">
                  <c:v>0.07541082183</c:v>
                </c:pt>
                <c:pt idx="38">
                  <c:v>0.05279943676</c:v>
                </c:pt>
                <c:pt idx="39">
                  <c:v>0.01272988426</c:v>
                </c:pt>
                <c:pt idx="40">
                  <c:v>0.08079089921</c:v>
                </c:pt>
                <c:pt idx="41">
                  <c:v>0.07459072602</c:v>
                </c:pt>
                <c:pt idx="42">
                  <c:v>0.05841316723</c:v>
                </c:pt>
                <c:pt idx="43">
                  <c:v>0.2301438541</c:v>
                </c:pt>
                <c:pt idx="44">
                  <c:v>-0.02112590576</c:v>
                </c:pt>
                <c:pt idx="45">
                  <c:v>-0.03615802312</c:v>
                </c:pt>
                <c:pt idx="46">
                  <c:v>-0.02713347151</c:v>
                </c:pt>
                <c:pt idx="47">
                  <c:v>0.03937662885</c:v>
                </c:pt>
                <c:pt idx="48">
                  <c:v>0.07893790177</c:v>
                </c:pt>
                <c:pt idx="49">
                  <c:v>-0.2182968624</c:v>
                </c:pt>
                <c:pt idx="50">
                  <c:v>-0.01624616506</c:v>
                </c:pt>
                <c:pt idx="51">
                  <c:v>0.05462560473</c:v>
                </c:pt>
                <c:pt idx="52">
                  <c:v>-0.005281187681</c:v>
                </c:pt>
                <c:pt idx="53">
                  <c:v>0.03141124957</c:v>
                </c:pt>
                <c:pt idx="54">
                  <c:v>-0.1585139009</c:v>
                </c:pt>
                <c:pt idx="55">
                  <c:v>-0.08364395308</c:v>
                </c:pt>
                <c:pt idx="56">
                  <c:v>-0.06170612231</c:v>
                </c:pt>
                <c:pt idx="57">
                  <c:v>0.006722029495</c:v>
                </c:pt>
                <c:pt idx="58">
                  <c:v>-0.04168208988</c:v>
                </c:pt>
                <c:pt idx="59">
                  <c:v>-0.02992062755</c:v>
                </c:pt>
                <c:pt idx="60">
                  <c:v>0.03213493818</c:v>
                </c:pt>
                <c:pt idx="61">
                  <c:v>0.05181727716</c:v>
                </c:pt>
                <c:pt idx="62">
                  <c:v>0.1166988811</c:v>
                </c:pt>
                <c:pt idx="63">
                  <c:v>-0.006365868086</c:v>
                </c:pt>
                <c:pt idx="64">
                  <c:v>0.07566498489</c:v>
                </c:pt>
                <c:pt idx="65">
                  <c:v>0.009258482307</c:v>
                </c:pt>
                <c:pt idx="66">
                  <c:v>0.01168902417</c:v>
                </c:pt>
                <c:pt idx="67">
                  <c:v>0.02832976667</c:v>
                </c:pt>
                <c:pt idx="68">
                  <c:v>0.09069806751</c:v>
                </c:pt>
                <c:pt idx="69">
                  <c:v>0.01569875687</c:v>
                </c:pt>
                <c:pt idx="70">
                  <c:v>0.1111378751</c:v>
                </c:pt>
                <c:pt idx="71">
                  <c:v>0.01331837062</c:v>
                </c:pt>
                <c:pt idx="72">
                  <c:v>-0.07125215641</c:v>
                </c:pt>
                <c:pt idx="73">
                  <c:v>-0.08073548221</c:v>
                </c:pt>
                <c:pt idx="74">
                  <c:v>-0.002422732278</c:v>
                </c:pt>
                <c:pt idx="75">
                  <c:v>0.1180494502</c:v>
                </c:pt>
                <c:pt idx="76">
                  <c:v>-0.08748264189</c:v>
                </c:pt>
                <c:pt idx="77">
                  <c:v>0.09394809203</c:v>
                </c:pt>
                <c:pt idx="78">
                  <c:v>0.04625589057</c:v>
                </c:pt>
                <c:pt idx="79">
                  <c:v>0.09010375073</c:v>
                </c:pt>
                <c:pt idx="80">
                  <c:v>0.1793864097</c:v>
                </c:pt>
                <c:pt idx="81">
                  <c:v>0.04809284468</c:v>
                </c:pt>
                <c:pt idx="82">
                  <c:v>0.1802808686</c:v>
                </c:pt>
                <c:pt idx="83">
                  <c:v>0.1368857539</c:v>
                </c:pt>
                <c:pt idx="84">
                  <c:v>-0.03693554309</c:v>
                </c:pt>
                <c:pt idx="85">
                  <c:v>0.08458091656</c:v>
                </c:pt>
                <c:pt idx="86">
                  <c:v>-0.03140988608</c:v>
                </c:pt>
                <c:pt idx="87">
                  <c:v>0.08672299178</c:v>
                </c:pt>
                <c:pt idx="88">
                  <c:v>0.04790123005</c:v>
                </c:pt>
                <c:pt idx="89">
                  <c:v>0.06549688918</c:v>
                </c:pt>
                <c:pt idx="90">
                  <c:v>0.02445959326</c:v>
                </c:pt>
                <c:pt idx="91">
                  <c:v>0.06809988124</c:v>
                </c:pt>
                <c:pt idx="92">
                  <c:v>0.07203524287</c:v>
                </c:pt>
                <c:pt idx="93">
                  <c:v>0.08012986332</c:v>
                </c:pt>
                <c:pt idx="94">
                  <c:v>0.03359082187</c:v>
                </c:pt>
                <c:pt idx="95">
                  <c:v>0.07936325335</c:v>
                </c:pt>
                <c:pt idx="96">
                  <c:v>0.07489677838</c:v>
                </c:pt>
                <c:pt idx="97">
                  <c:v>0.05589158434</c:v>
                </c:pt>
                <c:pt idx="98">
                  <c:v>0.0594933153</c:v>
                </c:pt>
                <c:pt idx="99">
                  <c:v>0.2896172303</c:v>
                </c:pt>
                <c:pt idx="100">
                  <c:v>0.05225161274</c:v>
                </c:pt>
                <c:pt idx="101">
                  <c:v>0.0388165751</c:v>
                </c:pt>
                <c:pt idx="102">
                  <c:v>-0.0258958115</c:v>
                </c:pt>
                <c:pt idx="103">
                  <c:v>-0.1265329352</c:v>
                </c:pt>
                <c:pt idx="104">
                  <c:v>-0.1292260863</c:v>
                </c:pt>
                <c:pt idx="105">
                  <c:v>-0.006293075402</c:v>
                </c:pt>
                <c:pt idx="106">
                  <c:v>0.05215009601</c:v>
                </c:pt>
                <c:pt idx="107">
                  <c:v>0.04431941109</c:v>
                </c:pt>
                <c:pt idx="108">
                  <c:v>0.07798562119</c:v>
                </c:pt>
                <c:pt idx="109">
                  <c:v>-0.1330966734</c:v>
                </c:pt>
                <c:pt idx="110">
                  <c:v>-0.1016924507</c:v>
                </c:pt>
                <c:pt idx="111">
                  <c:v>0.07236010555</c:v>
                </c:pt>
                <c:pt idx="112">
                  <c:v>0.2196617728</c:v>
                </c:pt>
                <c:pt idx="113">
                  <c:v>0.09836551958</c:v>
                </c:pt>
                <c:pt idx="114">
                  <c:v>0.08554823864</c:v>
                </c:pt>
                <c:pt idx="115">
                  <c:v>0.01211134166</c:v>
                </c:pt>
                <c:pt idx="116">
                  <c:v>0.1209704747</c:v>
                </c:pt>
                <c:pt idx="117">
                  <c:v>0.004392452578</c:v>
                </c:pt>
                <c:pt idx="118">
                  <c:v>-0.05372138857</c:v>
                </c:pt>
                <c:pt idx="119">
                  <c:v>-0.03441856921</c:v>
                </c:pt>
                <c:pt idx="120">
                  <c:v>0.02580608146</c:v>
                </c:pt>
                <c:pt idx="121">
                  <c:v>0.1155526544</c:v>
                </c:pt>
                <c:pt idx="122">
                  <c:v>0.00232456251</c:v>
                </c:pt>
                <c:pt idx="123">
                  <c:v>0.1232261574</c:v>
                </c:pt>
                <c:pt idx="124">
                  <c:v>-0.1832748456</c:v>
                </c:pt>
                <c:pt idx="125">
                  <c:v>0.1017419434</c:v>
                </c:pt>
                <c:pt idx="126">
                  <c:v>0.04881037375</c:v>
                </c:pt>
                <c:pt idx="127">
                  <c:v>-0.03571583948</c:v>
                </c:pt>
                <c:pt idx="128">
                  <c:v>0.1596312063</c:v>
                </c:pt>
                <c:pt idx="129">
                  <c:v>-0.01862430255</c:v>
                </c:pt>
                <c:pt idx="130">
                  <c:v>0.1387053655</c:v>
                </c:pt>
                <c:pt idx="131">
                  <c:v>0.1595411708</c:v>
                </c:pt>
                <c:pt idx="132">
                  <c:v>0.03654521289</c:v>
                </c:pt>
                <c:pt idx="133">
                  <c:v>0.08834211401</c:v>
                </c:pt>
                <c:pt idx="134">
                  <c:v>0.1165912509</c:v>
                </c:pt>
                <c:pt idx="135">
                  <c:v>-0.1030289638</c:v>
                </c:pt>
                <c:pt idx="136">
                  <c:v>-0.1286312828</c:v>
                </c:pt>
                <c:pt idx="137">
                  <c:v>0.3275261591</c:v>
                </c:pt>
                <c:pt idx="138">
                  <c:v>0.05310343555</c:v>
                </c:pt>
                <c:pt idx="139">
                  <c:v>0.01726156463</c:v>
                </c:pt>
                <c:pt idx="140">
                  <c:v>0.01727396452</c:v>
                </c:pt>
                <c:pt idx="141">
                  <c:v>0.1773578328</c:v>
                </c:pt>
                <c:pt idx="142">
                  <c:v>0.1987296399</c:v>
                </c:pt>
                <c:pt idx="143">
                  <c:v>0.1630423157</c:v>
                </c:pt>
                <c:pt idx="144">
                  <c:v>0.2573093614</c:v>
                </c:pt>
                <c:pt idx="145">
                  <c:v>0.0840291291</c:v>
                </c:pt>
                <c:pt idx="146">
                  <c:v>0.1844697694</c:v>
                </c:pt>
                <c:pt idx="147">
                  <c:v>0.2660364499</c:v>
                </c:pt>
                <c:pt idx="148">
                  <c:v>0.05478931147</c:v>
                </c:pt>
                <c:pt idx="149">
                  <c:v>0.1892712539</c:v>
                </c:pt>
                <c:pt idx="150">
                  <c:v>0.2178038516</c:v>
                </c:pt>
                <c:pt idx="151">
                  <c:v>0.2498327434</c:v>
                </c:pt>
                <c:pt idx="152">
                  <c:v>0.1367073655</c:v>
                </c:pt>
                <c:pt idx="153">
                  <c:v>0.2334324735</c:v>
                </c:pt>
                <c:pt idx="154">
                  <c:v>0.3333645315</c:v>
                </c:pt>
                <c:pt idx="155">
                  <c:v>0.1236286383</c:v>
                </c:pt>
                <c:pt idx="156">
                  <c:v>0.2939674718</c:v>
                </c:pt>
                <c:pt idx="157">
                  <c:v>0.2381995629</c:v>
                </c:pt>
                <c:pt idx="158">
                  <c:v>0.1089956618</c:v>
                </c:pt>
                <c:pt idx="159">
                  <c:v>0.2800509526</c:v>
                </c:pt>
                <c:pt idx="160">
                  <c:v>0.1836544723</c:v>
                </c:pt>
                <c:pt idx="161">
                  <c:v>0.356505763</c:v>
                </c:pt>
                <c:pt idx="162">
                  <c:v>0.1571865358</c:v>
                </c:pt>
                <c:pt idx="163">
                  <c:v>0.2960567377</c:v>
                </c:pt>
                <c:pt idx="164">
                  <c:v>0.09900873716</c:v>
                </c:pt>
                <c:pt idx="165">
                  <c:v>0.2225321866</c:v>
                </c:pt>
                <c:pt idx="166">
                  <c:v>0.09696965548</c:v>
                </c:pt>
                <c:pt idx="167">
                  <c:v>0.289649732</c:v>
                </c:pt>
                <c:pt idx="168">
                  <c:v>0.4321846162</c:v>
                </c:pt>
                <c:pt idx="169">
                  <c:v>0.3968768321</c:v>
                </c:pt>
                <c:pt idx="170">
                  <c:v>0.2587368186</c:v>
                </c:pt>
                <c:pt idx="171">
                  <c:v>0.162359355</c:v>
                </c:pt>
                <c:pt idx="172">
                  <c:v>0.3667902473</c:v>
                </c:pt>
                <c:pt idx="173">
                  <c:v>0.3705631858</c:v>
                </c:pt>
                <c:pt idx="174">
                  <c:v>0.2605066614</c:v>
                </c:pt>
                <c:pt idx="175">
                  <c:v>0.4488701586</c:v>
                </c:pt>
                <c:pt idx="176">
                  <c:v>0.1974150662</c:v>
                </c:pt>
                <c:pt idx="177">
                  <c:v>0.2811575009</c:v>
                </c:pt>
                <c:pt idx="178">
                  <c:v>0.3121594374</c:v>
                </c:pt>
                <c:pt idx="179">
                  <c:v>0.277654922</c:v>
                </c:pt>
                <c:pt idx="180">
                  <c:v>0.4333903325</c:v>
                </c:pt>
                <c:pt idx="181">
                  <c:v>0.3091826425</c:v>
                </c:pt>
                <c:pt idx="182">
                  <c:v>0.3407200946</c:v>
                </c:pt>
                <c:pt idx="183">
                  <c:v>0.3395226894</c:v>
                </c:pt>
                <c:pt idx="184">
                  <c:v>0.2877269711</c:v>
                </c:pt>
                <c:pt idx="185">
                  <c:v>0.2695850332</c:v>
                </c:pt>
                <c:pt idx="186">
                  <c:v>0.381245611</c:v>
                </c:pt>
                <c:pt idx="187">
                  <c:v>0.3469933255</c:v>
                </c:pt>
                <c:pt idx="188">
                  <c:v>0.3588631042</c:v>
                </c:pt>
                <c:pt idx="189">
                  <c:v>0.3730304671</c:v>
                </c:pt>
                <c:pt idx="190">
                  <c:v>0.3843545237</c:v>
                </c:pt>
                <c:pt idx="191">
                  <c:v>0.416485</c:v>
                </c:pt>
                <c:pt idx="192">
                  <c:v>0.3998041684</c:v>
                </c:pt>
                <c:pt idx="193">
                  <c:v>0.4285971949</c:v>
                </c:pt>
                <c:pt idx="194">
                  <c:v>0.5345119212</c:v>
                </c:pt>
                <c:pt idx="195">
                  <c:v>0.3018683172</c:v>
                </c:pt>
                <c:pt idx="196">
                  <c:v>0.4047186206</c:v>
                </c:pt>
                <c:pt idx="197">
                  <c:v>0.3932976154</c:v>
                </c:pt>
                <c:pt idx="198">
                  <c:v>0.3393428031</c:v>
                </c:pt>
                <c:pt idx="199">
                  <c:v>0.3073888797</c:v>
                </c:pt>
                <c:pt idx="200">
                  <c:v>0.3418136295</c:v>
                </c:pt>
                <c:pt idx="201">
                  <c:v>0.291684396</c:v>
                </c:pt>
                <c:pt idx="202">
                  <c:v>0.4103000894</c:v>
                </c:pt>
                <c:pt idx="203">
                  <c:v>0.3737272828</c:v>
                </c:pt>
                <c:pt idx="204">
                  <c:v>0.3745881245</c:v>
                </c:pt>
                <c:pt idx="205">
                  <c:v>0.2588047264</c:v>
                </c:pt>
                <c:pt idx="206">
                  <c:v>0.4037148943</c:v>
                </c:pt>
                <c:pt idx="207">
                  <c:v>0.4072201968</c:v>
                </c:pt>
                <c:pt idx="208">
                  <c:v>0.4146887474</c:v>
                </c:pt>
                <c:pt idx="209">
                  <c:v>0.3689011463</c:v>
                </c:pt>
                <c:pt idx="210">
                  <c:v>0.2812796833</c:v>
                </c:pt>
                <c:pt idx="211">
                  <c:v>0.419643455</c:v>
                </c:pt>
                <c:pt idx="212">
                  <c:v>0.5279683078</c:v>
                </c:pt>
                <c:pt idx="213">
                  <c:v>0.3336780541</c:v>
                </c:pt>
                <c:pt idx="214">
                  <c:v>0.4005304524</c:v>
                </c:pt>
                <c:pt idx="215">
                  <c:v>0.2616652937</c:v>
                </c:pt>
                <c:pt idx="216">
                  <c:v>0.5043747582</c:v>
                </c:pt>
                <c:pt idx="217">
                  <c:v>0.6012460742</c:v>
                </c:pt>
                <c:pt idx="218">
                  <c:v>0.3551266615</c:v>
                </c:pt>
                <c:pt idx="219">
                  <c:v>0.3606237543</c:v>
                </c:pt>
                <c:pt idx="220">
                  <c:v>0.4844284023</c:v>
                </c:pt>
                <c:pt idx="221">
                  <c:v>0.4484721659</c:v>
                </c:pt>
                <c:pt idx="222">
                  <c:v>0.2999705818</c:v>
                </c:pt>
                <c:pt idx="223">
                  <c:v>0.458901721</c:v>
                </c:pt>
                <c:pt idx="224">
                  <c:v>0.351356518</c:v>
                </c:pt>
                <c:pt idx="225">
                  <c:v>0.2732672126</c:v>
                </c:pt>
                <c:pt idx="226">
                  <c:v>0.3241778332</c:v>
                </c:pt>
                <c:pt idx="227">
                  <c:v>0.4464334839</c:v>
                </c:pt>
                <c:pt idx="228">
                  <c:v>0.2887306898</c:v>
                </c:pt>
                <c:pt idx="229">
                  <c:v>0.4015589465</c:v>
                </c:pt>
                <c:pt idx="230">
                  <c:v>0.3815947474</c:v>
                </c:pt>
                <c:pt idx="231">
                  <c:v>0.4381456251</c:v>
                </c:pt>
                <c:pt idx="232">
                  <c:v>0.4734584845</c:v>
                </c:pt>
                <c:pt idx="233">
                  <c:v>0.4158916503</c:v>
                </c:pt>
                <c:pt idx="234">
                  <c:v>0.5212189223</c:v>
                </c:pt>
                <c:pt idx="235">
                  <c:v>0.3549942271</c:v>
                </c:pt>
                <c:pt idx="236">
                  <c:v>0.3118617271</c:v>
                </c:pt>
                <c:pt idx="237">
                  <c:v>0.3773253646</c:v>
                </c:pt>
                <c:pt idx="238">
                  <c:v>0.3631791161</c:v>
                </c:pt>
                <c:pt idx="239">
                  <c:v>0.4945786283</c:v>
                </c:pt>
                <c:pt idx="240">
                  <c:v>0.4679553099</c:v>
                </c:pt>
                <c:pt idx="241">
                  <c:v>0.5012847703</c:v>
                </c:pt>
                <c:pt idx="242">
                  <c:v>0.3091636455</c:v>
                </c:pt>
                <c:pt idx="243">
                  <c:v>0.4431771732</c:v>
                </c:pt>
                <c:pt idx="244">
                  <c:v>0.5786409805</c:v>
                </c:pt>
                <c:pt idx="245">
                  <c:v>0.4938939144</c:v>
                </c:pt>
                <c:pt idx="246">
                  <c:v>0.3577532673</c:v>
                </c:pt>
                <c:pt idx="247">
                  <c:v>0.3019191494</c:v>
                </c:pt>
                <c:pt idx="248">
                  <c:v>0.494538714</c:v>
                </c:pt>
                <c:pt idx="249">
                  <c:v>0.4370841702</c:v>
                </c:pt>
                <c:pt idx="250">
                  <c:v>0.57613973</c:v>
                </c:pt>
                <c:pt idx="251">
                  <c:v>0.5066083648</c:v>
                </c:pt>
                <c:pt idx="252">
                  <c:v>0.4788046267</c:v>
                </c:pt>
                <c:pt idx="253">
                  <c:v>0.4276234385</c:v>
                </c:pt>
                <c:pt idx="254">
                  <c:v>0.3856025353</c:v>
                </c:pt>
                <c:pt idx="255">
                  <c:v>0.3508810316</c:v>
                </c:pt>
                <c:pt idx="256">
                  <c:v>0.415698624</c:v>
                </c:pt>
                <c:pt idx="257">
                  <c:v>0.4230794072</c:v>
                </c:pt>
                <c:pt idx="258">
                  <c:v>0.2436876242</c:v>
                </c:pt>
                <c:pt idx="259">
                  <c:v>0.3683015818</c:v>
                </c:pt>
                <c:pt idx="260">
                  <c:v>0.3736318091</c:v>
                </c:pt>
                <c:pt idx="261">
                  <c:v>0.4685173505</c:v>
                </c:pt>
                <c:pt idx="262">
                  <c:v>0.5092271707</c:v>
                </c:pt>
                <c:pt idx="263">
                  <c:v>0.4102290155</c:v>
                </c:pt>
                <c:pt idx="264">
                  <c:v>0.3667148994</c:v>
                </c:pt>
                <c:pt idx="265">
                  <c:v>0.3805715782</c:v>
                </c:pt>
                <c:pt idx="266">
                  <c:v>0.4534712636</c:v>
                </c:pt>
                <c:pt idx="267">
                  <c:v>0.3654003994</c:v>
                </c:pt>
                <c:pt idx="268">
                  <c:v>0.4031732056</c:v>
                </c:pt>
                <c:pt idx="269">
                  <c:v>0.4383512611</c:v>
                </c:pt>
                <c:pt idx="270">
                  <c:v>0.5586929944</c:v>
                </c:pt>
                <c:pt idx="271">
                  <c:v>0.4110765353</c:v>
                </c:pt>
                <c:pt idx="272">
                  <c:v>0.4358741802</c:v>
                </c:pt>
                <c:pt idx="273">
                  <c:v>0.3240180297</c:v>
                </c:pt>
                <c:pt idx="274">
                  <c:v>0.3741298429</c:v>
                </c:pt>
                <c:pt idx="275">
                  <c:v>0.4097662268</c:v>
                </c:pt>
                <c:pt idx="276">
                  <c:v>0.3596504402</c:v>
                </c:pt>
                <c:pt idx="277">
                  <c:v>0.5063197094</c:v>
                </c:pt>
                <c:pt idx="278">
                  <c:v>0.3969292933</c:v>
                </c:pt>
                <c:pt idx="279">
                  <c:v>0.5373668418</c:v>
                </c:pt>
                <c:pt idx="280">
                  <c:v>0.3763276984</c:v>
                </c:pt>
                <c:pt idx="281">
                  <c:v>0.4330481883</c:v>
                </c:pt>
                <c:pt idx="282">
                  <c:v>0.4728990237</c:v>
                </c:pt>
                <c:pt idx="283">
                  <c:v>0.3124176141</c:v>
                </c:pt>
                <c:pt idx="284">
                  <c:v>0.413358893</c:v>
                </c:pt>
                <c:pt idx="285">
                  <c:v>0.3417361511</c:v>
                </c:pt>
                <c:pt idx="286">
                  <c:v>0.3461016294</c:v>
                </c:pt>
                <c:pt idx="287">
                  <c:v>0.3894921584</c:v>
                </c:pt>
                <c:pt idx="288">
                  <c:v>0.4500360916</c:v>
                </c:pt>
                <c:pt idx="289">
                  <c:v>0.2693941256</c:v>
                </c:pt>
                <c:pt idx="290">
                  <c:v>0.3731226227</c:v>
                </c:pt>
                <c:pt idx="291">
                  <c:v>0.5393174703</c:v>
                </c:pt>
                <c:pt idx="292">
                  <c:v>0.3334783924</c:v>
                </c:pt>
                <c:pt idx="293">
                  <c:v>0.6037716047</c:v>
                </c:pt>
                <c:pt idx="294">
                  <c:v>0.3996639421</c:v>
                </c:pt>
                <c:pt idx="295">
                  <c:v>0.391646506</c:v>
                </c:pt>
                <c:pt idx="296">
                  <c:v>0.3549293828</c:v>
                </c:pt>
                <c:pt idx="297">
                  <c:v>0.3808934615</c:v>
                </c:pt>
                <c:pt idx="298">
                  <c:v>0.3878650515</c:v>
                </c:pt>
                <c:pt idx="299">
                  <c:v>0.3991802436</c:v>
                </c:pt>
                <c:pt idx="300">
                  <c:v>0.2548060212</c:v>
                </c:pt>
                <c:pt idx="301">
                  <c:v>0.4590757602</c:v>
                </c:pt>
                <c:pt idx="302">
                  <c:v>0.3736112197</c:v>
                </c:pt>
                <c:pt idx="303">
                  <c:v>0.3465657836</c:v>
                </c:pt>
                <c:pt idx="304">
                  <c:v>0.5711326363</c:v>
                </c:pt>
                <c:pt idx="305">
                  <c:v>0.5621575369</c:v>
                </c:pt>
                <c:pt idx="306">
                  <c:v>0.3092541899</c:v>
                </c:pt>
                <c:pt idx="307">
                  <c:v>0.3734553172</c:v>
                </c:pt>
                <c:pt idx="308">
                  <c:v>0.3901669988</c:v>
                </c:pt>
                <c:pt idx="309">
                  <c:v>0.444862284</c:v>
                </c:pt>
                <c:pt idx="310">
                  <c:v>0.343527293</c:v>
                </c:pt>
                <c:pt idx="311">
                  <c:v>0.2891983235</c:v>
                </c:pt>
                <c:pt idx="312">
                  <c:v>0.5552689679</c:v>
                </c:pt>
                <c:pt idx="313">
                  <c:v>0.4230385122</c:v>
                </c:pt>
                <c:pt idx="314">
                  <c:v>0.5958212036</c:v>
                </c:pt>
                <c:pt idx="315">
                  <c:v>0.5023522858</c:v>
                </c:pt>
                <c:pt idx="316">
                  <c:v>0.4358101283</c:v>
                </c:pt>
                <c:pt idx="317">
                  <c:v>0.5200209684</c:v>
                </c:pt>
                <c:pt idx="318">
                  <c:v>0.534216993</c:v>
                </c:pt>
                <c:pt idx="319">
                  <c:v>0.4884192718</c:v>
                </c:pt>
                <c:pt idx="320">
                  <c:v>0.424122</c:v>
                </c:pt>
                <c:pt idx="321">
                  <c:v>0.5581458662</c:v>
                </c:pt>
                <c:pt idx="322">
                  <c:v>0.4874603949</c:v>
                </c:pt>
                <c:pt idx="323">
                  <c:v>0.4474733747</c:v>
                </c:pt>
                <c:pt idx="324">
                  <c:v>0.4823335088</c:v>
                </c:pt>
                <c:pt idx="325">
                  <c:v>0.3266708741</c:v>
                </c:pt>
                <c:pt idx="326">
                  <c:v>0.4990866841</c:v>
                </c:pt>
                <c:pt idx="327">
                  <c:v>0.527830085</c:v>
                </c:pt>
                <c:pt idx="328">
                  <c:v>0.3462770993</c:v>
                </c:pt>
                <c:pt idx="329">
                  <c:v>0.5760590652</c:v>
                </c:pt>
                <c:pt idx="330">
                  <c:v>0.4907674151</c:v>
                </c:pt>
                <c:pt idx="331">
                  <c:v>0.4244656928</c:v>
                </c:pt>
                <c:pt idx="332">
                  <c:v>0.5295037725</c:v>
                </c:pt>
                <c:pt idx="333">
                  <c:v>0.6488769602</c:v>
                </c:pt>
                <c:pt idx="334">
                  <c:v>0.4936498557</c:v>
                </c:pt>
                <c:pt idx="335">
                  <c:v>0.4501715349</c:v>
                </c:pt>
                <c:pt idx="336">
                  <c:v>0.4571798022</c:v>
                </c:pt>
                <c:pt idx="337">
                  <c:v>0.590856717</c:v>
                </c:pt>
                <c:pt idx="338">
                  <c:v>0.5314940732</c:v>
                </c:pt>
                <c:pt idx="339">
                  <c:v>0.4697712924</c:v>
                </c:pt>
                <c:pt idx="340">
                  <c:v>0.4283972319</c:v>
                </c:pt>
                <c:pt idx="341">
                  <c:v>0.4574008581</c:v>
                </c:pt>
                <c:pt idx="342">
                  <c:v>0.5356743713</c:v>
                </c:pt>
                <c:pt idx="343">
                  <c:v>0.5978301009</c:v>
                </c:pt>
                <c:pt idx="344">
                  <c:v>0.4060773941</c:v>
                </c:pt>
                <c:pt idx="345">
                  <c:v>0.4779344937</c:v>
                </c:pt>
                <c:pt idx="346">
                  <c:v>0.3930422237</c:v>
                </c:pt>
                <c:pt idx="347">
                  <c:v>0.5474906706</c:v>
                </c:pt>
                <c:pt idx="348">
                  <c:v>0.6380193876</c:v>
                </c:pt>
                <c:pt idx="349">
                  <c:v>0.40911651</c:v>
                </c:pt>
                <c:pt idx="350">
                  <c:v>0.4765681359</c:v>
                </c:pt>
                <c:pt idx="351">
                  <c:v>0.4159312558</c:v>
                </c:pt>
                <c:pt idx="352">
                  <c:v>0.4131520727</c:v>
                </c:pt>
                <c:pt idx="353">
                  <c:v>0.32279057</c:v>
                </c:pt>
                <c:pt idx="354">
                  <c:v>0.2816727938</c:v>
                </c:pt>
                <c:pt idx="355">
                  <c:v>0.3364974216</c:v>
                </c:pt>
                <c:pt idx="356">
                  <c:v>0.4156321118</c:v>
                </c:pt>
                <c:pt idx="357">
                  <c:v>0.4411234731</c:v>
                </c:pt>
                <c:pt idx="358">
                  <c:v>0.348080806</c:v>
                </c:pt>
                <c:pt idx="359">
                  <c:v>0.369464729</c:v>
                </c:pt>
              </c:numCache>
            </c:numRef>
          </c:yVal>
        </c:ser>
        <c:ser>
          <c:idx val="3"/>
          <c:order val="3"/>
          <c:tx>
            <c:v>Distributed readout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Data'!$G$2:$G$361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Data'!$H$2:$H$361</c:f>
              <c:numCache>
                <c:formatCode>0.##</c:formatCode>
                <c:ptCount val="360"/>
                <c:pt idx="0">
                  <c:v>0.09873831395</c:v>
                </c:pt>
                <c:pt idx="1">
                  <c:v>-0.02599381161</c:v>
                </c:pt>
                <c:pt idx="2">
                  <c:v>0.01844633159</c:v>
                </c:pt>
                <c:pt idx="3">
                  <c:v>-0.08063983726</c:v>
                </c:pt>
                <c:pt idx="4">
                  <c:v>0.01289639031</c:v>
                </c:pt>
                <c:pt idx="5">
                  <c:v>0.04006153515</c:v>
                </c:pt>
                <c:pt idx="6">
                  <c:v>0.00743179155</c:v>
                </c:pt>
                <c:pt idx="7">
                  <c:v>0.1331471044</c:v>
                </c:pt>
                <c:pt idx="8">
                  <c:v>0.07966308733</c:v>
                </c:pt>
                <c:pt idx="9">
                  <c:v>0.008552838118</c:v>
                </c:pt>
                <c:pt idx="10">
                  <c:v>0.002659841302</c:v>
                </c:pt>
                <c:pt idx="11">
                  <c:v>0.02342335796</c:v>
                </c:pt>
                <c:pt idx="12">
                  <c:v>-0.08201439299</c:v>
                </c:pt>
                <c:pt idx="13">
                  <c:v>-0.03070904539</c:v>
                </c:pt>
                <c:pt idx="14">
                  <c:v>-0.03003715819</c:v>
                </c:pt>
                <c:pt idx="15">
                  <c:v>0.07182404866</c:v>
                </c:pt>
                <c:pt idx="16">
                  <c:v>0.05360795284</c:v>
                </c:pt>
                <c:pt idx="17">
                  <c:v>0.02245920406</c:v>
                </c:pt>
                <c:pt idx="18">
                  <c:v>0.1039480587</c:v>
                </c:pt>
                <c:pt idx="19">
                  <c:v>-0.002391158648</c:v>
                </c:pt>
                <c:pt idx="20">
                  <c:v>-0.01265842239</c:v>
                </c:pt>
                <c:pt idx="21">
                  <c:v>0.002782975472</c:v>
                </c:pt>
                <c:pt idx="22">
                  <c:v>0.1426559616</c:v>
                </c:pt>
                <c:pt idx="23">
                  <c:v>0.04140761623</c:v>
                </c:pt>
                <c:pt idx="24">
                  <c:v>0.06380637748</c:v>
                </c:pt>
                <c:pt idx="25">
                  <c:v>0.1212917387</c:v>
                </c:pt>
                <c:pt idx="26">
                  <c:v>0.06370884134</c:v>
                </c:pt>
                <c:pt idx="27">
                  <c:v>0.118931959</c:v>
                </c:pt>
                <c:pt idx="28">
                  <c:v>0.08075234466</c:v>
                </c:pt>
                <c:pt idx="29">
                  <c:v>0.1613600506</c:v>
                </c:pt>
                <c:pt idx="30">
                  <c:v>0.06571478135</c:v>
                </c:pt>
                <c:pt idx="31">
                  <c:v>0.02759027672</c:v>
                </c:pt>
                <c:pt idx="32">
                  <c:v>-0.004166263242</c:v>
                </c:pt>
                <c:pt idx="33">
                  <c:v>0.06025596548</c:v>
                </c:pt>
                <c:pt idx="34">
                  <c:v>0.1832702639</c:v>
                </c:pt>
                <c:pt idx="35">
                  <c:v>0.06585319656</c:v>
                </c:pt>
                <c:pt idx="36">
                  <c:v>0.1109479275</c:v>
                </c:pt>
                <c:pt idx="37">
                  <c:v>-0.0153494498</c:v>
                </c:pt>
                <c:pt idx="38">
                  <c:v>0.02703960448</c:v>
                </c:pt>
                <c:pt idx="39">
                  <c:v>0.01905340196</c:v>
                </c:pt>
                <c:pt idx="40">
                  <c:v>0.0302357396</c:v>
                </c:pt>
                <c:pt idx="41">
                  <c:v>-0.0130635431</c:v>
                </c:pt>
                <c:pt idx="42">
                  <c:v>0.06424170218</c:v>
                </c:pt>
                <c:pt idx="43">
                  <c:v>-0.0322799131</c:v>
                </c:pt>
                <c:pt idx="44">
                  <c:v>-0.03818063964</c:v>
                </c:pt>
                <c:pt idx="45">
                  <c:v>0.05198353655</c:v>
                </c:pt>
                <c:pt idx="46">
                  <c:v>0.0407164229</c:v>
                </c:pt>
                <c:pt idx="47">
                  <c:v>0.0543413057</c:v>
                </c:pt>
                <c:pt idx="48">
                  <c:v>0.05767508471</c:v>
                </c:pt>
                <c:pt idx="49">
                  <c:v>0.05931259198</c:v>
                </c:pt>
                <c:pt idx="50">
                  <c:v>0.02814317422</c:v>
                </c:pt>
                <c:pt idx="51">
                  <c:v>-0.0673623393</c:v>
                </c:pt>
                <c:pt idx="52">
                  <c:v>-0.06489749238</c:v>
                </c:pt>
                <c:pt idx="53">
                  <c:v>-0.1025246419</c:v>
                </c:pt>
                <c:pt idx="54">
                  <c:v>0.01703215273</c:v>
                </c:pt>
                <c:pt idx="55">
                  <c:v>0.07255618228</c:v>
                </c:pt>
                <c:pt idx="56">
                  <c:v>0.0100581213</c:v>
                </c:pt>
                <c:pt idx="57">
                  <c:v>-0.01327303026</c:v>
                </c:pt>
                <c:pt idx="58">
                  <c:v>-0.01305609223</c:v>
                </c:pt>
                <c:pt idx="59">
                  <c:v>-0.01050735089</c:v>
                </c:pt>
                <c:pt idx="60">
                  <c:v>-0.0105909665</c:v>
                </c:pt>
                <c:pt idx="61">
                  <c:v>0.01906397324</c:v>
                </c:pt>
                <c:pt idx="62">
                  <c:v>0.01837746275</c:v>
                </c:pt>
                <c:pt idx="63">
                  <c:v>-0.0138559814</c:v>
                </c:pt>
                <c:pt idx="64">
                  <c:v>0.004219300297</c:v>
                </c:pt>
                <c:pt idx="65">
                  <c:v>0.1006357138</c:v>
                </c:pt>
                <c:pt idx="66">
                  <c:v>-0.01475671726</c:v>
                </c:pt>
                <c:pt idx="67">
                  <c:v>0.02029279858</c:v>
                </c:pt>
                <c:pt idx="68">
                  <c:v>0.1316685576</c:v>
                </c:pt>
                <c:pt idx="69">
                  <c:v>-0.03289888405</c:v>
                </c:pt>
                <c:pt idx="70">
                  <c:v>0.002542873498</c:v>
                </c:pt>
                <c:pt idx="71">
                  <c:v>-0.01356402807</c:v>
                </c:pt>
                <c:pt idx="72">
                  <c:v>0.0538833294</c:v>
                </c:pt>
                <c:pt idx="73">
                  <c:v>0.0220050546</c:v>
                </c:pt>
                <c:pt idx="74">
                  <c:v>0.1053305019</c:v>
                </c:pt>
                <c:pt idx="75">
                  <c:v>0.05691287816</c:v>
                </c:pt>
                <c:pt idx="76">
                  <c:v>-0.008111135586</c:v>
                </c:pt>
                <c:pt idx="77">
                  <c:v>0.07512807344</c:v>
                </c:pt>
                <c:pt idx="78">
                  <c:v>0.01211659686</c:v>
                </c:pt>
                <c:pt idx="79">
                  <c:v>0.08389214413</c:v>
                </c:pt>
                <c:pt idx="80">
                  <c:v>-0.01474091882</c:v>
                </c:pt>
                <c:pt idx="81">
                  <c:v>0.03193689532</c:v>
                </c:pt>
                <c:pt idx="82">
                  <c:v>0.08375915768</c:v>
                </c:pt>
                <c:pt idx="83">
                  <c:v>0.01254611818</c:v>
                </c:pt>
                <c:pt idx="84">
                  <c:v>-0.01509886931</c:v>
                </c:pt>
                <c:pt idx="85">
                  <c:v>-0.07135522553</c:v>
                </c:pt>
                <c:pt idx="86">
                  <c:v>-0.03852680152</c:v>
                </c:pt>
                <c:pt idx="87">
                  <c:v>0.03846211909</c:v>
                </c:pt>
                <c:pt idx="88">
                  <c:v>0.04270702958</c:v>
                </c:pt>
                <c:pt idx="89">
                  <c:v>0.04865073458</c:v>
                </c:pt>
                <c:pt idx="90">
                  <c:v>-0.07470099862</c:v>
                </c:pt>
                <c:pt idx="91">
                  <c:v>-0.09205956871</c:v>
                </c:pt>
                <c:pt idx="92">
                  <c:v>-0.01771120208</c:v>
                </c:pt>
                <c:pt idx="93">
                  <c:v>0.0002406371001</c:v>
                </c:pt>
                <c:pt idx="94">
                  <c:v>0.06577788436</c:v>
                </c:pt>
                <c:pt idx="95">
                  <c:v>0.06351883662</c:v>
                </c:pt>
                <c:pt idx="96">
                  <c:v>0.04026030452</c:v>
                </c:pt>
                <c:pt idx="97">
                  <c:v>0.07412754271</c:v>
                </c:pt>
                <c:pt idx="98">
                  <c:v>0.02626797212</c:v>
                </c:pt>
                <c:pt idx="99">
                  <c:v>-0.03476469219</c:v>
                </c:pt>
                <c:pt idx="100">
                  <c:v>-0.001558585994</c:v>
                </c:pt>
                <c:pt idx="101">
                  <c:v>0.01037328183</c:v>
                </c:pt>
                <c:pt idx="102">
                  <c:v>0.01224586721</c:v>
                </c:pt>
                <c:pt idx="103">
                  <c:v>0.01819093994</c:v>
                </c:pt>
                <c:pt idx="104">
                  <c:v>0.01951554024</c:v>
                </c:pt>
                <c:pt idx="105">
                  <c:v>0.01796386928</c:v>
                </c:pt>
                <c:pt idx="106">
                  <c:v>0.004765369504</c:v>
                </c:pt>
                <c:pt idx="107">
                  <c:v>-0.0007336186149</c:v>
                </c:pt>
                <c:pt idx="108">
                  <c:v>0.04387657673</c:v>
                </c:pt>
                <c:pt idx="109">
                  <c:v>0.09667444318</c:v>
                </c:pt>
                <c:pt idx="110">
                  <c:v>0.01499552413</c:v>
                </c:pt>
                <c:pt idx="111">
                  <c:v>0.04095331739</c:v>
                </c:pt>
                <c:pt idx="112">
                  <c:v>0.05491539974</c:v>
                </c:pt>
                <c:pt idx="113">
                  <c:v>-0.01775427764</c:v>
                </c:pt>
                <c:pt idx="114">
                  <c:v>0.04593937094</c:v>
                </c:pt>
                <c:pt idx="115">
                  <c:v>0.01084762376</c:v>
                </c:pt>
                <c:pt idx="116">
                  <c:v>0.08728392981</c:v>
                </c:pt>
                <c:pt idx="117">
                  <c:v>0.03690771601</c:v>
                </c:pt>
                <c:pt idx="118">
                  <c:v>0.01152661487</c:v>
                </c:pt>
                <c:pt idx="119">
                  <c:v>0.1088669538</c:v>
                </c:pt>
                <c:pt idx="120">
                  <c:v>-0.04188572183</c:v>
                </c:pt>
                <c:pt idx="121">
                  <c:v>0.04030654824</c:v>
                </c:pt>
                <c:pt idx="122">
                  <c:v>-0.03193901678</c:v>
                </c:pt>
                <c:pt idx="123">
                  <c:v>-0.02851963001</c:v>
                </c:pt>
                <c:pt idx="124">
                  <c:v>-0.002260646792</c:v>
                </c:pt>
                <c:pt idx="125">
                  <c:v>0.06446207385</c:v>
                </c:pt>
                <c:pt idx="126">
                  <c:v>0.09555386145</c:v>
                </c:pt>
                <c:pt idx="127">
                  <c:v>0.1054801117</c:v>
                </c:pt>
                <c:pt idx="128">
                  <c:v>0.1325046314</c:v>
                </c:pt>
                <c:pt idx="129">
                  <c:v>0.0969684363</c:v>
                </c:pt>
                <c:pt idx="130">
                  <c:v>0.06919706952</c:v>
                </c:pt>
                <c:pt idx="131">
                  <c:v>0.05335929762</c:v>
                </c:pt>
                <c:pt idx="132">
                  <c:v>0.05499866223</c:v>
                </c:pt>
                <c:pt idx="133">
                  <c:v>0.04358959027</c:v>
                </c:pt>
                <c:pt idx="134">
                  <c:v>0.05505754177</c:v>
                </c:pt>
                <c:pt idx="135">
                  <c:v>0.1896792239</c:v>
                </c:pt>
                <c:pt idx="136">
                  <c:v>0.1489855841</c:v>
                </c:pt>
                <c:pt idx="137">
                  <c:v>0.07853353788</c:v>
                </c:pt>
                <c:pt idx="138">
                  <c:v>0.02405402492</c:v>
                </c:pt>
                <c:pt idx="139">
                  <c:v>0.1492384571</c:v>
                </c:pt>
                <c:pt idx="140">
                  <c:v>0.1825373918</c:v>
                </c:pt>
                <c:pt idx="141">
                  <c:v>0.05998413507</c:v>
                </c:pt>
                <c:pt idx="142">
                  <c:v>0.1192896937</c:v>
                </c:pt>
                <c:pt idx="143">
                  <c:v>0.1485473372</c:v>
                </c:pt>
                <c:pt idx="144">
                  <c:v>0.05275051979</c:v>
                </c:pt>
                <c:pt idx="145">
                  <c:v>0.1622866723</c:v>
                </c:pt>
                <c:pt idx="146">
                  <c:v>0.03834036518</c:v>
                </c:pt>
                <c:pt idx="147">
                  <c:v>0.09248199168</c:v>
                </c:pt>
                <c:pt idx="148">
                  <c:v>0.1639680277</c:v>
                </c:pt>
                <c:pt idx="149">
                  <c:v>0.2544671909</c:v>
                </c:pt>
                <c:pt idx="150">
                  <c:v>0.1715130005</c:v>
                </c:pt>
                <c:pt idx="151">
                  <c:v>0.2131938298</c:v>
                </c:pt>
                <c:pt idx="152">
                  <c:v>0.2953049566</c:v>
                </c:pt>
                <c:pt idx="153">
                  <c:v>0.193552007</c:v>
                </c:pt>
                <c:pt idx="154">
                  <c:v>0.1319459918</c:v>
                </c:pt>
                <c:pt idx="155">
                  <c:v>0.182005653</c:v>
                </c:pt>
                <c:pt idx="156">
                  <c:v>0.2458684171</c:v>
                </c:pt>
                <c:pt idx="157">
                  <c:v>0.243768077</c:v>
                </c:pt>
                <c:pt idx="158">
                  <c:v>0.2548247746</c:v>
                </c:pt>
                <c:pt idx="159">
                  <c:v>0.2127361298</c:v>
                </c:pt>
                <c:pt idx="160">
                  <c:v>0.2302684299</c:v>
                </c:pt>
                <c:pt idx="161">
                  <c:v>0.3321951781</c:v>
                </c:pt>
                <c:pt idx="162">
                  <c:v>0.2878792507</c:v>
                </c:pt>
                <c:pt idx="163">
                  <c:v>0.2652477395</c:v>
                </c:pt>
                <c:pt idx="164">
                  <c:v>0.2231896672</c:v>
                </c:pt>
                <c:pt idx="165">
                  <c:v>0.2688928912</c:v>
                </c:pt>
                <c:pt idx="166">
                  <c:v>0.2732793003</c:v>
                </c:pt>
                <c:pt idx="167">
                  <c:v>0.2441565664</c:v>
                </c:pt>
                <c:pt idx="168">
                  <c:v>0.2510987087</c:v>
                </c:pt>
                <c:pt idx="169">
                  <c:v>0.2556367307</c:v>
                </c:pt>
                <c:pt idx="170">
                  <c:v>0.4265722949</c:v>
                </c:pt>
                <c:pt idx="171">
                  <c:v>0.2157736174</c:v>
                </c:pt>
                <c:pt idx="172">
                  <c:v>0.2340239713</c:v>
                </c:pt>
                <c:pt idx="173">
                  <c:v>0.3104019118</c:v>
                </c:pt>
                <c:pt idx="174">
                  <c:v>0.317054451</c:v>
                </c:pt>
                <c:pt idx="175">
                  <c:v>0.3029118343</c:v>
                </c:pt>
                <c:pt idx="176">
                  <c:v>0.3344142215</c:v>
                </c:pt>
                <c:pt idx="177">
                  <c:v>0.2785321734</c:v>
                </c:pt>
                <c:pt idx="178">
                  <c:v>0.3678728435</c:v>
                </c:pt>
                <c:pt idx="179">
                  <c:v>0.2926202725</c:v>
                </c:pt>
                <c:pt idx="180">
                  <c:v>0.2796894063</c:v>
                </c:pt>
                <c:pt idx="181">
                  <c:v>0.2445628252</c:v>
                </c:pt>
                <c:pt idx="182">
                  <c:v>0.3495922036</c:v>
                </c:pt>
                <c:pt idx="183">
                  <c:v>0.359456773</c:v>
                </c:pt>
                <c:pt idx="184">
                  <c:v>0.3563884443</c:v>
                </c:pt>
                <c:pt idx="185">
                  <c:v>0.3208016565</c:v>
                </c:pt>
                <c:pt idx="186">
                  <c:v>0.217347342</c:v>
                </c:pt>
                <c:pt idx="187">
                  <c:v>0.3381427568</c:v>
                </c:pt>
                <c:pt idx="188">
                  <c:v>0.2786496667</c:v>
                </c:pt>
                <c:pt idx="189">
                  <c:v>0.4755274634</c:v>
                </c:pt>
                <c:pt idx="190">
                  <c:v>0.3691942313</c:v>
                </c:pt>
                <c:pt idx="191">
                  <c:v>0.4220006759</c:v>
                </c:pt>
                <c:pt idx="192">
                  <c:v>0.3286551062</c:v>
                </c:pt>
                <c:pt idx="193">
                  <c:v>0.2935193586</c:v>
                </c:pt>
                <c:pt idx="194">
                  <c:v>0.4078550826</c:v>
                </c:pt>
                <c:pt idx="195">
                  <c:v>0.2903816926</c:v>
                </c:pt>
                <c:pt idx="196">
                  <c:v>0.3647085151</c:v>
                </c:pt>
                <c:pt idx="197">
                  <c:v>0.3476903811</c:v>
                </c:pt>
                <c:pt idx="198">
                  <c:v>0.3638155721</c:v>
                </c:pt>
                <c:pt idx="199">
                  <c:v>0.4417176181</c:v>
                </c:pt>
                <c:pt idx="200">
                  <c:v>0.4110854089</c:v>
                </c:pt>
                <c:pt idx="201">
                  <c:v>0.5396489694</c:v>
                </c:pt>
                <c:pt idx="202">
                  <c:v>0.3592630435</c:v>
                </c:pt>
                <c:pt idx="203">
                  <c:v>0.3851234148</c:v>
                </c:pt>
                <c:pt idx="204">
                  <c:v>0.3379937454</c:v>
                </c:pt>
                <c:pt idx="205">
                  <c:v>0.3418234426</c:v>
                </c:pt>
                <c:pt idx="206">
                  <c:v>0.3433160964</c:v>
                </c:pt>
                <c:pt idx="207">
                  <c:v>0.4464864665</c:v>
                </c:pt>
                <c:pt idx="208">
                  <c:v>0.3246581807</c:v>
                </c:pt>
                <c:pt idx="209">
                  <c:v>0.4635666038</c:v>
                </c:pt>
                <c:pt idx="210">
                  <c:v>0.4490557534</c:v>
                </c:pt>
                <c:pt idx="211">
                  <c:v>0.2900683949</c:v>
                </c:pt>
                <c:pt idx="212">
                  <c:v>0.3826209174</c:v>
                </c:pt>
                <c:pt idx="213">
                  <c:v>0.3917217904</c:v>
                </c:pt>
                <c:pt idx="214">
                  <c:v>0.4925466073</c:v>
                </c:pt>
                <c:pt idx="215">
                  <c:v>0.4329481812</c:v>
                </c:pt>
                <c:pt idx="216">
                  <c:v>0.4083499814</c:v>
                </c:pt>
                <c:pt idx="217">
                  <c:v>0.4260748958</c:v>
                </c:pt>
                <c:pt idx="218">
                  <c:v>0.3609440432</c:v>
                </c:pt>
                <c:pt idx="219">
                  <c:v>0.4033490209</c:v>
                </c:pt>
                <c:pt idx="220">
                  <c:v>0.4143748924</c:v>
                </c:pt>
                <c:pt idx="221">
                  <c:v>0.3491230136</c:v>
                </c:pt>
                <c:pt idx="222">
                  <c:v>0.4179120676</c:v>
                </c:pt>
                <c:pt idx="223">
                  <c:v>0.3790530508</c:v>
                </c:pt>
                <c:pt idx="224">
                  <c:v>0.3827856541</c:v>
                </c:pt>
                <c:pt idx="225">
                  <c:v>0.4215524946</c:v>
                </c:pt>
                <c:pt idx="226">
                  <c:v>0.3793709114</c:v>
                </c:pt>
                <c:pt idx="227">
                  <c:v>0.3643234562</c:v>
                </c:pt>
                <c:pt idx="228">
                  <c:v>0.3559231503</c:v>
                </c:pt>
                <c:pt idx="229">
                  <c:v>0.3750690618</c:v>
                </c:pt>
                <c:pt idx="230">
                  <c:v>0.3854993364</c:v>
                </c:pt>
                <c:pt idx="231">
                  <c:v>0.3387644121</c:v>
                </c:pt>
                <c:pt idx="232">
                  <c:v>0.4070640164</c:v>
                </c:pt>
                <c:pt idx="233">
                  <c:v>0.4198912319</c:v>
                </c:pt>
                <c:pt idx="234">
                  <c:v>0.4001698985</c:v>
                </c:pt>
                <c:pt idx="235">
                  <c:v>0.4271480471</c:v>
                </c:pt>
                <c:pt idx="236">
                  <c:v>0.4208591975</c:v>
                </c:pt>
                <c:pt idx="237">
                  <c:v>0.4699939367</c:v>
                </c:pt>
                <c:pt idx="238">
                  <c:v>0.4009223478</c:v>
                </c:pt>
                <c:pt idx="239">
                  <c:v>0.5084981661</c:v>
                </c:pt>
                <c:pt idx="240">
                  <c:v>0.2914297584</c:v>
                </c:pt>
                <c:pt idx="241">
                  <c:v>0.4507498373</c:v>
                </c:pt>
                <c:pt idx="242">
                  <c:v>0.4334594003</c:v>
                </c:pt>
                <c:pt idx="243">
                  <c:v>0.4214293796</c:v>
                </c:pt>
                <c:pt idx="244">
                  <c:v>0.4130806965</c:v>
                </c:pt>
                <c:pt idx="245">
                  <c:v>0.3586185616</c:v>
                </c:pt>
                <c:pt idx="246">
                  <c:v>0.3401766964</c:v>
                </c:pt>
                <c:pt idx="247">
                  <c:v>0.4322725536</c:v>
                </c:pt>
                <c:pt idx="248">
                  <c:v>0.4983005318</c:v>
                </c:pt>
                <c:pt idx="249">
                  <c:v>0.4695039982</c:v>
                </c:pt>
                <c:pt idx="250">
                  <c:v>0.420010924</c:v>
                </c:pt>
                <c:pt idx="251">
                  <c:v>0.3802513131</c:v>
                </c:pt>
                <c:pt idx="252">
                  <c:v>0.4761039233</c:v>
                </c:pt>
                <c:pt idx="253">
                  <c:v>0.4747926962</c:v>
                </c:pt>
                <c:pt idx="254">
                  <c:v>0.4897989506</c:v>
                </c:pt>
                <c:pt idx="255">
                  <c:v>0.3827052986</c:v>
                </c:pt>
                <c:pt idx="256">
                  <c:v>0.3799135664</c:v>
                </c:pt>
                <c:pt idx="257">
                  <c:v>0.4654939608</c:v>
                </c:pt>
                <c:pt idx="258">
                  <c:v>0.3911099568</c:v>
                </c:pt>
                <c:pt idx="259">
                  <c:v>0.4093826688</c:v>
                </c:pt>
                <c:pt idx="260">
                  <c:v>0.4193178908</c:v>
                </c:pt>
                <c:pt idx="261">
                  <c:v>0.3041266208</c:v>
                </c:pt>
                <c:pt idx="262">
                  <c:v>0.4454702613</c:v>
                </c:pt>
                <c:pt idx="263">
                  <c:v>0.3742791417</c:v>
                </c:pt>
                <c:pt idx="264">
                  <c:v>0.3722089797</c:v>
                </c:pt>
                <c:pt idx="265">
                  <c:v>0.4576025434</c:v>
                </c:pt>
                <c:pt idx="266">
                  <c:v>0.3916995241</c:v>
                </c:pt>
                <c:pt idx="267">
                  <c:v>0.3538534082</c:v>
                </c:pt>
                <c:pt idx="268">
                  <c:v>0.3912788138</c:v>
                </c:pt>
                <c:pt idx="269">
                  <c:v>0.3920553004</c:v>
                </c:pt>
                <c:pt idx="270">
                  <c:v>0.4028226717</c:v>
                </c:pt>
                <c:pt idx="271">
                  <c:v>0.5613862041</c:v>
                </c:pt>
                <c:pt idx="272">
                  <c:v>0.4406480893</c:v>
                </c:pt>
                <c:pt idx="273">
                  <c:v>0.4020376473</c:v>
                </c:pt>
                <c:pt idx="274">
                  <c:v>0.4347760168</c:v>
                </c:pt>
                <c:pt idx="275">
                  <c:v>0.4476715011</c:v>
                </c:pt>
                <c:pt idx="276">
                  <c:v>0.4854140877</c:v>
                </c:pt>
                <c:pt idx="277">
                  <c:v>0.3843540195</c:v>
                </c:pt>
                <c:pt idx="278">
                  <c:v>0.4166202087</c:v>
                </c:pt>
                <c:pt idx="279">
                  <c:v>0.4186889397</c:v>
                </c:pt>
                <c:pt idx="280">
                  <c:v>0.3522087916</c:v>
                </c:pt>
                <c:pt idx="281">
                  <c:v>0.4122337692</c:v>
                </c:pt>
                <c:pt idx="282">
                  <c:v>0.3980402512</c:v>
                </c:pt>
                <c:pt idx="283">
                  <c:v>0.4268984636</c:v>
                </c:pt>
                <c:pt idx="284">
                  <c:v>0.4257066083</c:v>
                </c:pt>
                <c:pt idx="285">
                  <c:v>0.3636290285</c:v>
                </c:pt>
                <c:pt idx="286">
                  <c:v>0.4556756232</c:v>
                </c:pt>
                <c:pt idx="287">
                  <c:v>0.3741398955</c:v>
                </c:pt>
                <c:pt idx="288">
                  <c:v>0.2996658963</c:v>
                </c:pt>
                <c:pt idx="289">
                  <c:v>0.3141487772</c:v>
                </c:pt>
                <c:pt idx="290">
                  <c:v>0.4347305405</c:v>
                </c:pt>
                <c:pt idx="291">
                  <c:v>0.4666807203</c:v>
                </c:pt>
                <c:pt idx="292">
                  <c:v>0.3743180806</c:v>
                </c:pt>
                <c:pt idx="293">
                  <c:v>0.4393264922</c:v>
                </c:pt>
                <c:pt idx="294">
                  <c:v>0.3156302189</c:v>
                </c:pt>
                <c:pt idx="295">
                  <c:v>0.4323331918</c:v>
                </c:pt>
                <c:pt idx="296">
                  <c:v>0.3385854056</c:v>
                </c:pt>
                <c:pt idx="297">
                  <c:v>0.4257809643</c:v>
                </c:pt>
                <c:pt idx="298">
                  <c:v>0.3216587353</c:v>
                </c:pt>
                <c:pt idx="299">
                  <c:v>0.358072211</c:v>
                </c:pt>
                <c:pt idx="300">
                  <c:v>0.3729416801</c:v>
                </c:pt>
                <c:pt idx="301">
                  <c:v>0.4232154129</c:v>
                </c:pt>
                <c:pt idx="302">
                  <c:v>0.3934858678</c:v>
                </c:pt>
                <c:pt idx="303">
                  <c:v>0.4116781856</c:v>
                </c:pt>
                <c:pt idx="304">
                  <c:v>0.4418223046</c:v>
                </c:pt>
                <c:pt idx="305">
                  <c:v>0.3847474334</c:v>
                </c:pt>
                <c:pt idx="306">
                  <c:v>0.3180649285</c:v>
                </c:pt>
                <c:pt idx="307">
                  <c:v>0.3587908095</c:v>
                </c:pt>
                <c:pt idx="308">
                  <c:v>0.4216630493</c:v>
                </c:pt>
                <c:pt idx="309">
                  <c:v>0.2883325439</c:v>
                </c:pt>
                <c:pt idx="310">
                  <c:v>0.393147379</c:v>
                </c:pt>
                <c:pt idx="311">
                  <c:v>0.4535421315</c:v>
                </c:pt>
                <c:pt idx="312">
                  <c:v>0.4022283013</c:v>
                </c:pt>
                <c:pt idx="313">
                  <c:v>0.4042391287</c:v>
                </c:pt>
                <c:pt idx="314">
                  <c:v>0.4689357927</c:v>
                </c:pt>
                <c:pt idx="315">
                  <c:v>0.4891234235</c:v>
                </c:pt>
                <c:pt idx="316">
                  <c:v>0.4216617888</c:v>
                </c:pt>
                <c:pt idx="317">
                  <c:v>0.3579096596</c:v>
                </c:pt>
                <c:pt idx="318">
                  <c:v>0.4332767541</c:v>
                </c:pt>
                <c:pt idx="319">
                  <c:v>0.4645956058</c:v>
                </c:pt>
                <c:pt idx="320">
                  <c:v>0.4873724748</c:v>
                </c:pt>
                <c:pt idx="321">
                  <c:v>0.4324981244</c:v>
                </c:pt>
                <c:pt idx="322">
                  <c:v>0.4349451823</c:v>
                </c:pt>
                <c:pt idx="323">
                  <c:v>0.4086999121</c:v>
                </c:pt>
                <c:pt idx="324">
                  <c:v>0.4905942624</c:v>
                </c:pt>
                <c:pt idx="325">
                  <c:v>0.4716832293</c:v>
                </c:pt>
                <c:pt idx="326">
                  <c:v>0.5340677865</c:v>
                </c:pt>
                <c:pt idx="327">
                  <c:v>0.4767189562</c:v>
                </c:pt>
                <c:pt idx="328">
                  <c:v>0.4366463823</c:v>
                </c:pt>
                <c:pt idx="329">
                  <c:v>0.4613547277</c:v>
                </c:pt>
                <c:pt idx="330">
                  <c:v>0.4561362012</c:v>
                </c:pt>
                <c:pt idx="331">
                  <c:v>0.4263540811</c:v>
                </c:pt>
                <c:pt idx="332">
                  <c:v>0.3977289091</c:v>
                </c:pt>
                <c:pt idx="333">
                  <c:v>0.3715711058</c:v>
                </c:pt>
                <c:pt idx="334">
                  <c:v>0.4479961857</c:v>
                </c:pt>
                <c:pt idx="335">
                  <c:v>0.4390370976</c:v>
                </c:pt>
                <c:pt idx="336">
                  <c:v>0.3956199084</c:v>
                </c:pt>
                <c:pt idx="337">
                  <c:v>0.4106775609</c:v>
                </c:pt>
                <c:pt idx="338">
                  <c:v>0.4524193497</c:v>
                </c:pt>
                <c:pt idx="339">
                  <c:v>0.4821947807</c:v>
                </c:pt>
                <c:pt idx="340">
                  <c:v>0.4404179214</c:v>
                </c:pt>
                <c:pt idx="341">
                  <c:v>0.4248466477</c:v>
                </c:pt>
                <c:pt idx="342">
                  <c:v>0.3344586023</c:v>
                </c:pt>
                <c:pt idx="343">
                  <c:v>0.4515749924</c:v>
                </c:pt>
                <c:pt idx="344">
                  <c:v>0.4522885582</c:v>
                </c:pt>
                <c:pt idx="345">
                  <c:v>0.4044944139</c:v>
                </c:pt>
                <c:pt idx="346">
                  <c:v>0.3577430239</c:v>
                </c:pt>
                <c:pt idx="347">
                  <c:v>0.3433886395</c:v>
                </c:pt>
                <c:pt idx="348">
                  <c:v>0.332795535</c:v>
                </c:pt>
                <c:pt idx="349">
                  <c:v>0.4519329156</c:v>
                </c:pt>
                <c:pt idx="350">
                  <c:v>0.4408431567</c:v>
                </c:pt>
                <c:pt idx="351">
                  <c:v>0.330832928</c:v>
                </c:pt>
                <c:pt idx="352">
                  <c:v>0.3988447523</c:v>
                </c:pt>
                <c:pt idx="353">
                  <c:v>0.4257338762</c:v>
                </c:pt>
                <c:pt idx="354">
                  <c:v>0.4652442176</c:v>
                </c:pt>
                <c:pt idx="355">
                  <c:v>0.4044998712</c:v>
                </c:pt>
                <c:pt idx="356">
                  <c:v>0.3110710663</c:v>
                </c:pt>
                <c:pt idx="357">
                  <c:v>0.4387762026</c:v>
                </c:pt>
                <c:pt idx="358">
                  <c:v>0.4098835722</c:v>
                </c:pt>
                <c:pt idx="359">
                  <c:v>0.4641363286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NaCl change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 / fixed total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0.07780667525</c:v>
                </c:pt>
                <c:pt idx="1">
                  <c:v>0.07825585809</c:v>
                </c:pt>
                <c:pt idx="2">
                  <c:v>0.07870763409</c:v>
                </c:pt>
                <c:pt idx="3">
                  <c:v>0.07870763409</c:v>
                </c:pt>
                <c:pt idx="4">
                  <c:v>0.07916201822</c:v>
                </c:pt>
                <c:pt idx="5">
                  <c:v>0.07916201822</c:v>
                </c:pt>
                <c:pt idx="6">
                  <c:v>0.07916201822</c:v>
                </c:pt>
                <c:pt idx="7">
                  <c:v>0.07916201822</c:v>
                </c:pt>
                <c:pt idx="8">
                  <c:v>0.07961902554</c:v>
                </c:pt>
                <c:pt idx="9">
                  <c:v>0.07961902554</c:v>
                </c:pt>
                <c:pt idx="10">
                  <c:v>0.07961902554</c:v>
                </c:pt>
                <c:pt idx="11">
                  <c:v>0.07961902554</c:v>
                </c:pt>
                <c:pt idx="12">
                  <c:v>0.07961902554</c:v>
                </c:pt>
                <c:pt idx="13">
                  <c:v>0.07961902554</c:v>
                </c:pt>
                <c:pt idx="14">
                  <c:v>0.07961902554</c:v>
                </c:pt>
                <c:pt idx="15">
                  <c:v>0.07961902554</c:v>
                </c:pt>
                <c:pt idx="16">
                  <c:v>0.08007867119</c:v>
                </c:pt>
                <c:pt idx="17">
                  <c:v>0.08007867119</c:v>
                </c:pt>
                <c:pt idx="18">
                  <c:v>0.08007867119</c:v>
                </c:pt>
                <c:pt idx="19">
                  <c:v>0.08007867119</c:v>
                </c:pt>
                <c:pt idx="20">
                  <c:v>0.08007867119</c:v>
                </c:pt>
                <c:pt idx="21">
                  <c:v>0.08007867119</c:v>
                </c:pt>
                <c:pt idx="22">
                  <c:v>0.08007867119</c:v>
                </c:pt>
                <c:pt idx="23">
                  <c:v>0.08007867119</c:v>
                </c:pt>
                <c:pt idx="24">
                  <c:v>0.08007867119</c:v>
                </c:pt>
                <c:pt idx="25">
                  <c:v>0.08007867119</c:v>
                </c:pt>
                <c:pt idx="26">
                  <c:v>0.08007867119</c:v>
                </c:pt>
                <c:pt idx="27">
                  <c:v>0.08007867119</c:v>
                </c:pt>
                <c:pt idx="28">
                  <c:v>0.08007867119</c:v>
                </c:pt>
                <c:pt idx="29">
                  <c:v>0.08007867119</c:v>
                </c:pt>
                <c:pt idx="30">
                  <c:v>0.08007867119</c:v>
                </c:pt>
                <c:pt idx="31">
                  <c:v>0.08007867119</c:v>
                </c:pt>
                <c:pt idx="32">
                  <c:v>0.0805409704</c:v>
                </c:pt>
                <c:pt idx="33">
                  <c:v>0.0805409704</c:v>
                </c:pt>
                <c:pt idx="34">
                  <c:v>0.0805409704</c:v>
                </c:pt>
                <c:pt idx="35">
                  <c:v>0.0805409704</c:v>
                </c:pt>
                <c:pt idx="36">
                  <c:v>0.0805409704</c:v>
                </c:pt>
                <c:pt idx="37">
                  <c:v>0.0805409704</c:v>
                </c:pt>
                <c:pt idx="38">
                  <c:v>0.0805409704</c:v>
                </c:pt>
                <c:pt idx="39">
                  <c:v>0.0805409704</c:v>
                </c:pt>
                <c:pt idx="40">
                  <c:v>0.0805409704</c:v>
                </c:pt>
                <c:pt idx="41">
                  <c:v>0.0805409704</c:v>
                </c:pt>
                <c:pt idx="42">
                  <c:v>0.0805409704</c:v>
                </c:pt>
                <c:pt idx="43">
                  <c:v>0.0805409704</c:v>
                </c:pt>
                <c:pt idx="44">
                  <c:v>0.0805409704</c:v>
                </c:pt>
                <c:pt idx="45">
                  <c:v>0.0805409704</c:v>
                </c:pt>
                <c:pt idx="46">
                  <c:v>0.0805409704</c:v>
                </c:pt>
                <c:pt idx="47">
                  <c:v>0.0805409704</c:v>
                </c:pt>
                <c:pt idx="48">
                  <c:v>0.0805409704</c:v>
                </c:pt>
                <c:pt idx="49">
                  <c:v>0.0805409704</c:v>
                </c:pt>
                <c:pt idx="50">
                  <c:v>0.0805409704</c:v>
                </c:pt>
                <c:pt idx="51">
                  <c:v>0.0805409704</c:v>
                </c:pt>
                <c:pt idx="52">
                  <c:v>0.0805409704</c:v>
                </c:pt>
                <c:pt idx="53">
                  <c:v>0.0805409704</c:v>
                </c:pt>
                <c:pt idx="54">
                  <c:v>0.0805409704</c:v>
                </c:pt>
                <c:pt idx="55">
                  <c:v>0.0805409704</c:v>
                </c:pt>
                <c:pt idx="56">
                  <c:v>0.0805409704</c:v>
                </c:pt>
                <c:pt idx="57">
                  <c:v>0.0805409704</c:v>
                </c:pt>
                <c:pt idx="58">
                  <c:v>0.0805409704</c:v>
                </c:pt>
                <c:pt idx="59">
                  <c:v>0.0805409704</c:v>
                </c:pt>
                <c:pt idx="60">
                  <c:v>0.0805409704</c:v>
                </c:pt>
                <c:pt idx="61">
                  <c:v>0.0805409704</c:v>
                </c:pt>
                <c:pt idx="62">
                  <c:v>0.0805409704</c:v>
                </c:pt>
                <c:pt idx="63">
                  <c:v>0.0805409704</c:v>
                </c:pt>
              </c:numCache>
            </c:numRef>
          </c:yVal>
        </c:ser>
        <c:ser>
          <c:idx val="1"/>
          <c:order val="1"/>
          <c:tx>
            <c:v>Distributed / fixed total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0.04448388202</c:v>
                </c:pt>
                <c:pt idx="1">
                  <c:v>0.04526495843</c:v>
                </c:pt>
                <c:pt idx="2">
                  <c:v>0.04604159957</c:v>
                </c:pt>
                <c:pt idx="3">
                  <c:v>0.04604159957</c:v>
                </c:pt>
                <c:pt idx="4">
                  <c:v>0.04681412658</c:v>
                </c:pt>
                <c:pt idx="5">
                  <c:v>0.04681412658</c:v>
                </c:pt>
                <c:pt idx="6">
                  <c:v>0.04681412658</c:v>
                </c:pt>
                <c:pt idx="7">
                  <c:v>0.04681412658</c:v>
                </c:pt>
                <c:pt idx="8">
                  <c:v>0.04758283976</c:v>
                </c:pt>
                <c:pt idx="9">
                  <c:v>0.04758283976</c:v>
                </c:pt>
                <c:pt idx="10">
                  <c:v>0.04758283976</c:v>
                </c:pt>
                <c:pt idx="11">
                  <c:v>0.04758283976</c:v>
                </c:pt>
                <c:pt idx="12">
                  <c:v>0.04758283976</c:v>
                </c:pt>
                <c:pt idx="13">
                  <c:v>0.04758283976</c:v>
                </c:pt>
                <c:pt idx="14">
                  <c:v>0.04758283976</c:v>
                </c:pt>
                <c:pt idx="15">
                  <c:v>0.04758283976</c:v>
                </c:pt>
                <c:pt idx="16">
                  <c:v>0.04834802049</c:v>
                </c:pt>
                <c:pt idx="17">
                  <c:v>0.04834802049</c:v>
                </c:pt>
                <c:pt idx="18">
                  <c:v>0.04834802049</c:v>
                </c:pt>
                <c:pt idx="19">
                  <c:v>0.04834802049</c:v>
                </c:pt>
                <c:pt idx="20">
                  <c:v>0.04834802049</c:v>
                </c:pt>
                <c:pt idx="21">
                  <c:v>0.04834802049</c:v>
                </c:pt>
                <c:pt idx="22">
                  <c:v>0.04834802049</c:v>
                </c:pt>
                <c:pt idx="23">
                  <c:v>0.04834802049</c:v>
                </c:pt>
                <c:pt idx="24">
                  <c:v>0.04834802049</c:v>
                </c:pt>
                <c:pt idx="25">
                  <c:v>0.04834802049</c:v>
                </c:pt>
                <c:pt idx="26">
                  <c:v>0.04834802049</c:v>
                </c:pt>
                <c:pt idx="27">
                  <c:v>0.04834802049</c:v>
                </c:pt>
                <c:pt idx="28">
                  <c:v>0.04834802049</c:v>
                </c:pt>
                <c:pt idx="29">
                  <c:v>0.04834802049</c:v>
                </c:pt>
                <c:pt idx="30">
                  <c:v>0.04834802049</c:v>
                </c:pt>
                <c:pt idx="31">
                  <c:v>0.04834802049</c:v>
                </c:pt>
                <c:pt idx="32">
                  <c:v>0.04910993295</c:v>
                </c:pt>
                <c:pt idx="33">
                  <c:v>0.04910993295</c:v>
                </c:pt>
                <c:pt idx="34">
                  <c:v>0.04910993295</c:v>
                </c:pt>
                <c:pt idx="35">
                  <c:v>0.04910993295</c:v>
                </c:pt>
                <c:pt idx="36">
                  <c:v>0.04910993295</c:v>
                </c:pt>
                <c:pt idx="37">
                  <c:v>0.04910993295</c:v>
                </c:pt>
                <c:pt idx="38">
                  <c:v>0.04910993295</c:v>
                </c:pt>
                <c:pt idx="39">
                  <c:v>0.04910993295</c:v>
                </c:pt>
                <c:pt idx="40">
                  <c:v>0.04910993295</c:v>
                </c:pt>
                <c:pt idx="41">
                  <c:v>0.04910993295</c:v>
                </c:pt>
                <c:pt idx="42">
                  <c:v>0.04910993295</c:v>
                </c:pt>
                <c:pt idx="43">
                  <c:v>0.04910993295</c:v>
                </c:pt>
                <c:pt idx="44">
                  <c:v>0.04910993295</c:v>
                </c:pt>
                <c:pt idx="45">
                  <c:v>0.04910993295</c:v>
                </c:pt>
                <c:pt idx="46">
                  <c:v>0.04910993295</c:v>
                </c:pt>
                <c:pt idx="47">
                  <c:v>0.04910993295</c:v>
                </c:pt>
                <c:pt idx="48">
                  <c:v>0.04910993295</c:v>
                </c:pt>
                <c:pt idx="49">
                  <c:v>0.04910993295</c:v>
                </c:pt>
                <c:pt idx="50">
                  <c:v>0.04910993295</c:v>
                </c:pt>
                <c:pt idx="51">
                  <c:v>0.04910993295</c:v>
                </c:pt>
                <c:pt idx="52">
                  <c:v>0.04910993295</c:v>
                </c:pt>
                <c:pt idx="53">
                  <c:v>0.04910993295</c:v>
                </c:pt>
                <c:pt idx="54">
                  <c:v>0.04910993295</c:v>
                </c:pt>
                <c:pt idx="55">
                  <c:v>0.04910993295</c:v>
                </c:pt>
                <c:pt idx="56">
                  <c:v>0.04910993295</c:v>
                </c:pt>
                <c:pt idx="57">
                  <c:v>0.04910993295</c:v>
                </c:pt>
                <c:pt idx="58">
                  <c:v>0.04910993295</c:v>
                </c:pt>
                <c:pt idx="59">
                  <c:v>0.04910993295</c:v>
                </c:pt>
                <c:pt idx="60">
                  <c:v>0.04910993295</c:v>
                </c:pt>
                <c:pt idx="61">
                  <c:v>0.04910993295</c:v>
                </c:pt>
                <c:pt idx="62">
                  <c:v>0.04910993295</c:v>
                </c:pt>
                <c:pt idx="63">
                  <c:v>0.04910993295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sensors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Dowran et al. 2018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Matched classical</c:v>
                </c:pt>
                <c:pt idx="1">
                  <c:v>Best classical*</c:v>
                </c:pt>
                <c:pt idx="2">
                  <c:v>Twin beams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8.6</c:v>
                </c:pt>
                <c:pt idx="1">
                  <c:v>6.8</c:v>
                </c:pt>
                <c:pt idx="2">
                  <c:v>5.5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Optical configuration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Sensitivity (10⁻¹⁰ RIU/√Hz)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935F7-3106-4289-A158-FBAABC25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Quantum sensing for water-quality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8EB16-1656-46A8-91C1-BC259848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Continuous-variable simulation | NYUAD Hackathon | 6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BDF0A-5D3C-4E87-A5BB-0BFD71CC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1.39× lower total error in a controlled 16-node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67F8B-5263-4413-8FD4-B09AE03F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1.67× lower optical error at equal launched probe power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CD8F0-39FA-4006-ABCC-11FE3401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 dissolved-salt proxy calibrated from published optical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8C4CD-14D8-4B62-86B0-05152D78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Simulated feasibility; no claim of a deployed chemical detector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13165-4D5A-43C4-9226-99C36FC9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16994-C689-408F-92E2-5B6A2638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124696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F3709-B4A2-4308-A6F4-727024C4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What the supplied research establishes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C8AD4-855A-46D0-8EDA-9271C66A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Optical sensing evidence, distributed theory and water-data analysis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97EDA-0376-4122-8D31-E933745F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Plasmonic paper: measured optical advantage in air at 199 kHz; not a calibrated water sensor.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55C77-AD91-4CCA-B084-A0CEE8A4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Loss supplement: vacuum entering optical loss ports degrades squeezed-light readout.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8A9E6-9B68-4495-B6D5-50AEFF88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Distributed CV papers: aggregate precision improves with shared squeezing; resources and loss govern scaling.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2AAC8-B708-4709-A05A-5B2A0F60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Water QML paper: strong classical baselines remain competitive. No QML advantage is assumed.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80E26-C50F-428A-B1ED-D383243A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597C2-5CFF-476E-9BA8-7C7E1C89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4523683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B57F7-101B-46F9-A3C1-1129CEB6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measurable water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47191-24F5-4751-B379-699F37E8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NaCl concentration changes are calibrated; pollutant identity remains unresolved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28D9F-FFA4-470D-818C-9335B7F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At 1550 nm: n(W) = −0.0800 W³ + 0.0740 W² + 0.1620 W + 1.3162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041D6-0EEF-4BEE-A553-D5B3A937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 is salt mass fraction. Around 500 mg/kg, dn/dc = 1.621 × 10⁻⁷ RIU per mg/kg.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19CE6-9FBB-4364-8458-05A41F40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Proposed 10 µm interaction length gives 6.570 × 10⁻⁶ rad per mg/kg.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894C2-CACE-45AA-A6F9-22787EB1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YSI EXO field reference: salinity accuracy ±1% or 0.1 ppt; temperature accuracy ±0.01 °C.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5DFD-33E4-4BD0-BB9A-57CE8A63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Field accuracy bounds are not shot-noise standard deviations. This is a change detector, not a safety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0C6C5-E67F-4F52-B9C1-442CF86D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13D5B-3C03-4765-B279-30288764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957372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F7741-0C23-4BF3-B5BC-60A8DFCF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Continuous-variable measurement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FF2ED-3F37-4EA2-AAF3-89C17071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One squeezed mode → beam-splitter tree → sample taps → local homodyne → regional mean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7CAE9-7EDA-40AD-9A06-C6F58573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Each tap has an arbitrary local concentration change; estimate q = Σ cᵢ / 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A5D5B-05EB-46CA-997C-7493DF91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Propagate the full Gaussian covariance through loss, then calibrate each measured quadrature.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8AF67-9477-4A97-8E9F-182ACC94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Compute the actual estimator variance: Var(q̂) = wᵀ Σ 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E0CE2-1F2A-495D-8C52-83448729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Compare coherent light, independent squeezers, and distributed squeezing at equal total launched probe photons.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FEBE9-829D-4FAA-AE99-62427D33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Include an optimized classical power-allocation baseline for unequal regional losses.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89812-38F0-4DA5-B52C-B3A0421B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21D03-0232-4B29-8680-9F1075A2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852056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5DE49-16E8-4E3A-A193-FA82DDA6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Ideal scaling emerges from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89A41-F971-4424-B1E7-6763A954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Lossless and uncapped: squeezed photons increase with M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5f21b437d94c9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435BB-A755-4892-86BB-0398CBF7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Fitted exponent, M=33–64: classical −0.50; distributed −0.95.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166A9-C255-459F-9C15-179D66E4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This theoretical reference exceeds the practical 10 dB source cap.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51115-FA4E-4992-A8BC-19D23CCC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EEB96-1603-49CE-9EA9-E1B74D03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574587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97C7B-FF76-40CE-841C-5A20B4BB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Loss and drift soften the scaling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C416A-6B4A-4BB7-8A46-88096E8C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100 m links, 10 dB source cap, 10 mrad phase jitter and 0.05 mK shared residual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d1f6c36fb04ea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F10DC-5751-409A-8B92-6C0BFAD3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More sensors add probe power. The quantum source reaches its cap at 21 nodes.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3DD79-D098-4080-A17D-44DC47CE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Curves describe differential precision under the specified engineering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F6B24-D432-4BC8-B371-6D7E53AF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178F5-949F-4935-9E8B-802AC8E2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996282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B9E6A-4D94-4DC8-BAC4-A38A10A2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The 16-node pilot reduces total error by 28%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49102-AC97-43F2-A057-06932E84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One-second estimates, same 160 nW total launched probe power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83041db26d4d9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2B86E-8DC2-45D2-B892-B87ECDCF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Total RMSE: 0.092 → 0.066 mg/kg; 1.39× precision 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DD6EF-1C8B-4B63-AEDC-E79D7384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Independent squeezers reach 0.080 mg/kg: the distributed configuration adds a further 17% reduction.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32572-4336-4661-9092-4ECBC739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CE65C-9822-4AD5-82DA-2A430426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591231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E05A4-7A37-41A8-A7EF-4C2E439B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Real distances reduce the regional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3F284-328F-466B-B116-4FD2CF2C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64 distinct supplied well locations; an assumed hub and 1.3× routing overhead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709eb7f1d74ef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1C8F1-7C4D-4742-9A40-45B52A66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Locations span 3.5–16.6 km from the hub; mean transmission at M=64 is 37%.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3CAE0-FEA1-4B30-B249-27BF05E4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At 64 nodes: 1.11× gain over optimized coherent power allocation.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86081-AF79-43B0-A21D-8E3367AF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The supplied file is USGS-labelled; missing provenance prevents independent field-data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942CA-2DC7-4A33-9AF0-CEC2D3A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FD10B-D76E-4FE6-BA3C-41EBD80F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8222087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6D769-F34F-4E9F-BA7E-3711D007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Temperature compensation determines useful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F57D8-58CC-4253-A9AA-0080F80C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Common thermal error appears in every sensor and survives spatial averaging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6755cfcd9e4e5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0AD46-AA7D-45AC-A8A3-F1DD27E1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 mK corresponds to about 0.916 mg/kg of apparent salt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01838-CCB2-4F00-A34A-4F449FEC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At a 10 mK common residual, quantum and classical total errors are almost identical.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82F3A-E4B7-4F45-94D3-FA2BE4DF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67D5B-7B74-474A-97FF-DE76D50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047660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62321-F49A-407C-A3D5-470813C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More classical light is a competing 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93CDB-C39D-477A-9957-360542F8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Power sweep from 1 nW to 70 µW per node; no claim that water requires a 10 nW limit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1b23d9e9014c4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E286C-CC5A-40AE-A77B-BD7A1517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The default is a deliberately constrained optical-dose budget.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398A8-57C1-4BC6-A9A2-066D125A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With enough light, shared drift dominates both approaches and the quantum gain becomes negligible.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1745F-C56B-4707-A570-798DE65D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DE759-8093-445F-B955-EE32F039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98450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A641F-54AA-41BE-A0C7-9017AA1F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 averaging encounters slow drift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36749-190F-4386-80F5-8A7677CB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Exact variance of a rectangular average of a 60-second correlated temperature process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05868e4a764f9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1F541-B946-48EA-B3C2-0FBEAECB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Short windows are optical-noise limited; longer windows encounter correlated drift.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7E437-ED32-49C0-A973-C88FF17E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Fixed calibration offsets average across nodes, not across time. Long windows also blur fast events.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20765-CD0E-4926-80AB-09710A65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104E3-9E8E-44F9-B9CE-41BD3E98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9622369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90989-CD3A-409E-B748-4C1905DF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Quantum readout improves a weak-change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4E834-9CC3-40E9-8887-F464B6C4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 0.15 mg/kg regional increase; identical 1% false-alarm probability per decision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5d51e5374446a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094EA-4FFF-4445-8353-BFDCB05C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Detection rises from 24% to 47%; the same signal is easier to distinguish.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87F58-5499-452C-AAC8-98875B85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1% at 1 Hz means 36 expected flagged windows/hour. An operational alarm needs sequential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C71B6-AB0B-4890-B0F2-BC832CD1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915C4-C1AE-461A-8AA1-DA9590F2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2192157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62F67-B1B3-43E0-95D8-9489729E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 monitoring of unequal local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DCFCB-1B8A-4933-BA3D-91D6A780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Synthetic arrivals differ across all 16 taps; the regional estimator remains well defined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ab83c63b75463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F8BE0-590E-47DA-8A43-DADBA6B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The shared temperature trace and calibration realization are matched between strategies.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3FC0E-6B91-45A8-82A4-6726A0CD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 10-second response introduces lag. Stationary precision does not include this transient bias.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E21AA-21D5-402F-AB03-0B9CDFD5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E9D8D-2632-43E2-BB90-540B487A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0700446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9BB50-FED9-4BFE-A6D4-F008320D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Sensor count and photon budget are distinct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0F79E-33A7-4DA9-9973-A4346D29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Fixed 160 nW total carrier-plus-squeezing budget and fixed total squeezing resource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0bb683fc1d44c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4B7D9-A818-4871-A7A3-5B192923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Adding nodes spreads the same light more thinly; it does not produce a free 1/M improvement.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3D402-60C1-4F2E-8946-68913336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Sensor locations set coverage. Fewer sensors cannot guarantee the same protection against unsampled hotspots.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6BEE9-461F-472C-A583-955A4294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91574-F7F5-4D8A-ADF9-17CDDE70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20372702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6FD78-1663-4D95-8952-8684F200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real optical experiment anchors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E0D90-ED01-4C9F-A0A7-C6EF8F14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Reported refractive-index sensitivities; a separate measured benchmark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1f628645564cf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EE820-D019-42F6-9A7E-698C06F9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795 nm, air, 199 kHz ultrasound. *Best single-beam classical value is inferred in the paper.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38708-F35B-4EFD-8DF8-966F48A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Twin beams give 1.24× sensitivity gain over that best classical comparator; not a NaCl field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01DD6-51BC-4542-9C81-865C5A2B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A89C7-AF6A-4701-84EB-57B47FE0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3771575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8EB75-810B-4B82-9DA7-75738445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credible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32314-8F99-41E3-8D4E-1187488E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Validate a four-tap optical prototype before extrapolating to a regional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6E6BC-3411-4281-8E7F-706551D6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Calibrate NaCl phase response with standards and controlled temperature at 1550 nm.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DC13C-2554-43EA-82A6-41BAC445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Measure noise spectra, sample loss, modulation efficiency and squeezing at the same optical dose.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DE3B6-DE06-4652-A429-F37A474C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Compare coherent, independent squeezed and distributed readout using blind injected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BA9E3-B3A7-4C92-B221-29F2C18B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Validate drift, fouling and false alarms over hours; measure actual optical and electrical resources.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7DB54-68A4-41C9-984D-B419EB47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Advance only if total error improves. Keep chemical identification and spatial coverage as separate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29384-FE38-4F73-883D-A2B8C8E8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C1158-B0F4-4A6A-B57F-232CF8B6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5310039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44B24-FA27-43D6-ACC9-1D7EB1C1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Assumptions that control 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4D63B-C49B-4156-84CA-5B18394C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These are design targets, not measured specifications of a quantum water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2598F-F9AF-40AC-A460-EACB2FE8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nW/node; 10 µm effective optical interaction; 500 mg/kg background; 1-second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00F28-995E-4799-B9DE-671EE258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dB maximum source squeezing; 1 MHz effective mode rate; 10 mrad phase-lock 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5CA9B-4CAE-4A15-A66C-B00B16D8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95% detector, 90% sample, 90% coupling; 0.05 dB splitter excess/stage.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2E057-0227-4E5D-8573-3E81D418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100 m pilot links; regional links = 1.3× geographic distance; 0.18 dB/km fiber anchor.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F3F58-EE56-4127-940A-1D9D6463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0.05 mK compensated common residual; 60 s correlation; 0.03 mg/kg independent calibration 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FFA11-4183-4263-99CB-F64EA8AB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mK field stress test; 1 nW–70 µW power sweep. Full register: docs/SOURCES.md.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F7DAF-9BA6-4774-A247-1DDFDC3E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D4455-840B-404C-91A1-01A3ED7B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7597493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7FDB1-7D66-4AA1-9F1C-CBDC44AF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Sources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B6619-2F55-432E-8013-2C054264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Code, parameter provenance, raw numerical outputs and figures are included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8575D-1FEA-445F-8FF7-94880AB7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Dowran et al. (2018), Optica 5, 628 — doi:10.1364/OPTICA.5.000628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7104C-F619-4DE6-A0E0-63DEED3D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Zhuang et al. (2018), PRA 97, 032329 — arXiv:1711.10459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35821-651E-4694-8658-7BB88E87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Oh et al. (2020), PR Research 2, 023030 — doi:10.1103/PhysRevResearch.2.023030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10EA2-6034-47D7-A889-2B8EA715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Guo et al. (2020), Nature Physics 16, 281 — arXiv:1905.09408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C52FA-2784-45B6-A237-4A4C7043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Saunders et al. (2016), Applied Optics 55, 947 — doi:10.1364/AO.55.000947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D5118-6139-4F5D-8B09-AF277FE0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Mehmet et al. (2011), Optics Express 19, 25763 — arXiv:1110.3737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B7EE2-0D08-42DA-AA04-169DE581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Kim et al. (2012), Optical Sensors STu1F.3; Corning AN2008; YSI EXO specifications.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DE9A4-5938-4352-ACFE-B0A669BB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Water QML paper (2026), Quantum Reports 8, 60 — doi:10.3390/quantum8030060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1EDE3-0A51-4057-991C-5CF34D3E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1090A-39FD-4063-8F1A-3B049030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69106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2026-10-06T16:15:33.0410000Z</dcterms:created>
  <dcterms:modified xsi:type="dcterms:W3CDTF">2026-10-06T16:15:33.0410000Z</dcterms:modified>
</coreProperties>
</file>