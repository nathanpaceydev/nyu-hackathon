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71b21fd9eac41f1" /><Relationship Type="http://schemas.openxmlformats.org/officeDocument/2006/relationships/extended-properties" Target="/docProps/app.xml" Id="R6d0668ac59f54d81" /><Relationship Type="http://schemas.openxmlformats.org/officeDocument/2006/relationships/officeDocument" Target="/ppt/presentation.xml" Id="R3e37a880224e4259" /></Relationships>
</file>

<file path=ppt/presentation.xml><?xml version="1.0" encoding="utf-8"?>
<p:presentation xmlns:p="http://schemas.openxmlformats.org/presentationml/2006/main">
  <p:sldMasterIdLst>
    <p:sldMasterId xmlns:r="http://schemas.openxmlformats.org/officeDocument/2006/relationships" id="2147483648" r:id="R278c17023e5b4c98"/>
  </p:sldMasterIdLst>
  <p:notesMasterIdLst>
    <p:notesMasterId xmlns:r="http://schemas.openxmlformats.org/officeDocument/2006/relationships" r:id="Rca8e218353124619"/>
  </p:notesMasterIdLst>
  <p:sldIdLst>
    <p:sldId xmlns:r="http://schemas.openxmlformats.org/officeDocument/2006/relationships" id="256" r:id="R489218b266e04b8d"/>
    <p:sldId xmlns:r="http://schemas.openxmlformats.org/officeDocument/2006/relationships" id="257" r:id="R8fe671cfaea04c49"/>
    <p:sldId xmlns:r="http://schemas.openxmlformats.org/officeDocument/2006/relationships" id="258" r:id="R846381a3af884139"/>
    <p:sldId xmlns:r="http://schemas.openxmlformats.org/officeDocument/2006/relationships" id="259" r:id="Rafcbc07b30004573"/>
    <p:sldId xmlns:r="http://schemas.openxmlformats.org/officeDocument/2006/relationships" id="260" r:id="R1237df3fd12c460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3d76fdcbaf40a4" /><Relationship Type="http://schemas.openxmlformats.org/officeDocument/2006/relationships/slideMaster" Target="/ppt/slideMasters/slideMaster1.xml" Id="R278c17023e5b4c98" /><Relationship Type="http://schemas.openxmlformats.org/officeDocument/2006/relationships/notesMaster" Target="/ppt/notesMasters/notesMaster1.xml" Id="Rca8e218353124619" /><Relationship Type="http://schemas.openxmlformats.org/officeDocument/2006/relationships/presProps" Target="/ppt/presProps.xml" Id="R1a6f8240122d4d5f" /><Relationship Type="http://schemas.openxmlformats.org/officeDocument/2006/relationships/tableStyles" Target="/ppt/tableStyles.xml" Id="Ra767d568aa004411" /><Relationship Type="http://schemas.openxmlformats.org/officeDocument/2006/relationships/slide" Target="/ppt/slides/slide1.xml" Id="R489218b266e04b8d" /><Relationship Type="http://schemas.openxmlformats.org/officeDocument/2006/relationships/slide" Target="/ppt/slides/slide2.xml" Id="R8fe671cfaea04c49" /><Relationship Type="http://schemas.openxmlformats.org/officeDocument/2006/relationships/slide" Target="/ppt/slides/slide3.xml" Id="R846381a3af884139" /><Relationship Type="http://schemas.openxmlformats.org/officeDocument/2006/relationships/slide" Target="/ppt/slides/slide4.xml" Id="Rafcbc07b30004573" /><Relationship Type="http://schemas.openxmlformats.org/officeDocument/2006/relationships/slide" Target="/ppt/slides/slide5.xml" Id="R1237df3fd12c46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48f3032d0b44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ebe89235f248a7" /><Relationship Type="http://schemas.openxmlformats.org/officeDocument/2006/relationships/notesMaster" Target="/ppt/notesMasters/notesMaster1.xml" Id="Re3d139b9595543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52a668cbeb486f" /><Relationship Type="http://schemas.openxmlformats.org/officeDocument/2006/relationships/notesMaster" Target="/ppt/notesMasters/notesMaster1.xml" Id="Rd905000268dd44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c7a80ee3274ad7" /><Relationship Type="http://schemas.openxmlformats.org/officeDocument/2006/relationships/notesMaster" Target="/ppt/notesMasters/notesMaster1.xml" Id="R695cea1a313b4b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569f4ec9244cc1" /><Relationship Type="http://schemas.openxmlformats.org/officeDocument/2006/relationships/notesMaster" Target="/ppt/notesMasters/notesMaster1.xml" Id="R467f5051e79341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b0a5910ea64770" /><Relationship Type="http://schemas.openxmlformats.org/officeDocument/2006/relationships/notesMaster" Target="/ppt/notesMasters/notesMaster1.xml" Id="R634e9226e9e1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SDG Report 2025, Goal 6: https://unstats.un.org/sdgs/report/2025/Goal-06/ reports approximately two million measurements used for reporting, 60,000 from poorest regions. These are monitoring data, not all worldwide measurements. WHO 2023 fact sheet, 2022 data: https://www.who.int/news-room/fact-sheets/detail/drinking-water . EPA online monitoring: https://www.epa.gov/waterresilience/online-water-quality-monitoring-resources . These sources establish importance and monitoring use cases, not a quantum bottleneck or salt-based pathogen detection. Operator need for this dose and sensitivity is an assumption.</a:t>
            </a:r>
            <a:endParaRPr/>
          </a:p>
          <a:p xmlns:a="http://schemas.openxmlformats.org/drawingml/2006/main">
            <a:pPr marL="0" lvl="0" indent="0" algn="l">
              <a:spcBef>
                <a:spcPts val="0"/>
              </a:spcBef>
              <a:spcAft>
                <a:spcPts val="0"/>
              </a:spcAft>
              <a:buNone/>
            </a:pPr>
            <a:r>
              <a:t>PHOTO SOURCES: Blue Plains aerial by Duane Lempke,2022,CC0: https://commons.wikimedia.org/wiki/File:BluePlainsWaste-4126-022022.jpg . USGS Lincoln Creek sampling by Barbara J Mahler,2013,public domain: https://www.usgs.gov/media/images/collecting-a-water-quality-sample-usgs-regional-stream-quality . Photographs illustrate context; neither location is our pilot or a measured salt incident. They are not proof that our salt proxy detects all visible contamination. SDG definitions: https://sdgs.un.org/goals/goal6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a:p xmlns:a="http://schemas.openxmlformats.org/drawingml/2006/main">
            <a:pPr marL="0" lvl="0" indent="0" algn="l">
              <a:spcBef>
                <a:spcPts val="0"/>
              </a:spcBef>
              <a:spcAft>
                <a:spcPts val="0"/>
              </a:spcAft>
              <a:buNone/>
            </a:pPr>
            <a:r>
              <a:t>results/time_trace.csv. Synthetic changes, not observed water data. Independent optical noise, common OU realization, seed2601006. Optical noise advantage concerns the aggregate; local contrasts do not receive the same benefit.</a:t>
            </a:r>
            <a:endParaRPr/>
          </a:p>
          <a:p xmlns:a="http://schemas.openxmlformats.org/drawingml/2006/main">
            <a:pPr marL="0" lvl="0" indent="0" algn="l">
              <a:spcBef>
                <a:spcPts val="0"/>
              </a:spcBef>
              <a:spcAft>
                <a:spcPts val="0"/>
              </a:spcAft>
              <a:buNone/>
            </a:pPr>
            <a:r>
              <a:t>Source NaCl slope Saunders2016 https://doi.org/10.1364/AO.55.000947 . Mean event.35mg/kg,±25%spatial variation,25s rise,1s sampling. The stationary RMSE does not include transient lag bias. Full trace results/time_trace.csv. Scalar estimator is classical; this does not show quantum computational speedup. Source mode rate1MHz and10dB cap are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Implementation evidence: src/model.py, src/run.py, src/validate.py, src/practical_comparisons.py and requirements.txt. Local Python 3.12.14 CPU execution. NumPy 2.3.5 arrays, covariance, seeded Gaussian draws; SciPy 1.18.1 constants and normal CDF, root solve in comparison helper; pandas 2.2.3 CSV processing; Matplotlib 3.11.2 PNG/SVG figures. Python unittest runs 13 internal model checks. Inputs: config/default.json and data/site_geometry.csv. Chemical concentrations in the trace are synthetic; coordinates only from supplied USGS-labelled file. Compute phase slope, loss, covariance, w^T Sigma w, add thermal/calibration variance, then threshold tests. Most RMSE curves are analytic. Monte Carlo: 100,000 null and alternative draws per strategy. A separate synthetic OU time trace has response lag. Seed 2601006. Outputs: results/summary.json, CSV, feasibility.npz, ten figures. Run bash src/reproduce.sh in project root with prepared .venv. No quantum SDK, circuit execution, ML training or quantum hardware. JavaScript/Node artifact-tool creates PPTX; Python creates offline HTML; Playwright prints PDF. Authoring tools are separate from the scientific simulator. Details: docs/SIMULATION.md.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 Code structure: model.py implements equations; run.py sweeps assumptions; validate.py checks identities. Native PPTX uses JavaScript and artifact-tool, separate from the science. Analytic curves compute w^T Sigma w, with OU temperature and independent calibration added. Monte Carlo checks Gaussian marginal decisions. A seeded trace does not establish field reliability.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a:p xmlns:a="http://schemas.openxmlformats.org/drawingml/2006/main">
            <a:pPr marL="0" lvl="0" indent="0" algn="l">
              <a:spcBef>
                <a:spcPts val="0"/>
              </a:spcBef>
              <a:spcAft>
                <a:spcPts val="0"/>
              </a:spcAft>
              <a:buNone/>
            </a:pPr>
            <a:r>
              <a:t>results/detection.csv. Independent Monte Carlo marginal windows, not independent samples of the OU trace. Assumes Gaussian moments including squeeze-angle jitter. Decision threshold is not regulatory. Bonferroni alpha=0.05/3600 bounds hourly familywise false-alarm probability at5% without independence.</a:t>
            </a:r>
            <a:endParaRPr/>
          </a:p>
          <a:p xmlns:a="http://schemas.openxmlformats.org/drawingml/2006/main">
            <a:pPr marL="0" lvl="0" indent="0" algn="l">
              <a:spcBef>
                <a:spcPts val="0"/>
              </a:spcBef>
              <a:spcAft>
                <a:spcPts val="0"/>
              </a:spcAft>
              <a:buNone/>
            </a:pPr>
            <a:r>
              <a:t>Analytic Pdetect .2426817/.3293999/.4733113;MC .24311/.3316/.47512. Marginal Gaussian tests, not temporally independent field seconds. No regulatory or chemical safety threshold.13internal checks validate model properties; no hardware trial. Pilot optical RMSE .079619 vs .047583mg/kg gives1.673×gain;total1.387×. Technical targets are essential. Raw summary results/summary.json.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 Derived comparison: src/practical_comparisons.py and results/practical_comparisons.json.</a:t>
            </a:r>
            <a:endParaRPr/>
          </a:p>
          <a:p xmlns:a="http://schemas.openxmlformats.org/drawingml/2006/main">
            <a:pPr marL="0" lvl="0" indent="0" algn="l">
              <a:spcBef>
                <a:spcPts val="0"/>
              </a:spcBef>
              <a:spcAft>
                <a:spcPts val="0"/>
              </a:spcAft>
              <a:buNone/>
            </a:pPr>
            <a:r>
              <a:t>S10 reports dn/dT≈−1.485e−4 RIU/K at1550nm. The exact coefficient depends on temperature/composition. 0.05 mK and10 mK are assumed stochastic residuals, not manufacturer statistical specifications.</a:t>
            </a:r>
            <a:endParaRPr/>
          </a:p>
          <a:p xmlns:a="http://schemas.openxmlformats.org/drawingml/2006/main">
            <a:pPr marL="0" lvl="0" indent="0" algn="l">
              <a:spcBef>
                <a:spcPts val="0"/>
              </a:spcBef>
              <a:spcAft>
                <a:spcPts val="0"/>
              </a:spcAft>
              <a:buNone/>
            </a:pPr>
            <a:r>
              <a:t>The50µK residual is a demanding target, not demonstrated water performance;10mK is a stress scenario, not statistical interpretation of YSI accuracy. CommonOUdrift tau60s.1mK≈.916mg/kg apparent NaCl change using Kim thermo-optic anchor https://opg.optica.org/abstract.cfm?uri=sensors-2012-STu1F.3 . Higher-power coherent sweep1nW–70µW in Figure10. Stop or redesign if a cheaper/lower-energy conventional alternative achieves the operational goal. Three KPIs: estimator RMSE/sl4,monitoring detection/sl4,energy accounting/sl5. Literature is conditionally consistent, not independently experimentally validated. Team7 has no confirmed partner, customer, price or installed device.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f4576e00e24d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b692f38e8947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96f5bbfe8245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73139663014e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9766f15fa24a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c116001ee44ef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f8db900af9f4de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d168104e7364ee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93f1eb3bd144e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2354b8762d34d4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e99aead1d7a4d58"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6E50144C-2A83-4535-A01A-05F07147073D}"/>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BFB69272-8B39-4042-AE86-8308E1EF95AB}"/>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5149264B-FBE7-486A-95D2-78A6984253DB}"/>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70F3457F-82CA-4A16-859E-4F171DA90274}"/>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6B8B8455-DC8F-44DC-B386-CDE98AECD4E6}"/>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208B927F-DE8E-4F02-B2E3-4A2D7334B58D}"/>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B61D19E2-5C9E-4A41-933C-F330E6E7F304}"/>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5DB6FAC6-F22B-44C3-AE3D-093C5487A9E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5335537C-5162-4EBB-B867-7C5AB8B78A09}"/>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3E931E07-97D7-437F-96CA-57E2EB640A2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F04A692A-C357-4645-936A-0D4BE203DFC8}"/>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66461381-825F-4829-B8D9-5EA9599BE927}"/>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76441B30-8416-4A12-B1C8-55973546C1D9}"/>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5E0BACC6-6BEE-4260-B9B1-E795B61DD73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49609A09-D4A0-47CE-A9EC-F419720C72B7}"/>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D2DF9CC2-B278-4E86-9900-72960F1FCA9F}"/>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EAE3A512-FE25-467C-AEED-5A959C3E058A}"/>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886D899C-6B34-4ADB-AB8B-52316677050A}"/>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A960A334-4748-4E94-988B-836C07D2AF8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10C69DBB-DDED-43B3-B6EA-651EC4240D0E}"/>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B3B5765A-A8B4-4089-9107-35A6B120A488}"/>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35CE098B-9D60-44EF-937D-7F6C6AD49E91}"/>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7ECD187A-7357-4C6F-885A-0EC57F00DD5A}"/>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9BEA57FD-549A-4DDA-926C-32AC79EEEBAA}"/>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0B4D1857-3E78-4D29-A9DA-437595F9160F}"/>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67F58D2C-4FE4-4644-B575-31A7EA54496A}"/>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D2CAB76B-D916-4636-8D3B-8EDC33CB545A}"/>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CA7C401D-C30F-4D55-93B9-C42B43FC865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E749956F-8C3A-413A-BEF0-F5A1BECFAB9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72237FE0-0C65-4DC6-959C-D8EBC067E286}"/>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105914AE-672C-4888-BFC6-D69301F262E8}"/>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6F73C547-28A6-4D77-9D27-38712F4380C7}"/>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7ACFFAC9-D416-462A-81DB-4E9CFBFE514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730C53A5-3CC3-4914-B808-F8E029409D7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A28680BC-BD3C-4800-BF7E-E99A52992E1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59FB6254-574C-4AFF-BDD5-3FAE0524B46E}"/>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88674CF7-3E5E-4309-B44A-1ED140FCA617}"/>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0702E17C-441B-425C-B44F-30806FFD5837}"/>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7E4CDDE0-EA85-4057-9B21-48FB4599935D}"/>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1A28C319-4AAE-4DEC-B8B2-AF2CAFABEEB6}"/>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08BB3472-BCC8-4418-AB44-D86B44A7F5F4}"/>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AF378E96-A3A4-4D57-B1C1-0C1F38D598C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81BB67DE-396C-4B99-BD51-3A13B4728F2E}"/>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9076AF02-A024-4419-A119-AB484B963E1E}"/>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1C458137-BDC2-4AF0-817C-E5020F702AB2}"/>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3D2B623A-9870-4E98-A029-E72112805694}"/>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C7B12EA0-E30D-4C39-862F-CEEF6EDB352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EDFCA04A-8E96-4E27-9B7A-062D681CCDCF}"/>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0FBFDA4E-7C97-4B03-A9AC-9E813FD1DE76}"/>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DE929AA3-24C6-4695-B86E-15D24D2A021A}"/>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6E54DAB8-A5F3-432F-B61B-D1E0DDB72EC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0275E429-5B6A-4F70-A8CC-180743D6745B}"/>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9D20D711-4745-4949-B10C-53E02551EEFC}"/>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5AA22D60-B86D-47A4-B3C2-F7657922967B}"/>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F185B381-999A-4FF8-93D4-F259E7149442}"/>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FFA4E4FC-AFD3-407B-A0FD-032909E4DF3B}"/>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488226D4-A65F-4EF6-9CDA-9777B4F34DA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6E78F8CE-1E3D-40BF-8D5D-681C467B774D}"/>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023cca218ed4094" /><Relationship Type="http://schemas.openxmlformats.org/officeDocument/2006/relationships/theme" Target="/ppt/slideMasters/theme/theme2.xml" Id="Rffde202f2d8b40b0" /><Relationship Type="http://schemas.openxmlformats.org/officeDocument/2006/relationships/slideLayout" Target="/ppt/slideLayouts/slideLayout1.xml" Id="Ra25477126d214989" /><Relationship Type="http://schemas.openxmlformats.org/officeDocument/2006/relationships/slideLayout" Target="/ppt/slideLayouts/slideLayout2.xml" Id="R0fa3b4472740417a" /><Relationship Type="http://schemas.openxmlformats.org/officeDocument/2006/relationships/slideLayout" Target="/ppt/slideLayouts/slideLayout3.xml" Id="Re5680a2144814cf2" /><Relationship Type="http://schemas.openxmlformats.org/officeDocument/2006/relationships/slideLayout" Target="/ppt/slideLayouts/slideLayout4.xml" Id="R66ed327c1bb94931" /><Relationship Type="http://schemas.openxmlformats.org/officeDocument/2006/relationships/slideLayout" Target="/ppt/slideLayouts/slideLayout5.xml" Id="Rcf41b9c93bae468b" /><Relationship Type="http://schemas.openxmlformats.org/officeDocument/2006/relationships/slideLayout" Target="/ppt/slideLayouts/slideLayout6.xml" Id="R2e30451f0a3c48ed" /><Relationship Type="http://schemas.openxmlformats.org/officeDocument/2006/relationships/slideLayout" Target="/ppt/slideLayouts/slideLayout7.xml" Id="Rdb59c5f4d5384e2a" /><Relationship Type="http://schemas.openxmlformats.org/officeDocument/2006/relationships/slideLayout" Target="/ppt/slideLayouts/slideLayout8.xml" Id="R4010a8bc285d4f43" /><Relationship Type="http://schemas.openxmlformats.org/officeDocument/2006/relationships/slideLayout" Target="/ppt/slideLayouts/slideLayout9.xml" Id="R3cc544b4c14946d2" /><Relationship Type="http://schemas.openxmlformats.org/officeDocument/2006/relationships/slideLayout" Target="/ppt/slideLayouts/slideLayout10.xml" Id="R23001b6597dc4a9e" /><Relationship Type="http://schemas.openxmlformats.org/officeDocument/2006/relationships/slideLayout" Target="/ppt/slideLayouts/slideLayout11.xml" Id="R32030ee71399450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E639A66E-0E06-4724-98DC-6A9EBEE2AFDF}"/>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C5A572E2-36EE-4A9F-8DCF-05588257596C}"/>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6A4E507-BDA5-4630-A403-F9AE1EAE41CE}"/>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F7407452-53F3-473F-9A17-7FF4BA7BD2DB}"/>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F9E0E3CA-77F2-4273-A788-8913F8FFB0A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3ACE85D5-E821-4E52-B104-65706EEADB6E}"/>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e023cca218ed4094">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25477126d214989"/>
    <p:sldLayoutId xmlns:r="http://schemas.openxmlformats.org/officeDocument/2006/relationships" id="2147483650" r:id="R0fa3b4472740417a"/>
    <p:sldLayoutId xmlns:r="http://schemas.openxmlformats.org/officeDocument/2006/relationships" id="2147483651" r:id="Re5680a2144814cf2"/>
    <p:sldLayoutId xmlns:r="http://schemas.openxmlformats.org/officeDocument/2006/relationships" id="2147483652" r:id="R66ed327c1bb94931"/>
    <p:sldLayoutId xmlns:r="http://schemas.openxmlformats.org/officeDocument/2006/relationships" id="2147483653" r:id="Rcf41b9c93bae468b"/>
    <p:sldLayoutId xmlns:r="http://schemas.openxmlformats.org/officeDocument/2006/relationships" id="2147483654" r:id="R2e30451f0a3c48ed"/>
    <p:sldLayoutId xmlns:r="http://schemas.openxmlformats.org/officeDocument/2006/relationships" id="2147483655" r:id="Rdb59c5f4d5384e2a"/>
    <p:sldLayoutId xmlns:r="http://schemas.openxmlformats.org/officeDocument/2006/relationships" id="2147483656" r:id="R4010a8bc285d4f43"/>
    <p:sldLayoutId xmlns:r="http://schemas.openxmlformats.org/officeDocument/2006/relationships" id="2147483657" r:id="R3cc544b4c14946d2"/>
    <p:sldLayoutId xmlns:r="http://schemas.openxmlformats.org/officeDocument/2006/relationships" id="2147483658" r:id="R23001b6597dc4a9e"/>
    <p:sldLayoutId xmlns:r="http://schemas.openxmlformats.org/officeDocument/2006/relationships" id="2147483659" r:id="R32030ee71399450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d9118aa70e417b" /><Relationship Type="http://schemas.openxmlformats.org/officeDocument/2006/relationships/image" Target="/ppt/media/image.jpeg" Id="R70818de5a9234f13" /><Relationship Type="http://schemas.openxmlformats.org/officeDocument/2006/relationships/image" Target="/ppt/media/image2.jpeg" Id="R0b830c5faf78440e" /><Relationship Type="http://schemas.openxmlformats.org/officeDocument/2006/relationships/notesSlide" Target="/ppt/notesSlides/notesSlide1.xml" Id="Rad9e2d14cf784e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da384a386c430f" /><Relationship Type="http://schemas.openxmlformats.org/officeDocument/2006/relationships/chart" Target="/ppt/slides/charts/chart1.xml" Id="R8b01adcddc324b1a" /><Relationship Type="http://schemas.openxmlformats.org/officeDocument/2006/relationships/notesSlide" Target="/ppt/notesSlides/notesSlide2.xml" Id="R03388639fa9a47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b27a0385234c8e" /><Relationship Type="http://schemas.openxmlformats.org/officeDocument/2006/relationships/notesSlide" Target="/ppt/notesSlides/notesSlide3.xml" Id="Readb2a69040347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18b4579704444d" /><Relationship Type="http://schemas.openxmlformats.org/officeDocument/2006/relationships/chart" Target="/ppt/slides/charts/chart2.xml" Id="R000a28a32f9a48e5" /><Relationship Type="http://schemas.openxmlformats.org/officeDocument/2006/relationships/chart" Target="/ppt/slides/charts/chart3.xml" Id="R93779911ad0d43c9" /><Relationship Type="http://schemas.openxmlformats.org/officeDocument/2006/relationships/notesSlide" Target="/ppt/notesSlides/notesSlide4.xml" Id="R0f3589b6a7764d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32910be850405c" /><Relationship Type="http://schemas.openxmlformats.org/officeDocument/2006/relationships/chart" Target="/ppt/slides/charts/chart4.xml" Id="R0a4595036ff64b32" /><Relationship Type="http://schemas.openxmlformats.org/officeDocument/2006/relationships/notesSlide" Target="/ppt/notesSlides/notesSlide5.xml" Id="R519a55e539ad4f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Water mean</c:v>
          </c:tx>
          <c:spPr>
            <a:solidFill xmlns:a="http://schemas.openxmlformats.org/drawingml/2006/main">
              <a:srgbClr val="222222"/>
            </a:solidFill>
            <a:ln xmlns:a="http://schemas.openxmlformats.org/drawingml/2006/main" w="22860">
              <a:solidFill>
                <a:srgbClr val="222222"/>
              </a:solidFill>
            </a:ln>
          </c:spPr>
          <c:marker>
            <c:symbol val="none"/>
          </c:marker>
          <c:xVal>
            <c:numRef>
              <c:f>'Chart Data'!$A$2:$A$361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Data'!$B$2:$B$361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0.0008577310185</c:v>
                </c:pt>
                <c:pt idx="92">
                  <c:v>0.001681829923</c:v>
                </c:pt>
                <c:pt idx="93">
                  <c:v>0.002473615447</c:v>
                </c:pt>
                <c:pt idx="94">
                  <c:v>0.004272524576</c:v>
                </c:pt>
                <c:pt idx="95">
                  <c:v>0.00600089747</c:v>
                </c:pt>
                <c:pt idx="96">
                  <c:v>0.007661499892</c:v>
                </c:pt>
                <c:pt idx="97">
                  <c:v>0.01030970333</c:v>
                </c:pt>
                <c:pt idx="98">
                  <c:v>0.01285406923</c:v>
                </c:pt>
                <c:pt idx="99">
                  <c:v>0.01529866912</c:v>
                </c:pt>
                <c:pt idx="100">
                  <c:v>0.01853540664</c:v>
                </c:pt>
                <c:pt idx="101">
                  <c:v>0.02164522987</c:v>
                </c:pt>
                <c:pt idx="102">
                  <c:v>0.02463311519</c:v>
                </c:pt>
                <c:pt idx="103">
                  <c:v>0.02819929162</c:v>
                </c:pt>
                <c:pt idx="104">
                  <c:v>0.03162563627</c:v>
                </c:pt>
                <c:pt idx="105">
                  <c:v>0.03491763203</c:v>
                </c:pt>
                <c:pt idx="106">
                  <c:v>0.03873265304</c:v>
                </c:pt>
                <c:pt idx="107">
                  <c:v>0.04239808493</c:v>
                </c:pt>
                <c:pt idx="108">
                  <c:v>0.04591979318</c:v>
                </c:pt>
                <c:pt idx="109">
                  <c:v>0.05010122845</c:v>
                </c:pt>
                <c:pt idx="110">
                  <c:v>0.05411870731</c:v>
                </c:pt>
                <c:pt idx="111">
                  <c:v>0.05797865857</c:v>
                </c:pt>
                <c:pt idx="112">
                  <c:v>0.06268586943</c:v>
                </c:pt>
                <c:pt idx="113">
                  <c:v>0.06720850792</c:v>
                </c:pt>
                <c:pt idx="114">
                  <c:v>0.07155381122</c:v>
                </c:pt>
                <c:pt idx="115">
                  <c:v>0.07679861457</c:v>
                </c:pt>
                <c:pt idx="116">
                  <c:v>0.08183776624</c:v>
                </c:pt>
                <c:pt idx="117">
                  <c:v>0.08667932995</c:v>
                </c:pt>
                <c:pt idx="118">
                  <c:v>0.09227715595</c:v>
                </c:pt>
                <c:pt idx="119">
                  <c:v>0.09765548805</c:v>
                </c:pt>
                <c:pt idx="120">
                  <c:v>0.1028229327</c:v>
                </c:pt>
                <c:pt idx="121">
                  <c:v>0.1085288341</c:v>
                </c:pt>
                <c:pt idx="122">
                  <c:v>0.1140110039</c:v>
                </c:pt>
                <c:pt idx="123">
                  <c:v>0.1192782147</c:v>
                </c:pt>
                <c:pt idx="124">
                  <c:v>0.1249821955</c:v>
                </c:pt>
                <c:pt idx="125">
                  <c:v>0.1304625201</c:v>
                </c:pt>
                <c:pt idx="126">
                  <c:v>0.1357279581</c:v>
                </c:pt>
                <c:pt idx="127">
                  <c:v>0.1415296076</c:v>
                </c:pt>
                <c:pt idx="128">
                  <c:v>0.1471037711</c:v>
                </c:pt>
                <c:pt idx="129">
                  <c:v>0.1524593685</c:v>
                </c:pt>
                <c:pt idx="130">
                  <c:v>0.1585527985</c:v>
                </c:pt>
                <c:pt idx="131">
                  <c:v>0.1644073017</c:v>
                </c:pt>
                <c:pt idx="132">
                  <c:v>0.1700322466</c:v>
                </c:pt>
                <c:pt idx="133">
                  <c:v>0.1765067839</c:v>
                </c:pt>
                <c:pt idx="134">
                  <c:v>0.182727451</c:v>
                </c:pt>
                <c:pt idx="135">
                  <c:v>0.1887042022</c:v>
                </c:pt>
                <c:pt idx="136">
                  <c:v>0.1954437757</c:v>
                </c:pt>
                <c:pt idx="137">
                  <c:v>0.2019190868</c:v>
                </c:pt>
                <c:pt idx="138">
                  <c:v>0.2081404972</c:v>
                </c:pt>
                <c:pt idx="139">
                  <c:v>0.2141179627</c:v>
                </c:pt>
                <c:pt idx="140">
                  <c:v>0.2198610484</c:v>
                </c:pt>
                <c:pt idx="141">
                  <c:v>0.2253789444</c:v>
                </c:pt>
                <c:pt idx="142">
                  <c:v>0.2306804807</c:v>
                </c:pt>
                <c:pt idx="143">
                  <c:v>0.2357741408</c:v>
                </c:pt>
                <c:pt idx="144">
                  <c:v>0.2406680756</c:v>
                </c:pt>
                <c:pt idx="145">
                  <c:v>0.2453701165</c:v>
                </c:pt>
                <c:pt idx="146">
                  <c:v>0.2498877877</c:v>
                </c:pt>
                <c:pt idx="147">
                  <c:v>0.2542283185</c:v>
                </c:pt>
                <c:pt idx="148">
                  <c:v>0.2583986546</c:v>
                </c:pt>
                <c:pt idx="149">
                  <c:v>0.2624054695</c:v>
                </c:pt>
                <c:pt idx="150">
                  <c:v>0.266255175</c:v>
                </c:pt>
                <c:pt idx="151">
                  <c:v>0.2699539314</c:v>
                </c:pt>
                <c:pt idx="152">
                  <c:v>0.2735076574</c:v>
                </c:pt>
                <c:pt idx="153">
                  <c:v>0.2769220399</c:v>
                </c:pt>
                <c:pt idx="154">
                  <c:v>0.2802025425</c:v>
                </c:pt>
                <c:pt idx="155">
                  <c:v>0.2833544147</c:v>
                </c:pt>
                <c:pt idx="156">
                  <c:v>0.2863827003</c:v>
                </c:pt>
                <c:pt idx="157">
                  <c:v>0.2892922451</c:v>
                </c:pt>
                <c:pt idx="158">
                  <c:v>0.292087705</c:v>
                </c:pt>
                <c:pt idx="159">
                  <c:v>0.2947735534</c:v>
                </c:pt>
                <c:pt idx="160">
                  <c:v>0.2973540881</c:v>
                </c:pt>
                <c:pt idx="161">
                  <c:v>0.2998334386</c:v>
                </c:pt>
                <c:pt idx="162">
                  <c:v>0.3022155724</c:v>
                </c:pt>
                <c:pt idx="163">
                  <c:v>0.3045043014</c:v>
                </c:pt>
                <c:pt idx="164">
                  <c:v>0.3067032881</c:v>
                </c:pt>
                <c:pt idx="165">
                  <c:v>0.3088160513</c:v>
                </c:pt>
                <c:pt idx="166">
                  <c:v>0.3108459718</c:v>
                </c:pt>
                <c:pt idx="167">
                  <c:v>0.312796298</c:v>
                </c:pt>
                <c:pt idx="168">
                  <c:v>0.3146701508</c:v>
                </c:pt>
                <c:pt idx="169">
                  <c:v>0.3164705288</c:v>
                </c:pt>
                <c:pt idx="170">
                  <c:v>0.318200313</c:v>
                </c:pt>
                <c:pt idx="171">
                  <c:v>0.3198622713</c:v>
                </c:pt>
                <c:pt idx="172">
                  <c:v>0.3214590634</c:v>
                </c:pt>
                <c:pt idx="173">
                  <c:v>0.3229932443</c:v>
                </c:pt>
                <c:pt idx="174">
                  <c:v>0.3244672691</c:v>
                </c:pt>
                <c:pt idx="175">
                  <c:v>0.3258834966</c:v>
                </c:pt>
                <c:pt idx="176">
                  <c:v>0.3272441931</c:v>
                </c:pt>
                <c:pt idx="177">
                  <c:v>0.3285515358</c:v>
                </c:pt>
                <c:pt idx="178">
                  <c:v>0.3298076169</c:v>
                </c:pt>
                <c:pt idx="179">
                  <c:v>0.3310144464</c:v>
                </c:pt>
                <c:pt idx="180">
                  <c:v>0.3321739554</c:v>
                </c:pt>
                <c:pt idx="181">
                  <c:v>0.3332879994</c:v>
                </c:pt>
                <c:pt idx="182">
                  <c:v>0.3343583611</c:v>
                </c:pt>
                <c:pt idx="183">
                  <c:v>0.3353867533</c:v>
                </c:pt>
                <c:pt idx="184">
                  <c:v>0.3363748217</c:v>
                </c:pt>
                <c:pt idx="185">
                  <c:v>0.3373241474</c:v>
                </c:pt>
                <c:pt idx="186">
                  <c:v>0.3382362495</c:v>
                </c:pt>
                <c:pt idx="187">
                  <c:v>0.3391125876</c:v>
                </c:pt>
                <c:pt idx="188">
                  <c:v>0.3399545639</c:v>
                </c:pt>
                <c:pt idx="189">
                  <c:v>0.3407635259</c:v>
                </c:pt>
                <c:pt idx="190">
                  <c:v>0.341540768</c:v>
                </c:pt>
                <c:pt idx="191">
                  <c:v>0.342287534</c:v>
                </c:pt>
                <c:pt idx="192">
                  <c:v>0.343005019</c:v>
                </c:pt>
                <c:pt idx="193">
                  <c:v>0.3436943709</c:v>
                </c:pt>
                <c:pt idx="194">
                  <c:v>0.3443566929</c:v>
                </c:pt>
                <c:pt idx="195">
                  <c:v>0.344993045</c:v>
                </c:pt>
                <c:pt idx="196">
                  <c:v>0.3456044453</c:v>
                </c:pt>
                <c:pt idx="197">
                  <c:v>0.3461918722</c:v>
                </c:pt>
                <c:pt idx="198">
                  <c:v>0.3467562659</c:v>
                </c:pt>
                <c:pt idx="199">
                  <c:v>0.3472985293</c:v>
                </c:pt>
                <c:pt idx="200">
                  <c:v>0.3478195303</c:v>
                </c:pt>
                <c:pt idx="201">
                  <c:v>0.3483201025</c:v>
                </c:pt>
                <c:pt idx="202">
                  <c:v>0.348801047</c:v>
                </c:pt>
                <c:pt idx="203">
                  <c:v>0.3492631335</c:v>
                </c:pt>
                <c:pt idx="204">
                  <c:v>0.3497071012</c:v>
                </c:pt>
                <c:pt idx="205">
                  <c:v>0.3501336607</c:v>
                </c:pt>
                <c:pt idx="206">
                  <c:v>0.3505434946</c:v>
                </c:pt>
                <c:pt idx="207">
                  <c:v>0.3509372587</c:v>
                </c:pt>
                <c:pt idx="208">
                  <c:v>0.351315583</c:v>
                </c:pt>
                <c:pt idx="209">
                  <c:v>0.3516790731</c:v>
                </c:pt>
                <c:pt idx="210">
                  <c:v>0.3520283105</c:v>
                </c:pt>
                <c:pt idx="211">
                  <c:v>0.3523638541</c:v>
                </c:pt>
                <c:pt idx="212">
                  <c:v>0.3526862409</c:v>
                </c:pt>
                <c:pt idx="213">
                  <c:v>0.3529959866</c:v>
                </c:pt>
                <c:pt idx="214">
                  <c:v>0.3532935871</c:v>
                </c:pt>
                <c:pt idx="215">
                  <c:v>0.3535795185</c:v>
                </c:pt>
                <c:pt idx="216">
                  <c:v>0.3538542384</c:v>
                </c:pt>
                <c:pt idx="217">
                  <c:v>0.3541181863</c:v>
                </c:pt>
                <c:pt idx="218">
                  <c:v>0.3543717847</c:v>
                </c:pt>
                <c:pt idx="219">
                  <c:v>0.3546154394</c:v>
                </c:pt>
                <c:pt idx="220">
                  <c:v>0.3548495402</c:v>
                </c:pt>
                <c:pt idx="221">
                  <c:v>0.3550744618</c:v>
                </c:pt>
                <c:pt idx="222">
                  <c:v>0.3552905642</c:v>
                </c:pt>
                <c:pt idx="223">
                  <c:v>0.355498193</c:v>
                </c:pt>
                <c:pt idx="224">
                  <c:v>0.3556976805</c:v>
                </c:pt>
                <c:pt idx="225">
                  <c:v>0.3558893461</c:v>
                </c:pt>
                <c:pt idx="226">
                  <c:v>0.3560734963</c:v>
                </c:pt>
                <c:pt idx="227">
                  <c:v>0.3562504259</c:v>
                </c:pt>
                <c:pt idx="228">
                  <c:v>0.356420418</c:v>
                </c:pt>
                <c:pt idx="229">
                  <c:v>0.3565837446</c:v>
                </c:pt>
                <c:pt idx="230">
                  <c:v>0.3567406671</c:v>
                </c:pt>
                <c:pt idx="231">
                  <c:v>0.3568914366</c:v>
                </c:pt>
                <c:pt idx="232">
                  <c:v>0.3570362943</c:v>
                </c:pt>
                <c:pt idx="233">
                  <c:v>0.357175472</c:v>
                </c:pt>
                <c:pt idx="234">
                  <c:v>0.3573091925</c:v>
                </c:pt>
                <c:pt idx="235">
                  <c:v>0.3574376698</c:v>
                </c:pt>
                <c:pt idx="236">
                  <c:v>0.3575611094</c:v>
                </c:pt>
                <c:pt idx="237">
                  <c:v>0.3576797088</c:v>
                </c:pt>
                <c:pt idx="238">
                  <c:v>0.357793658</c:v>
                </c:pt>
                <c:pt idx="239">
                  <c:v>0.3579031391</c:v>
                </c:pt>
                <c:pt idx="240">
                  <c:v>0.3580083273</c:v>
                </c:pt>
                <c:pt idx="241">
                  <c:v>0.3581093911</c:v>
                </c:pt>
                <c:pt idx="242">
                  <c:v>0.3582064922</c:v>
                </c:pt>
                <c:pt idx="243">
                  <c:v>0.3582997858</c:v>
                </c:pt>
                <c:pt idx="244">
                  <c:v>0.3583894213</c:v>
                </c:pt>
                <c:pt idx="245">
                  <c:v>0.3584755422</c:v>
                </c:pt>
                <c:pt idx="246">
                  <c:v>0.3585582862</c:v>
                </c:pt>
                <c:pt idx="247">
                  <c:v>0.3586377858</c:v>
                </c:pt>
                <c:pt idx="248">
                  <c:v>0.3587141682</c:v>
                </c:pt>
                <c:pt idx="249">
                  <c:v>0.3587875556</c:v>
                </c:pt>
                <c:pt idx="250">
                  <c:v>0.3588580654</c:v>
                </c:pt>
                <c:pt idx="251">
                  <c:v>0.3589258105</c:v>
                </c:pt>
                <c:pt idx="252">
                  <c:v>0.3589908993</c:v>
                </c:pt>
                <c:pt idx="253">
                  <c:v>0.3590534359</c:v>
                </c:pt>
                <c:pt idx="254">
                  <c:v>0.3591135204</c:v>
                </c:pt>
                <c:pt idx="255">
                  <c:v>0.3591712489</c:v>
                </c:pt>
                <c:pt idx="256">
                  <c:v>0.3592267139</c:v>
                </c:pt>
                <c:pt idx="257">
                  <c:v>0.3592800041</c:v>
                </c:pt>
                <c:pt idx="258">
                  <c:v>0.3593312047</c:v>
                </c:pt>
                <c:pt idx="259">
                  <c:v>0.3593803977</c:v>
                </c:pt>
                <c:pt idx="260">
                  <c:v>0.3594276619</c:v>
                </c:pt>
                <c:pt idx="261">
                  <c:v>0.3594730728</c:v>
                </c:pt>
                <c:pt idx="262">
                  <c:v>0.3595167031</c:v>
                </c:pt>
                <c:pt idx="263">
                  <c:v>0.3595586226</c:v>
                </c:pt>
                <c:pt idx="264">
                  <c:v>0.3595988984</c:v>
                </c:pt>
                <c:pt idx="265">
                  <c:v>0.359637595</c:v>
                </c:pt>
                <c:pt idx="266">
                  <c:v>0.3596747743</c:v>
                </c:pt>
                <c:pt idx="267">
                  <c:v>0.3597104958</c:v>
                </c:pt>
                <c:pt idx="268">
                  <c:v>0.3597448166</c:v>
                </c:pt>
                <c:pt idx="269">
                  <c:v>0.3597777917</c:v>
                </c:pt>
                <c:pt idx="270">
                  <c:v>0.3598094738</c:v>
                </c:pt>
                <c:pt idx="271">
                  <c:v>0.3598399136</c:v>
                </c:pt>
                <c:pt idx="272">
                  <c:v>0.3598691599</c:v>
                </c:pt>
                <c:pt idx="273">
                  <c:v>0.3598972594</c:v>
                </c:pt>
                <c:pt idx="274">
                  <c:v>0.3599242571</c:v>
                </c:pt>
                <c:pt idx="275">
                  <c:v>0.3599501962</c:v>
                </c:pt>
                <c:pt idx="276">
                  <c:v>0.3599751182</c:v>
                </c:pt>
                <c:pt idx="277">
                  <c:v>0.3599990631</c:v>
                </c:pt>
                <c:pt idx="278">
                  <c:v>0.360022069</c:v>
                </c:pt>
                <c:pt idx="279">
                  <c:v>0.3600441728</c:v>
                </c:pt>
                <c:pt idx="280">
                  <c:v>0.36006541</c:v>
                </c:pt>
                <c:pt idx="281">
                  <c:v>0.3600858144</c:v>
                </c:pt>
                <c:pt idx="282">
                  <c:v>0.3601054188</c:v>
                </c:pt>
                <c:pt idx="283">
                  <c:v>0.3601242544</c:v>
                </c:pt>
                <c:pt idx="284">
                  <c:v>0.3601423515</c:v>
                </c:pt>
                <c:pt idx="285">
                  <c:v>0.360159739</c:v>
                </c:pt>
                <c:pt idx="286">
                  <c:v>0.3601764448</c:v>
                </c:pt>
                <c:pt idx="287">
                  <c:v>0.3601924955</c:v>
                </c:pt>
                <c:pt idx="288">
                  <c:v>0.3602079168</c:v>
                </c:pt>
                <c:pt idx="289">
                  <c:v>0.3602227335</c:v>
                </c:pt>
                <c:pt idx="290">
                  <c:v>0.3602369691</c:v>
                </c:pt>
                <c:pt idx="291">
                  <c:v>0.3602506466</c:v>
                </c:pt>
                <c:pt idx="292">
                  <c:v>0.3602637878</c:v>
                </c:pt>
                <c:pt idx="293">
                  <c:v>0.3602764138</c:v>
                </c:pt>
                <c:pt idx="294">
                  <c:v>0.3602885446</c:v>
                </c:pt>
                <c:pt idx="295">
                  <c:v>0.3603001998</c:v>
                </c:pt>
                <c:pt idx="296">
                  <c:v>0.360311398</c:v>
                </c:pt>
                <c:pt idx="297">
                  <c:v>0.3603221571</c:v>
                </c:pt>
                <c:pt idx="298">
                  <c:v>0.3603324943</c:v>
                </c:pt>
                <c:pt idx="299">
                  <c:v>0.3603424262</c:v>
                </c:pt>
                <c:pt idx="300">
                  <c:v>0.3603519687</c:v>
                </c:pt>
                <c:pt idx="301">
                  <c:v>0.360361137</c:v>
                </c:pt>
                <c:pt idx="302">
                  <c:v>0.3603699458</c:v>
                </c:pt>
                <c:pt idx="303">
                  <c:v>0.3603784092</c:v>
                </c:pt>
                <c:pt idx="304">
                  <c:v>0.3603865408</c:v>
                </c:pt>
                <c:pt idx="305">
                  <c:v>0.3603943535</c:v>
                </c:pt>
                <c:pt idx="306">
                  <c:v>0.3604018598</c:v>
                </c:pt>
                <c:pt idx="307">
                  <c:v>0.3604090719</c:v>
                </c:pt>
                <c:pt idx="308">
                  <c:v>0.3604160011</c:v>
                </c:pt>
                <c:pt idx="309">
                  <c:v>0.3604226587</c:v>
                </c:pt>
                <c:pt idx="310">
                  <c:v>0.3604290552</c:v>
                </c:pt>
                <c:pt idx="311">
                  <c:v>0.3604352009</c:v>
                </c:pt>
                <c:pt idx="312">
                  <c:v>0.3604411056</c:v>
                </c:pt>
                <c:pt idx="313">
                  <c:v>0.3604467788</c:v>
                </c:pt>
                <c:pt idx="314">
                  <c:v>0.3604522295</c:v>
                </c:pt>
                <c:pt idx="315">
                  <c:v>0.3604574665</c:v>
                </c:pt>
                <c:pt idx="316">
                  <c:v>0.3604624982</c:v>
                </c:pt>
                <c:pt idx="317">
                  <c:v>0.3604673326</c:v>
                </c:pt>
                <c:pt idx="318">
                  <c:v>0.3604719774</c:v>
                </c:pt>
                <c:pt idx="319">
                  <c:v>0.3604764401</c:v>
                </c:pt>
                <c:pt idx="320">
                  <c:v>0.3604807278</c:v>
                </c:pt>
                <c:pt idx="321">
                  <c:v>0.3604848474</c:v>
                </c:pt>
                <c:pt idx="322">
                  <c:v>0.3604888054</c:v>
                </c:pt>
                <c:pt idx="323">
                  <c:v>0.3604926083</c:v>
                </c:pt>
                <c:pt idx="324">
                  <c:v>0.360496262</c:v>
                </c:pt>
                <c:pt idx="325">
                  <c:v>0.3604997725</c:v>
                </c:pt>
                <c:pt idx="326">
                  <c:v>0.3605031453</c:v>
                </c:pt>
                <c:pt idx="327">
                  <c:v>0.3605063859</c:v>
                </c:pt>
                <c:pt idx="328">
                  <c:v>0.3605094994</c:v>
                </c:pt>
                <c:pt idx="329">
                  <c:v>0.3605124909</c:v>
                </c:pt>
                <c:pt idx="330">
                  <c:v>0.360515365</c:v>
                </c:pt>
                <c:pt idx="331">
                  <c:v>0.3605181264</c:v>
                </c:pt>
                <c:pt idx="332">
                  <c:v>0.3605207796</c:v>
                </c:pt>
                <c:pt idx="333">
                  <c:v>0.3605233287</c:v>
                </c:pt>
                <c:pt idx="334">
                  <c:v>0.3605257779</c:v>
                </c:pt>
                <c:pt idx="335">
                  <c:v>0.3605281311</c:v>
                </c:pt>
                <c:pt idx="336">
                  <c:v>0.3605303919</c:v>
                </c:pt>
                <c:pt idx="337">
                  <c:v>0.3605325642</c:v>
                </c:pt>
                <c:pt idx="338">
                  <c:v>0.3605346512</c:v>
                </c:pt>
                <c:pt idx="339">
                  <c:v>0.3605366564</c:v>
                </c:pt>
                <c:pt idx="340">
                  <c:v>0.360538583</c:v>
                </c:pt>
                <c:pt idx="341">
                  <c:v>0.3605404341</c:v>
                </c:pt>
                <c:pt idx="342">
                  <c:v>0.3605422125</c:v>
                </c:pt>
                <c:pt idx="343">
                  <c:v>0.3605439213</c:v>
                </c:pt>
                <c:pt idx="344">
                  <c:v>0.360545563</c:v>
                </c:pt>
                <c:pt idx="345">
                  <c:v>0.3605471403</c:v>
                </c:pt>
                <c:pt idx="346">
                  <c:v>0.3605486559</c:v>
                </c:pt>
                <c:pt idx="347">
                  <c:v>0.3605501119</c:v>
                </c:pt>
                <c:pt idx="348">
                  <c:v>0.3605515109</c:v>
                </c:pt>
                <c:pt idx="349">
                  <c:v>0.3605528551</c:v>
                </c:pt>
                <c:pt idx="350">
                  <c:v>0.3605541465</c:v>
                </c:pt>
                <c:pt idx="351">
                  <c:v>0.3605553873</c:v>
                </c:pt>
                <c:pt idx="352">
                  <c:v>0.3605565794</c:v>
                </c:pt>
                <c:pt idx="353">
                  <c:v>0.3605577248</c:v>
                </c:pt>
                <c:pt idx="354">
                  <c:v>0.3605588253</c:v>
                </c:pt>
                <c:pt idx="355">
                  <c:v>0.3605598827</c:v>
                </c:pt>
                <c:pt idx="356">
                  <c:v>0.3605608985</c:v>
                </c:pt>
                <c:pt idx="357">
                  <c:v>0.3605618746</c:v>
                </c:pt>
                <c:pt idx="358">
                  <c:v>0.3605628124</c:v>
                </c:pt>
                <c:pt idx="359">
                  <c:v>0.3605637134</c:v>
                </c:pt>
              </c:numCache>
            </c:numRef>
          </c:yVal>
        </c:ser>
        <c:ser>
          <c:idx val="1"/>
          <c:order val="1"/>
          <c:tx>
            <c:v>Sensor response</c:v>
          </c:tx>
          <c:spPr>
            <a:solidFill xmlns:a="http://schemas.openxmlformats.org/drawingml/2006/main">
              <a:srgbClr val="16877B"/>
            </a:solidFill>
            <a:ln xmlns:a="http://schemas.openxmlformats.org/drawingml/2006/main" w="22860">
              <a:solidFill>
                <a:srgbClr val="16877B"/>
              </a:solidFill>
            </a:ln>
          </c:spPr>
          <c:marker>
            <c:symbol val="none"/>
          </c:marker>
          <c:xVal>
            <c:numRef>
              <c:f>'Chart Data'!$C$2:$C$361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Data'!$D$2:$D$361</c:f>
              <c:numCache>
                <c:formatCode>0.##</c:formatCode>
                <c:ptCount val="3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8.162389836E-05</c:v>
                </c:pt>
                <c:pt idx="92">
                  <c:v>0.0002339036353</c:v>
                </c:pt>
                <c:pt idx="93">
                  <c:v>0.0004470403942</c:v>
                </c:pt>
                <c:pt idx="94">
                  <c:v>0.0008110833462</c:v>
                </c:pt>
                <c:pt idx="95">
                  <c:v>0.001304959458</c:v>
                </c:pt>
                <c:pt idx="96">
                  <c:v>0.001909864258</c:v>
                </c:pt>
                <c:pt idx="97">
                  <c:v>0.002709214633</c:v>
                </c:pt>
                <c:pt idx="98">
                  <c:v>0.00367462519</c:v>
                </c:pt>
                <c:pt idx="99">
                  <c:v>0.004780799223</c:v>
                </c:pt>
                <c:pt idx="100">
                  <c:v>0.006089723179</c:v>
                </c:pt>
                <c:pt idx="101">
                  <c:v>0.007570025359</c:v>
                </c:pt>
                <c:pt idx="102">
                  <c:v>0.009193793044</c:v>
                </c:pt>
                <c:pt idx="103">
                  <c:v>0.01100240536</c:v>
                </c:pt>
                <c:pt idx="104">
                  <c:v>0.01296496526</c:v>
                </c:pt>
                <c:pt idx="105">
                  <c:v>0.01505403771</c:v>
                </c:pt>
                <c:pt idx="106">
                  <c:v>0.01730735588</c:v>
                </c:pt>
                <c:pt idx="107">
                  <c:v>0.01969505444</c:v>
                </c:pt>
                <c:pt idx="108">
                  <c:v>0.02219066829</c:v>
                </c:pt>
                <c:pt idx="109">
                  <c:v>0.02484670926</c:v>
                </c:pt>
                <c:pt idx="110">
                  <c:v>0.02763230818</c:v>
                </c:pt>
                <c:pt idx="111">
                  <c:v>0.03052014523</c:v>
                </c:pt>
                <c:pt idx="112">
                  <c:v>0.0335811186</c:v>
                </c:pt>
                <c:pt idx="113">
                  <c:v>0.03678118779</c:v>
                </c:pt>
                <c:pt idx="114">
                  <c:v>0.04009024042</c:v>
                </c:pt>
                <c:pt idx="115">
                  <c:v>0.04358350408</c:v>
                </c:pt>
                <c:pt idx="116">
                  <c:v>0.04722387844</c:v>
                </c:pt>
                <c:pt idx="117">
                  <c:v>0.05097856108</c:v>
                </c:pt>
                <c:pt idx="118">
                  <c:v>0.054908642</c:v>
                </c:pt>
                <c:pt idx="119">
                  <c:v>0.05897654224</c:v>
                </c:pt>
                <c:pt idx="120">
                  <c:v>0.06314907797</c:v>
                </c:pt>
                <c:pt idx="121">
                  <c:v>0.06746753273</c:v>
                </c:pt>
                <c:pt idx="122">
                  <c:v>0.07189672962</c:v>
                </c:pt>
                <c:pt idx="123">
                  <c:v>0.07640567407</c:v>
                </c:pt>
                <c:pt idx="124">
                  <c:v>0.08102834128</c:v>
                </c:pt>
                <c:pt idx="125">
                  <c:v>0.08573262537</c:v>
                </c:pt>
                <c:pt idx="126">
                  <c:v>0.09049031033</c:v>
                </c:pt>
                <c:pt idx="127">
                  <c:v>0.09534734163</c:v>
                </c:pt>
                <c:pt idx="128">
                  <c:v>0.1002726171</c:v>
                </c:pt>
                <c:pt idx="129">
                  <c:v>0.1052388431</c:v>
                </c:pt>
                <c:pt idx="130">
                  <c:v>0.1103123367</c:v>
                </c:pt>
                <c:pt idx="131">
                  <c:v>0.1154601533</c:v>
                </c:pt>
                <c:pt idx="132">
                  <c:v>0.1206533746</c:v>
                </c:pt>
                <c:pt idx="133">
                  <c:v>0.1259685292</c:v>
                </c:pt>
                <c:pt idx="134">
                  <c:v>0.1313698548</c:v>
                </c:pt>
                <c:pt idx="135">
                  <c:v>0.1368259393</c:v>
                </c:pt>
                <c:pt idx="136">
                  <c:v>0.142404164</c:v>
                </c:pt>
                <c:pt idx="137">
                  <c:v>0.1480677577</c:v>
                </c:pt>
                <c:pt idx="138">
                  <c:v>0.1537844347</c:v>
                </c:pt>
                <c:pt idx="139">
                  <c:v>0.159525929</c:v>
                </c:pt>
                <c:pt idx="140">
                  <c:v>0.1652675747</c:v>
                </c:pt>
                <c:pt idx="141">
                  <c:v>0.1709879279</c:v>
                </c:pt>
                <c:pt idx="142">
                  <c:v>0.1766684253</c:v>
                </c:pt>
                <c:pt idx="143">
                  <c:v>0.1822930778</c:v>
                </c:pt>
                <c:pt idx="144">
                  <c:v>0.1878481933</c:v>
                </c:pt>
                <c:pt idx="145">
                  <c:v>0.1933221281</c:v>
                </c:pt>
                <c:pt idx="146">
                  <c:v>0.1987050623</c:v>
                </c:pt>
                <c:pt idx="147">
                  <c:v>0.2039887987</c:v>
                </c:pt>
                <c:pt idx="148">
                  <c:v>0.2091665811</c:v>
                </c:pt>
                <c:pt idx="149">
                  <c:v>0.2142329312</c:v>
                </c:pt>
                <c:pt idx="150">
                  <c:v>0.2191835022</c:v>
                </c:pt>
                <c:pt idx="151">
                  <c:v>0.2240149473</c:v>
                </c:pt>
                <c:pt idx="152">
                  <c:v>0.2287248014</c:v>
                </c:pt>
                <c:pt idx="153">
                  <c:v>0.2333113751</c:v>
                </c:pt>
                <c:pt idx="154">
                  <c:v>0.2377736596</c:v>
                </c:pt>
                <c:pt idx="155">
                  <c:v>0.242111242</c:v>
                </c:pt>
                <c:pt idx="156">
                  <c:v>0.2463242282</c:v>
                </c:pt>
                <c:pt idx="157">
                  <c:v>0.2504131757</c:v>
                </c:pt>
                <c:pt idx="158">
                  <c:v>0.2543790315</c:v>
                </c:pt>
                <c:pt idx="159">
                  <c:v>0.2582230785</c:v>
                </c:pt>
                <c:pt idx="160">
                  <c:v>0.2619468864</c:v>
                </c:pt>
                <c:pt idx="161">
                  <c:v>0.2655522685</c:v>
                </c:pt>
                <c:pt idx="162">
                  <c:v>0.2690412432</c:v>
                </c:pt>
                <c:pt idx="163">
                  <c:v>0.2724159994</c:v>
                </c:pt>
                <c:pt idx="164">
                  <c:v>0.2756788663</c:v>
                </c:pt>
                <c:pt idx="165">
                  <c:v>0.2788322864</c:v>
                </c:pt>
                <c:pt idx="166">
                  <c:v>0.2818787913</c:v>
                </c:pt>
                <c:pt idx="167">
                  <c:v>0.2848209811</c:v>
                </c:pt>
                <c:pt idx="168">
                  <c:v>0.2876615052</c:v>
                </c:pt>
                <c:pt idx="169">
                  <c:v>0.2904030462</c:v>
                </c:pt>
                <c:pt idx="170">
                  <c:v>0.2930483059</c:v>
                </c:pt>
                <c:pt idx="171">
                  <c:v>0.2955999921</c:v>
                </c:pt>
                <c:pt idx="172">
                  <c:v>0.2980608081</c:v>
                </c:pt>
                <c:pt idx="173">
                  <c:v>0.3004334431</c:v>
                </c:pt>
                <c:pt idx="174">
                  <c:v>0.302720564</c:v>
                </c:pt>
                <c:pt idx="175">
                  <c:v>0.3049248085</c:v>
                </c:pt>
                <c:pt idx="176">
                  <c:v>0.3070487788</c:v>
                </c:pt>
                <c:pt idx="177">
                  <c:v>0.3090950366</c:v>
                </c:pt>
                <c:pt idx="178">
                  <c:v>0.3110660993</c:v>
                </c:pt>
                <c:pt idx="179">
                  <c:v>0.3129644355</c:v>
                </c:pt>
                <c:pt idx="180">
                  <c:v>0.314792463</c:v>
                </c:pt>
                <c:pt idx="181">
                  <c:v>0.316552546</c:v>
                </c:pt>
                <c:pt idx="182">
                  <c:v>0.3182469933</c:v>
                </c:pt>
                <c:pt idx="183">
                  <c:v>0.3198780572</c:v>
                </c:pt>
                <c:pt idx="184">
                  <c:v>0.3214479319</c:v>
                </c:pt>
                <c:pt idx="185">
                  <c:v>0.3229587535</c:v>
                </c:pt>
                <c:pt idx="186">
                  <c:v>0.3244125995</c:v>
                </c:pt>
                <c:pt idx="187">
                  <c:v>0.3258114883</c:v>
                </c:pt>
                <c:pt idx="188">
                  <c:v>0.3271573799</c:v>
                </c:pt>
                <c:pt idx="189">
                  <c:v>0.3284521759</c:v>
                </c:pt>
                <c:pt idx="190">
                  <c:v>0.3296977201</c:v>
                </c:pt>
                <c:pt idx="191">
                  <c:v>0.3308957993</c:v>
                </c:pt>
                <c:pt idx="192">
                  <c:v>0.3320481439</c:v>
                </c:pt>
                <c:pt idx="193">
                  <c:v>0.3331564289</c:v>
                </c:pt>
                <c:pt idx="194">
                  <c:v>0.334222275</c:v>
                </c:pt>
                <c:pt idx="195">
                  <c:v>0.3352472493</c:v>
                </c:pt>
                <c:pt idx="196">
                  <c:v>0.3362328668</c:v>
                </c:pt>
                <c:pt idx="197">
                  <c:v>0.3371805915</c:v>
                </c:pt>
                <c:pt idx="198">
                  <c:v>0.3380918374</c:v>
                </c:pt>
                <c:pt idx="199">
                  <c:v>0.3389679699</c:v>
                </c:pt>
                <c:pt idx="200">
                  <c:v>0.3398103073</c:v>
                </c:pt>
                <c:pt idx="201">
                  <c:v>0.3406201214</c:v>
                </c:pt>
                <c:pt idx="202">
                  <c:v>0.3413986394</c:v>
                </c:pt>
                <c:pt idx="203">
                  <c:v>0.3421470449</c:v>
                </c:pt>
                <c:pt idx="204">
                  <c:v>0.3428664794</c:v>
                </c:pt>
                <c:pt idx="205">
                  <c:v>0.3435580431</c:v>
                </c:pt>
                <c:pt idx="206">
                  <c:v>0.3442227967</c:v>
                </c:pt>
                <c:pt idx="207">
                  <c:v>0.3448617623</c:v>
                </c:pt>
                <c:pt idx="208">
                  <c:v>0.3454759245</c:v>
                </c:pt>
                <c:pt idx="209">
                  <c:v>0.3460662322</c:v>
                </c:pt>
                <c:pt idx="210">
                  <c:v>0.3466335989</c:v>
                </c:pt>
                <c:pt idx="211">
                  <c:v>0.3471789048</c:v>
                </c:pt>
                <c:pt idx="212">
                  <c:v>0.3477029971</c:v>
                </c:pt>
                <c:pt idx="213">
                  <c:v>0.3482066917</c:v>
                </c:pt>
                <c:pt idx="214">
                  <c:v>0.3486907738</c:v>
                </c:pt>
                <c:pt idx="215">
                  <c:v>0.3491559994</c:v>
                </c:pt>
                <c:pt idx="216">
                  <c:v>0.3496030959</c:v>
                </c:pt>
                <c:pt idx="217">
                  <c:v>0.3500327636</c:v>
                </c:pt>
                <c:pt idx="218">
                  <c:v>0.350445676</c:v>
                </c:pt>
                <c:pt idx="219">
                  <c:v>0.3508424815</c:v>
                </c:pt>
                <c:pt idx="220">
                  <c:v>0.3512238035</c:v>
                </c:pt>
                <c:pt idx="221">
                  <c:v>0.3515902421</c:v>
                </c:pt>
                <c:pt idx="222">
                  <c:v>0.3519423743</c:v>
                </c:pt>
                <c:pt idx="223">
                  <c:v>0.3522807552</c:v>
                </c:pt>
                <c:pt idx="224">
                  <c:v>0.3526059186</c:v>
                </c:pt>
                <c:pt idx="225">
                  <c:v>0.3529183781</c:v>
                </c:pt>
                <c:pt idx="226">
                  <c:v>0.3532186273</c:v>
                </c:pt>
                <c:pt idx="227">
                  <c:v>0.3535071411</c:v>
                </c:pt>
                <c:pt idx="228">
                  <c:v>0.353784376</c:v>
                </c:pt>
                <c:pt idx="229">
                  <c:v>0.3540507712</c:v>
                </c:pt>
                <c:pt idx="230">
                  <c:v>0.3543067486</c:v>
                </c:pt>
                <c:pt idx="231">
                  <c:v>0.3545527142</c:v>
                </c:pt>
                <c:pt idx="232">
                  <c:v>0.3547890581</c:v>
                </c:pt>
                <c:pt idx="233">
                  <c:v>0.3550161554</c:v>
                </c:pt>
                <c:pt idx="234">
                  <c:v>0.3552343667</c:v>
                </c:pt>
                <c:pt idx="235">
                  <c:v>0.3554440387</c:v>
                </c:pt>
                <c:pt idx="236">
                  <c:v>0.3556455046</c:v>
                </c:pt>
                <c:pt idx="237">
                  <c:v>0.3558390848</c:v>
                </c:pt>
                <c:pt idx="238">
                  <c:v>0.356025087</c:v>
                </c:pt>
                <c:pt idx="239">
                  <c:v>0.3562038073</c:v>
                </c:pt>
                <c:pt idx="240">
                  <c:v>0.3563755301</c:v>
                </c:pt>
                <c:pt idx="241">
                  <c:v>0.3565405288</c:v>
                </c:pt>
                <c:pt idx="242">
                  <c:v>0.3566990661</c:v>
                </c:pt>
                <c:pt idx="243">
                  <c:v>0.3568513948</c:v>
                </c:pt>
                <c:pt idx="244">
                  <c:v>0.3569977573</c:v>
                </c:pt>
                <c:pt idx="245">
                  <c:v>0.3571383872</c:v>
                </c:pt>
                <c:pt idx="246">
                  <c:v>0.3572735084</c:v>
                </c:pt>
                <c:pt idx="247">
                  <c:v>0.3574033366</c:v>
                </c:pt>
                <c:pt idx="248">
                  <c:v>0.3575280787</c:v>
                </c:pt>
                <c:pt idx="249">
                  <c:v>0.3576479338</c:v>
                </c:pt>
                <c:pt idx="250">
                  <c:v>0.357763093</c:v>
                </c:pt>
                <c:pt idx="251">
                  <c:v>0.3578737402</c:v>
                </c:pt>
                <c:pt idx="252">
                  <c:v>0.357980052</c:v>
                </c:pt>
                <c:pt idx="253">
                  <c:v>0.3580821979</c:v>
                </c:pt>
                <c:pt idx="254">
                  <c:v>0.3581803412</c:v>
                </c:pt>
                <c:pt idx="255">
                  <c:v>0.3582746386</c:v>
                </c:pt>
                <c:pt idx="256">
                  <c:v>0.3583652405</c:v>
                </c:pt>
                <c:pt idx="257">
                  <c:v>0.3584522918</c:v>
                </c:pt>
                <c:pt idx="258">
                  <c:v>0.3585359314</c:v>
                </c:pt>
                <c:pt idx="259">
                  <c:v>0.358616293</c:v>
                </c:pt>
                <c:pt idx="260">
                  <c:v>0.358693505</c:v>
                </c:pt>
                <c:pt idx="261">
                  <c:v>0.3587676906</c:v>
                </c:pt>
                <c:pt idx="262">
                  <c:v>0.3588389686</c:v>
                </c:pt>
                <c:pt idx="263">
                  <c:v>0.3589074527</c:v>
                </c:pt>
                <c:pt idx="264">
                  <c:v>0.3589732525</c:v>
                </c:pt>
                <c:pt idx="265">
                  <c:v>0.359036473</c:v>
                </c:pt>
                <c:pt idx="266">
                  <c:v>0.3590972154</c:v>
                </c:pt>
                <c:pt idx="267">
                  <c:v>0.3591555768</c:v>
                </c:pt>
                <c:pt idx="268">
                  <c:v>0.3592116504</c:v>
                </c:pt>
                <c:pt idx="269">
                  <c:v>0.3592655258</c:v>
                </c:pt>
                <c:pt idx="270">
                  <c:v>0.3593172893</c:v>
                </c:pt>
                <c:pt idx="271">
                  <c:v>0.3593670236</c:v>
                </c:pt>
                <c:pt idx="272">
                  <c:v>0.3594148082</c:v>
                </c:pt>
                <c:pt idx="273">
                  <c:v>0.3594607195</c:v>
                </c:pt>
                <c:pt idx="274">
                  <c:v>0.3595048309</c:v>
                </c:pt>
                <c:pt idx="275">
                  <c:v>0.359547213</c:v>
                </c:pt>
                <c:pt idx="276">
                  <c:v>0.3595879336</c:v>
                </c:pt>
                <c:pt idx="277">
                  <c:v>0.3596270577</c:v>
                </c:pt>
                <c:pt idx="278">
                  <c:v>0.359664648</c:v>
                </c:pt>
                <c:pt idx="279">
                  <c:v>0.3597007646</c:v>
                </c:pt>
                <c:pt idx="280">
                  <c:v>0.3597354652</c:v>
                </c:pt>
                <c:pt idx="281">
                  <c:v>0.3597688053</c:v>
                </c:pt>
                <c:pt idx="282">
                  <c:v>0.3598008383</c:v>
                </c:pt>
                <c:pt idx="283">
                  <c:v>0.3598316154</c:v>
                </c:pt>
                <c:pt idx="284">
                  <c:v>0.3598611859</c:v>
                </c:pt>
                <c:pt idx="285">
                  <c:v>0.359889597</c:v>
                </c:pt>
                <c:pt idx="286">
                  <c:v>0.3599168942</c:v>
                </c:pt>
                <c:pt idx="287">
                  <c:v>0.3599431211</c:v>
                </c:pt>
                <c:pt idx="288">
                  <c:v>0.3599683197</c:v>
                </c:pt>
                <c:pt idx="289">
                  <c:v>0.3599925304</c:v>
                </c:pt>
                <c:pt idx="290">
                  <c:v>0.3600157918</c:v>
                </c:pt>
                <c:pt idx="291">
                  <c:v>0.3600381412</c:v>
                </c:pt>
                <c:pt idx="292">
                  <c:v>0.3600596143</c:v>
                </c:pt>
                <c:pt idx="293">
                  <c:v>0.3600802455</c:v>
                </c:pt>
                <c:pt idx="294">
                  <c:v>0.3601000678</c:v>
                </c:pt>
                <c:pt idx="295">
                  <c:v>0.3601191129</c:v>
                </c:pt>
                <c:pt idx="296">
                  <c:v>0.3601374112</c:v>
                </c:pt>
                <c:pt idx="297">
                  <c:v>0.3601549921</c:v>
                </c:pt>
                <c:pt idx="298">
                  <c:v>0.3601718837</c:v>
                </c:pt>
                <c:pt idx="299">
                  <c:v>0.360188113</c:v>
                </c:pt>
                <c:pt idx="300">
                  <c:v>0.3602037059</c:v>
                </c:pt>
                <c:pt idx="301">
                  <c:v>0.3602186874</c:v>
                </c:pt>
                <c:pt idx="302">
                  <c:v>0.3602330816</c:v>
                </c:pt>
                <c:pt idx="303">
                  <c:v>0.3602469113</c:v>
                </c:pt>
                <c:pt idx="304">
                  <c:v>0.3602601988</c:v>
                </c:pt>
                <c:pt idx="305">
                  <c:v>0.3602729653</c:v>
                </c:pt>
                <c:pt idx="306">
                  <c:v>0.3602852313</c:v>
                </c:pt>
                <c:pt idx="307">
                  <c:v>0.3602970162</c:v>
                </c:pt>
                <c:pt idx="308">
                  <c:v>0.3603083392</c:v>
                </c:pt>
                <c:pt idx="309">
                  <c:v>0.3603192181</c:v>
                </c:pt>
                <c:pt idx="310">
                  <c:v>0.3603296705</c:v>
                </c:pt>
                <c:pt idx="311">
                  <c:v>0.360339713</c:v>
                </c:pt>
                <c:pt idx="312">
                  <c:v>0.3603493618</c:v>
                </c:pt>
                <c:pt idx="313">
                  <c:v>0.3603586323</c:v>
                </c:pt>
                <c:pt idx="314">
                  <c:v>0.3603675392</c:v>
                </c:pt>
                <c:pt idx="315">
                  <c:v>0.3603760969</c:v>
                </c:pt>
                <c:pt idx="316">
                  <c:v>0.3603843191</c:v>
                </c:pt>
                <c:pt idx="317">
                  <c:v>0.3603922189</c:v>
                </c:pt>
                <c:pt idx="318">
                  <c:v>0.3603998089</c:v>
                </c:pt>
                <c:pt idx="319">
                  <c:v>0.3604071013</c:v>
                </c:pt>
                <c:pt idx="320">
                  <c:v>0.3604141078</c:v>
                </c:pt>
                <c:pt idx="321">
                  <c:v>0.3604208396</c:v>
                </c:pt>
                <c:pt idx="322">
                  <c:v>0.3604273074</c:v>
                </c:pt>
                <c:pt idx="323">
                  <c:v>0.3604335216</c:v>
                </c:pt>
                <c:pt idx="324">
                  <c:v>0.3604394921</c:v>
                </c:pt>
                <c:pt idx="325">
                  <c:v>0.3604452286</c:v>
                </c:pt>
                <c:pt idx="326">
                  <c:v>0.3604507401</c:v>
                </c:pt>
                <c:pt idx="327">
                  <c:v>0.3604560355</c:v>
                </c:pt>
                <c:pt idx="328">
                  <c:v>0.3604611232</c:v>
                </c:pt>
                <c:pt idx="329">
                  <c:v>0.3604660115</c:v>
                </c:pt>
                <c:pt idx="330">
                  <c:v>0.3604707081</c:v>
                </c:pt>
                <c:pt idx="331">
                  <c:v>0.3604752206</c:v>
                </c:pt>
                <c:pt idx="332">
                  <c:v>0.3604795561</c:v>
                </c:pt>
                <c:pt idx="333">
                  <c:v>0.3604837216</c:v>
                </c:pt>
                <c:pt idx="334">
                  <c:v>0.3604877238</c:v>
                </c:pt>
                <c:pt idx="335">
                  <c:v>0.3604915691</c:v>
                </c:pt>
                <c:pt idx="336">
                  <c:v>0.3604952635</c:v>
                </c:pt>
                <c:pt idx="337">
                  <c:v>0.3604988132</c:v>
                </c:pt>
                <c:pt idx="338">
                  <c:v>0.3605022236</c:v>
                </c:pt>
                <c:pt idx="339">
                  <c:v>0.3605055003</c:v>
                </c:pt>
                <c:pt idx="340">
                  <c:v>0.3605086486</c:v>
                </c:pt>
                <c:pt idx="341">
                  <c:v>0.3605116733</c:v>
                </c:pt>
                <c:pt idx="342">
                  <c:v>0.3605145795</c:v>
                </c:pt>
                <c:pt idx="343">
                  <c:v>0.3605173718</c:v>
                </c:pt>
                <c:pt idx="344">
                  <c:v>0.3605200545</c:v>
                </c:pt>
                <c:pt idx="345">
                  <c:v>0.3605226321</c:v>
                </c:pt>
                <c:pt idx="346">
                  <c:v>0.3605251086</c:v>
                </c:pt>
                <c:pt idx="347">
                  <c:v>0.360527488</c:v>
                </c:pt>
                <c:pt idx="348">
                  <c:v>0.360529774</c:v>
                </c:pt>
                <c:pt idx="349">
                  <c:v>0.3605319705</c:v>
                </c:pt>
                <c:pt idx="350">
                  <c:v>0.3605340808</c:v>
                </c:pt>
                <c:pt idx="351">
                  <c:v>0.3605361084</c:v>
                </c:pt>
                <c:pt idx="352">
                  <c:v>0.3605380565</c:v>
                </c:pt>
                <c:pt idx="353">
                  <c:v>0.3605399282</c:v>
                </c:pt>
                <c:pt idx="354">
                  <c:v>0.3605417265</c:v>
                </c:pt>
                <c:pt idx="355">
                  <c:v>0.3605434543</c:v>
                </c:pt>
                <c:pt idx="356">
                  <c:v>0.3605451143</c:v>
                </c:pt>
                <c:pt idx="357">
                  <c:v>0.3605467093</c:v>
                </c:pt>
                <c:pt idx="358">
                  <c:v>0.3605482417</c:v>
                </c:pt>
                <c:pt idx="359">
                  <c:v>0.360549714</c:v>
                </c:pt>
              </c:numCache>
            </c:numRef>
          </c:yVal>
        </c:ser>
        <c:ser>
          <c:idx val="2"/>
          <c:order val="2"/>
          <c:tx>
            <c:v>Coherent</c:v>
          </c:tx>
          <c:spPr>
            <a:solidFill xmlns:a="http://schemas.openxmlformats.org/drawingml/2006/main">
              <a:srgbClr val="999999"/>
            </a:solidFill>
            <a:ln xmlns:a="http://schemas.openxmlformats.org/drawingml/2006/main" w="22860">
              <a:solidFill>
                <a:srgbClr val="999999"/>
              </a:solidFill>
            </a:ln>
          </c:spPr>
          <c:marker>
            <c:symbol val="none"/>
          </c:marker>
          <c:xVal>
            <c:numRef>
              <c:f>'Chart Data'!$E$2:$E$361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Data'!$F$2:$F$361</c:f>
              <c:numCache>
                <c:formatCode>0.##</c:formatCode>
                <c:ptCount val="360"/>
                <c:pt idx="0">
                  <c:v>0.05650409643</c:v>
                </c:pt>
                <c:pt idx="1">
                  <c:v>0.03605416413</c:v>
                </c:pt>
                <c:pt idx="2">
                  <c:v>0.1387100113</c:v>
                </c:pt>
                <c:pt idx="3">
                  <c:v>0.04536725622</c:v>
                </c:pt>
                <c:pt idx="4">
                  <c:v>0.08199663048</c:v>
                </c:pt>
                <c:pt idx="5">
                  <c:v>0.0783531383</c:v>
                </c:pt>
                <c:pt idx="6">
                  <c:v>0.05690024708</c:v>
                </c:pt>
                <c:pt idx="7">
                  <c:v>-0.01805717471</c:v>
                </c:pt>
                <c:pt idx="8">
                  <c:v>0.112144588</c:v>
                </c:pt>
                <c:pt idx="9">
                  <c:v>-0.01507102391</c:v>
                </c:pt>
                <c:pt idx="10">
                  <c:v>0.03423887384</c:v>
                </c:pt>
                <c:pt idx="11">
                  <c:v>0.01562064152</c:v>
                </c:pt>
                <c:pt idx="12">
                  <c:v>0.07579531152</c:v>
                </c:pt>
                <c:pt idx="13">
                  <c:v>-0.03957042891</c:v>
                </c:pt>
                <c:pt idx="14">
                  <c:v>0.0921473323</c:v>
                </c:pt>
                <c:pt idx="15">
                  <c:v>0.1062268874</c:v>
                </c:pt>
                <c:pt idx="16">
                  <c:v>0.0121252918</c:v>
                </c:pt>
                <c:pt idx="17">
                  <c:v>-0.05975583215</c:v>
                </c:pt>
                <c:pt idx="18">
                  <c:v>0.1826046884</c:v>
                </c:pt>
                <c:pt idx="19">
                  <c:v>0.03586191099</c:v>
                </c:pt>
                <c:pt idx="20">
                  <c:v>0.1616596995</c:v>
                </c:pt>
                <c:pt idx="21">
                  <c:v>0.1396246662</c:v>
                </c:pt>
                <c:pt idx="22">
                  <c:v>-0.05557162505</c:v>
                </c:pt>
                <c:pt idx="23">
                  <c:v>0.2726256868</c:v>
                </c:pt>
                <c:pt idx="24">
                  <c:v>-0.03545517542</c:v>
                </c:pt>
                <c:pt idx="25">
                  <c:v>0.04382913471</c:v>
                </c:pt>
                <c:pt idx="26">
                  <c:v>0.05347912755</c:v>
                </c:pt>
                <c:pt idx="27">
                  <c:v>-0.04680205332</c:v>
                </c:pt>
                <c:pt idx="28">
                  <c:v>-0.0283171413</c:v>
                </c:pt>
                <c:pt idx="29">
                  <c:v>0.1750317814</c:v>
                </c:pt>
                <c:pt idx="30">
                  <c:v>0.03558906907</c:v>
                </c:pt>
                <c:pt idx="31">
                  <c:v>0.1373062182</c:v>
                </c:pt>
                <c:pt idx="32">
                  <c:v>0.140405497</c:v>
                </c:pt>
                <c:pt idx="33">
                  <c:v>0.1561382613</c:v>
                </c:pt>
                <c:pt idx="34">
                  <c:v>0.03124659936</c:v>
                </c:pt>
                <c:pt idx="35">
                  <c:v>0.03680295887</c:v>
                </c:pt>
                <c:pt idx="36">
                  <c:v>0.2293285726</c:v>
                </c:pt>
                <c:pt idx="37">
                  <c:v>0.07541082183</c:v>
                </c:pt>
                <c:pt idx="38">
                  <c:v>0.05279943676</c:v>
                </c:pt>
                <c:pt idx="39">
                  <c:v>0.01272988426</c:v>
                </c:pt>
                <c:pt idx="40">
                  <c:v>0.08079089921</c:v>
                </c:pt>
                <c:pt idx="41">
                  <c:v>0.07459072602</c:v>
                </c:pt>
                <c:pt idx="42">
                  <c:v>0.05841316723</c:v>
                </c:pt>
                <c:pt idx="43">
                  <c:v>0.2301438541</c:v>
                </c:pt>
                <c:pt idx="44">
                  <c:v>-0.02112590576</c:v>
                </c:pt>
                <c:pt idx="45">
                  <c:v>-0.03615802312</c:v>
                </c:pt>
                <c:pt idx="46">
                  <c:v>-0.02713347151</c:v>
                </c:pt>
                <c:pt idx="47">
                  <c:v>0.03937662885</c:v>
                </c:pt>
                <c:pt idx="48">
                  <c:v>0.07893790177</c:v>
                </c:pt>
                <c:pt idx="49">
                  <c:v>-0.2182968624</c:v>
                </c:pt>
                <c:pt idx="50">
                  <c:v>-0.01624616506</c:v>
                </c:pt>
                <c:pt idx="51">
                  <c:v>0.05462560473</c:v>
                </c:pt>
                <c:pt idx="52">
                  <c:v>-0.005281187681</c:v>
                </c:pt>
                <c:pt idx="53">
                  <c:v>0.03141124957</c:v>
                </c:pt>
                <c:pt idx="54">
                  <c:v>-0.1585139009</c:v>
                </c:pt>
                <c:pt idx="55">
                  <c:v>-0.08364395308</c:v>
                </c:pt>
                <c:pt idx="56">
                  <c:v>-0.06170612231</c:v>
                </c:pt>
                <c:pt idx="57">
                  <c:v>0.006722029495</c:v>
                </c:pt>
                <c:pt idx="58">
                  <c:v>-0.04168208988</c:v>
                </c:pt>
                <c:pt idx="59">
                  <c:v>-0.02992062755</c:v>
                </c:pt>
                <c:pt idx="60">
                  <c:v>0.03213493818</c:v>
                </c:pt>
                <c:pt idx="61">
                  <c:v>0.05181727716</c:v>
                </c:pt>
                <c:pt idx="62">
                  <c:v>0.1166988811</c:v>
                </c:pt>
                <c:pt idx="63">
                  <c:v>-0.006365868086</c:v>
                </c:pt>
                <c:pt idx="64">
                  <c:v>0.07566498489</c:v>
                </c:pt>
                <c:pt idx="65">
                  <c:v>0.009258482307</c:v>
                </c:pt>
                <c:pt idx="66">
                  <c:v>0.01168902417</c:v>
                </c:pt>
                <c:pt idx="67">
                  <c:v>0.02832976667</c:v>
                </c:pt>
                <c:pt idx="68">
                  <c:v>0.09069806751</c:v>
                </c:pt>
                <c:pt idx="69">
                  <c:v>0.01569875687</c:v>
                </c:pt>
                <c:pt idx="70">
                  <c:v>0.1111378751</c:v>
                </c:pt>
                <c:pt idx="71">
                  <c:v>0.01331837062</c:v>
                </c:pt>
                <c:pt idx="72">
                  <c:v>-0.07125215641</c:v>
                </c:pt>
                <c:pt idx="73">
                  <c:v>-0.08073548221</c:v>
                </c:pt>
                <c:pt idx="74">
                  <c:v>-0.002422732278</c:v>
                </c:pt>
                <c:pt idx="75">
                  <c:v>0.1180494502</c:v>
                </c:pt>
                <c:pt idx="76">
                  <c:v>-0.08748264189</c:v>
                </c:pt>
                <c:pt idx="77">
                  <c:v>0.09394809203</c:v>
                </c:pt>
                <c:pt idx="78">
                  <c:v>0.04625589057</c:v>
                </c:pt>
                <c:pt idx="79">
                  <c:v>0.09010375073</c:v>
                </c:pt>
                <c:pt idx="80">
                  <c:v>0.1793864097</c:v>
                </c:pt>
                <c:pt idx="81">
                  <c:v>0.04809284468</c:v>
                </c:pt>
                <c:pt idx="82">
                  <c:v>0.1802808686</c:v>
                </c:pt>
                <c:pt idx="83">
                  <c:v>0.1368857539</c:v>
                </c:pt>
                <c:pt idx="84">
                  <c:v>-0.03693554309</c:v>
                </c:pt>
                <c:pt idx="85">
                  <c:v>0.08458091656</c:v>
                </c:pt>
                <c:pt idx="86">
                  <c:v>-0.03140988608</c:v>
                </c:pt>
                <c:pt idx="87">
                  <c:v>0.08672299178</c:v>
                </c:pt>
                <c:pt idx="88">
                  <c:v>0.04790123005</c:v>
                </c:pt>
                <c:pt idx="89">
                  <c:v>0.06549688918</c:v>
                </c:pt>
                <c:pt idx="90">
                  <c:v>0.02445959326</c:v>
                </c:pt>
                <c:pt idx="91">
                  <c:v>0.06809988124</c:v>
                </c:pt>
                <c:pt idx="92">
                  <c:v>0.07203524287</c:v>
                </c:pt>
                <c:pt idx="93">
                  <c:v>0.08012986332</c:v>
                </c:pt>
                <c:pt idx="94">
                  <c:v>0.03359082187</c:v>
                </c:pt>
                <c:pt idx="95">
                  <c:v>0.07936325335</c:v>
                </c:pt>
                <c:pt idx="96">
                  <c:v>0.07489677838</c:v>
                </c:pt>
                <c:pt idx="97">
                  <c:v>0.05589158434</c:v>
                </c:pt>
                <c:pt idx="98">
                  <c:v>0.0594933153</c:v>
                </c:pt>
                <c:pt idx="99">
                  <c:v>0.2896172303</c:v>
                </c:pt>
                <c:pt idx="100">
                  <c:v>0.05225161274</c:v>
                </c:pt>
                <c:pt idx="101">
                  <c:v>0.0388165751</c:v>
                </c:pt>
                <c:pt idx="102">
                  <c:v>-0.0258958115</c:v>
                </c:pt>
                <c:pt idx="103">
                  <c:v>-0.1265329352</c:v>
                </c:pt>
                <c:pt idx="104">
                  <c:v>-0.1292260863</c:v>
                </c:pt>
                <c:pt idx="105">
                  <c:v>-0.006293075402</c:v>
                </c:pt>
                <c:pt idx="106">
                  <c:v>0.05215009601</c:v>
                </c:pt>
                <c:pt idx="107">
                  <c:v>0.04431941109</c:v>
                </c:pt>
                <c:pt idx="108">
                  <c:v>0.07798562119</c:v>
                </c:pt>
                <c:pt idx="109">
                  <c:v>-0.1330966734</c:v>
                </c:pt>
                <c:pt idx="110">
                  <c:v>-0.1016924507</c:v>
                </c:pt>
                <c:pt idx="111">
                  <c:v>0.07236010555</c:v>
                </c:pt>
                <c:pt idx="112">
                  <c:v>0.2196617728</c:v>
                </c:pt>
                <c:pt idx="113">
                  <c:v>0.09836551958</c:v>
                </c:pt>
                <c:pt idx="114">
                  <c:v>0.08554823864</c:v>
                </c:pt>
                <c:pt idx="115">
                  <c:v>0.01211134166</c:v>
                </c:pt>
                <c:pt idx="116">
                  <c:v>0.1209704747</c:v>
                </c:pt>
                <c:pt idx="117">
                  <c:v>0.004392452578</c:v>
                </c:pt>
                <c:pt idx="118">
                  <c:v>-0.05372138857</c:v>
                </c:pt>
                <c:pt idx="119">
                  <c:v>-0.03441856921</c:v>
                </c:pt>
                <c:pt idx="120">
                  <c:v>0.02580608146</c:v>
                </c:pt>
                <c:pt idx="121">
                  <c:v>0.1155526544</c:v>
                </c:pt>
                <c:pt idx="122">
                  <c:v>0.00232456251</c:v>
                </c:pt>
                <c:pt idx="123">
                  <c:v>0.1232261574</c:v>
                </c:pt>
                <c:pt idx="124">
                  <c:v>-0.1832748456</c:v>
                </c:pt>
                <c:pt idx="125">
                  <c:v>0.1017419434</c:v>
                </c:pt>
                <c:pt idx="126">
                  <c:v>0.04881037375</c:v>
                </c:pt>
                <c:pt idx="127">
                  <c:v>-0.03571583948</c:v>
                </c:pt>
                <c:pt idx="128">
                  <c:v>0.1596312063</c:v>
                </c:pt>
                <c:pt idx="129">
                  <c:v>-0.01862430255</c:v>
                </c:pt>
                <c:pt idx="130">
                  <c:v>0.1387053655</c:v>
                </c:pt>
                <c:pt idx="131">
                  <c:v>0.1595411708</c:v>
                </c:pt>
                <c:pt idx="132">
                  <c:v>0.03654521289</c:v>
                </c:pt>
                <c:pt idx="133">
                  <c:v>0.08834211401</c:v>
                </c:pt>
                <c:pt idx="134">
                  <c:v>0.1165912509</c:v>
                </c:pt>
                <c:pt idx="135">
                  <c:v>-0.1030289638</c:v>
                </c:pt>
                <c:pt idx="136">
                  <c:v>-0.1286312828</c:v>
                </c:pt>
                <c:pt idx="137">
                  <c:v>0.3275261591</c:v>
                </c:pt>
                <c:pt idx="138">
                  <c:v>0.05310343555</c:v>
                </c:pt>
                <c:pt idx="139">
                  <c:v>0.01726156463</c:v>
                </c:pt>
                <c:pt idx="140">
                  <c:v>0.01727396452</c:v>
                </c:pt>
                <c:pt idx="141">
                  <c:v>0.1773578328</c:v>
                </c:pt>
                <c:pt idx="142">
                  <c:v>0.1987296399</c:v>
                </c:pt>
                <c:pt idx="143">
                  <c:v>0.1630423157</c:v>
                </c:pt>
                <c:pt idx="144">
                  <c:v>0.2573093614</c:v>
                </c:pt>
                <c:pt idx="145">
                  <c:v>0.0840291291</c:v>
                </c:pt>
                <c:pt idx="146">
                  <c:v>0.1844697694</c:v>
                </c:pt>
                <c:pt idx="147">
                  <c:v>0.2660364499</c:v>
                </c:pt>
                <c:pt idx="148">
                  <c:v>0.05478931147</c:v>
                </c:pt>
                <c:pt idx="149">
                  <c:v>0.1892712539</c:v>
                </c:pt>
                <c:pt idx="150">
                  <c:v>0.2178038516</c:v>
                </c:pt>
                <c:pt idx="151">
                  <c:v>0.2498327434</c:v>
                </c:pt>
                <c:pt idx="152">
                  <c:v>0.1367073655</c:v>
                </c:pt>
                <c:pt idx="153">
                  <c:v>0.2334324735</c:v>
                </c:pt>
                <c:pt idx="154">
                  <c:v>0.3333645315</c:v>
                </c:pt>
                <c:pt idx="155">
                  <c:v>0.1236286383</c:v>
                </c:pt>
                <c:pt idx="156">
                  <c:v>0.2939674718</c:v>
                </c:pt>
                <c:pt idx="157">
                  <c:v>0.2381995629</c:v>
                </c:pt>
                <c:pt idx="158">
                  <c:v>0.1089956618</c:v>
                </c:pt>
                <c:pt idx="159">
                  <c:v>0.2800509526</c:v>
                </c:pt>
                <c:pt idx="160">
                  <c:v>0.1836544723</c:v>
                </c:pt>
                <c:pt idx="161">
                  <c:v>0.356505763</c:v>
                </c:pt>
                <c:pt idx="162">
                  <c:v>0.1571865358</c:v>
                </c:pt>
                <c:pt idx="163">
                  <c:v>0.2960567377</c:v>
                </c:pt>
                <c:pt idx="164">
                  <c:v>0.09900873716</c:v>
                </c:pt>
                <c:pt idx="165">
                  <c:v>0.2225321866</c:v>
                </c:pt>
                <c:pt idx="166">
                  <c:v>0.09696965548</c:v>
                </c:pt>
                <c:pt idx="167">
                  <c:v>0.289649732</c:v>
                </c:pt>
                <c:pt idx="168">
                  <c:v>0.4321846162</c:v>
                </c:pt>
                <c:pt idx="169">
                  <c:v>0.3968768321</c:v>
                </c:pt>
                <c:pt idx="170">
                  <c:v>0.2587368186</c:v>
                </c:pt>
                <c:pt idx="171">
                  <c:v>0.162359355</c:v>
                </c:pt>
                <c:pt idx="172">
                  <c:v>0.3667902473</c:v>
                </c:pt>
                <c:pt idx="173">
                  <c:v>0.3705631858</c:v>
                </c:pt>
                <c:pt idx="174">
                  <c:v>0.2605066614</c:v>
                </c:pt>
                <c:pt idx="175">
                  <c:v>0.4488701586</c:v>
                </c:pt>
                <c:pt idx="176">
                  <c:v>0.1974150662</c:v>
                </c:pt>
                <c:pt idx="177">
                  <c:v>0.2811575009</c:v>
                </c:pt>
                <c:pt idx="178">
                  <c:v>0.3121594374</c:v>
                </c:pt>
                <c:pt idx="179">
                  <c:v>0.277654922</c:v>
                </c:pt>
                <c:pt idx="180">
                  <c:v>0.4333903325</c:v>
                </c:pt>
                <c:pt idx="181">
                  <c:v>0.3091826425</c:v>
                </c:pt>
                <c:pt idx="182">
                  <c:v>0.3407200946</c:v>
                </c:pt>
                <c:pt idx="183">
                  <c:v>0.3395226894</c:v>
                </c:pt>
                <c:pt idx="184">
                  <c:v>0.2877269711</c:v>
                </c:pt>
                <c:pt idx="185">
                  <c:v>0.2695850332</c:v>
                </c:pt>
                <c:pt idx="186">
                  <c:v>0.381245611</c:v>
                </c:pt>
                <c:pt idx="187">
                  <c:v>0.3469933255</c:v>
                </c:pt>
                <c:pt idx="188">
                  <c:v>0.3588631042</c:v>
                </c:pt>
                <c:pt idx="189">
                  <c:v>0.3730304671</c:v>
                </c:pt>
                <c:pt idx="190">
                  <c:v>0.3843545237</c:v>
                </c:pt>
                <c:pt idx="191">
                  <c:v>0.416485</c:v>
                </c:pt>
                <c:pt idx="192">
                  <c:v>0.3998041684</c:v>
                </c:pt>
                <c:pt idx="193">
                  <c:v>0.4285971949</c:v>
                </c:pt>
                <c:pt idx="194">
                  <c:v>0.5345119212</c:v>
                </c:pt>
                <c:pt idx="195">
                  <c:v>0.3018683172</c:v>
                </c:pt>
                <c:pt idx="196">
                  <c:v>0.4047186206</c:v>
                </c:pt>
                <c:pt idx="197">
                  <c:v>0.3932976154</c:v>
                </c:pt>
                <c:pt idx="198">
                  <c:v>0.3393428031</c:v>
                </c:pt>
                <c:pt idx="199">
                  <c:v>0.3073888797</c:v>
                </c:pt>
                <c:pt idx="200">
                  <c:v>0.3418136295</c:v>
                </c:pt>
                <c:pt idx="201">
                  <c:v>0.291684396</c:v>
                </c:pt>
                <c:pt idx="202">
                  <c:v>0.4103000894</c:v>
                </c:pt>
                <c:pt idx="203">
                  <c:v>0.3737272828</c:v>
                </c:pt>
                <c:pt idx="204">
                  <c:v>0.3745881245</c:v>
                </c:pt>
                <c:pt idx="205">
                  <c:v>0.2588047264</c:v>
                </c:pt>
                <c:pt idx="206">
                  <c:v>0.4037148943</c:v>
                </c:pt>
                <c:pt idx="207">
                  <c:v>0.4072201968</c:v>
                </c:pt>
                <c:pt idx="208">
                  <c:v>0.4146887474</c:v>
                </c:pt>
                <c:pt idx="209">
                  <c:v>0.3689011463</c:v>
                </c:pt>
                <c:pt idx="210">
                  <c:v>0.2812796833</c:v>
                </c:pt>
                <c:pt idx="211">
                  <c:v>0.419643455</c:v>
                </c:pt>
                <c:pt idx="212">
                  <c:v>0.5279683078</c:v>
                </c:pt>
                <c:pt idx="213">
                  <c:v>0.3336780541</c:v>
                </c:pt>
                <c:pt idx="214">
                  <c:v>0.4005304524</c:v>
                </c:pt>
                <c:pt idx="215">
                  <c:v>0.2616652937</c:v>
                </c:pt>
                <c:pt idx="216">
                  <c:v>0.5043747582</c:v>
                </c:pt>
                <c:pt idx="217">
                  <c:v>0.6012460742</c:v>
                </c:pt>
                <c:pt idx="218">
                  <c:v>0.3551266615</c:v>
                </c:pt>
                <c:pt idx="219">
                  <c:v>0.3606237543</c:v>
                </c:pt>
                <c:pt idx="220">
                  <c:v>0.4844284023</c:v>
                </c:pt>
                <c:pt idx="221">
                  <c:v>0.4484721659</c:v>
                </c:pt>
                <c:pt idx="222">
                  <c:v>0.2999705818</c:v>
                </c:pt>
                <c:pt idx="223">
                  <c:v>0.458901721</c:v>
                </c:pt>
                <c:pt idx="224">
                  <c:v>0.351356518</c:v>
                </c:pt>
                <c:pt idx="225">
                  <c:v>0.2732672126</c:v>
                </c:pt>
                <c:pt idx="226">
                  <c:v>0.3241778332</c:v>
                </c:pt>
                <c:pt idx="227">
                  <c:v>0.4464334839</c:v>
                </c:pt>
                <c:pt idx="228">
                  <c:v>0.2887306898</c:v>
                </c:pt>
                <c:pt idx="229">
                  <c:v>0.4015589465</c:v>
                </c:pt>
                <c:pt idx="230">
                  <c:v>0.3815947474</c:v>
                </c:pt>
                <c:pt idx="231">
                  <c:v>0.4381456251</c:v>
                </c:pt>
                <c:pt idx="232">
                  <c:v>0.4734584845</c:v>
                </c:pt>
                <c:pt idx="233">
                  <c:v>0.4158916503</c:v>
                </c:pt>
                <c:pt idx="234">
                  <c:v>0.5212189223</c:v>
                </c:pt>
                <c:pt idx="235">
                  <c:v>0.3549942271</c:v>
                </c:pt>
                <c:pt idx="236">
                  <c:v>0.3118617271</c:v>
                </c:pt>
                <c:pt idx="237">
                  <c:v>0.3773253646</c:v>
                </c:pt>
                <c:pt idx="238">
                  <c:v>0.3631791161</c:v>
                </c:pt>
                <c:pt idx="239">
                  <c:v>0.4945786283</c:v>
                </c:pt>
                <c:pt idx="240">
                  <c:v>0.4679553099</c:v>
                </c:pt>
                <c:pt idx="241">
                  <c:v>0.5012847703</c:v>
                </c:pt>
                <c:pt idx="242">
                  <c:v>0.3091636455</c:v>
                </c:pt>
                <c:pt idx="243">
                  <c:v>0.4431771732</c:v>
                </c:pt>
                <c:pt idx="244">
                  <c:v>0.5786409805</c:v>
                </c:pt>
                <c:pt idx="245">
                  <c:v>0.4938939144</c:v>
                </c:pt>
                <c:pt idx="246">
                  <c:v>0.3577532673</c:v>
                </c:pt>
                <c:pt idx="247">
                  <c:v>0.3019191494</c:v>
                </c:pt>
                <c:pt idx="248">
                  <c:v>0.494538714</c:v>
                </c:pt>
                <c:pt idx="249">
                  <c:v>0.4370841702</c:v>
                </c:pt>
                <c:pt idx="250">
                  <c:v>0.57613973</c:v>
                </c:pt>
                <c:pt idx="251">
                  <c:v>0.5066083648</c:v>
                </c:pt>
                <c:pt idx="252">
                  <c:v>0.4788046267</c:v>
                </c:pt>
                <c:pt idx="253">
                  <c:v>0.4276234385</c:v>
                </c:pt>
                <c:pt idx="254">
                  <c:v>0.3856025353</c:v>
                </c:pt>
                <c:pt idx="255">
                  <c:v>0.3508810316</c:v>
                </c:pt>
                <c:pt idx="256">
                  <c:v>0.415698624</c:v>
                </c:pt>
                <c:pt idx="257">
                  <c:v>0.4230794072</c:v>
                </c:pt>
                <c:pt idx="258">
                  <c:v>0.2436876242</c:v>
                </c:pt>
                <c:pt idx="259">
                  <c:v>0.3683015818</c:v>
                </c:pt>
                <c:pt idx="260">
                  <c:v>0.3736318091</c:v>
                </c:pt>
                <c:pt idx="261">
                  <c:v>0.4685173505</c:v>
                </c:pt>
                <c:pt idx="262">
                  <c:v>0.5092271707</c:v>
                </c:pt>
                <c:pt idx="263">
                  <c:v>0.4102290155</c:v>
                </c:pt>
                <c:pt idx="264">
                  <c:v>0.3667148994</c:v>
                </c:pt>
                <c:pt idx="265">
                  <c:v>0.3805715782</c:v>
                </c:pt>
                <c:pt idx="266">
                  <c:v>0.4534712636</c:v>
                </c:pt>
                <c:pt idx="267">
                  <c:v>0.3654003994</c:v>
                </c:pt>
                <c:pt idx="268">
                  <c:v>0.4031732056</c:v>
                </c:pt>
                <c:pt idx="269">
                  <c:v>0.4383512611</c:v>
                </c:pt>
                <c:pt idx="270">
                  <c:v>0.5586929944</c:v>
                </c:pt>
                <c:pt idx="271">
                  <c:v>0.4110765353</c:v>
                </c:pt>
                <c:pt idx="272">
                  <c:v>0.4358741802</c:v>
                </c:pt>
                <c:pt idx="273">
                  <c:v>0.3240180297</c:v>
                </c:pt>
                <c:pt idx="274">
                  <c:v>0.3741298429</c:v>
                </c:pt>
                <c:pt idx="275">
                  <c:v>0.4097662268</c:v>
                </c:pt>
                <c:pt idx="276">
                  <c:v>0.3596504402</c:v>
                </c:pt>
                <c:pt idx="277">
                  <c:v>0.5063197094</c:v>
                </c:pt>
                <c:pt idx="278">
                  <c:v>0.3969292933</c:v>
                </c:pt>
                <c:pt idx="279">
                  <c:v>0.5373668418</c:v>
                </c:pt>
                <c:pt idx="280">
                  <c:v>0.3763276984</c:v>
                </c:pt>
                <c:pt idx="281">
                  <c:v>0.4330481883</c:v>
                </c:pt>
                <c:pt idx="282">
                  <c:v>0.4728990237</c:v>
                </c:pt>
                <c:pt idx="283">
                  <c:v>0.3124176141</c:v>
                </c:pt>
                <c:pt idx="284">
                  <c:v>0.413358893</c:v>
                </c:pt>
                <c:pt idx="285">
                  <c:v>0.3417361511</c:v>
                </c:pt>
                <c:pt idx="286">
                  <c:v>0.3461016294</c:v>
                </c:pt>
                <c:pt idx="287">
                  <c:v>0.3894921584</c:v>
                </c:pt>
                <c:pt idx="288">
                  <c:v>0.4500360916</c:v>
                </c:pt>
                <c:pt idx="289">
                  <c:v>0.2693941256</c:v>
                </c:pt>
                <c:pt idx="290">
                  <c:v>0.3731226227</c:v>
                </c:pt>
                <c:pt idx="291">
                  <c:v>0.5393174703</c:v>
                </c:pt>
                <c:pt idx="292">
                  <c:v>0.3334783924</c:v>
                </c:pt>
                <c:pt idx="293">
                  <c:v>0.6037716047</c:v>
                </c:pt>
                <c:pt idx="294">
                  <c:v>0.3996639421</c:v>
                </c:pt>
                <c:pt idx="295">
                  <c:v>0.391646506</c:v>
                </c:pt>
                <c:pt idx="296">
                  <c:v>0.3549293828</c:v>
                </c:pt>
                <c:pt idx="297">
                  <c:v>0.3808934615</c:v>
                </c:pt>
                <c:pt idx="298">
                  <c:v>0.3878650515</c:v>
                </c:pt>
                <c:pt idx="299">
                  <c:v>0.3991802436</c:v>
                </c:pt>
                <c:pt idx="300">
                  <c:v>0.2548060212</c:v>
                </c:pt>
                <c:pt idx="301">
                  <c:v>0.4590757602</c:v>
                </c:pt>
                <c:pt idx="302">
                  <c:v>0.3736112197</c:v>
                </c:pt>
                <c:pt idx="303">
                  <c:v>0.3465657836</c:v>
                </c:pt>
                <c:pt idx="304">
                  <c:v>0.5711326363</c:v>
                </c:pt>
                <c:pt idx="305">
                  <c:v>0.5621575369</c:v>
                </c:pt>
                <c:pt idx="306">
                  <c:v>0.3092541899</c:v>
                </c:pt>
                <c:pt idx="307">
                  <c:v>0.3734553172</c:v>
                </c:pt>
                <c:pt idx="308">
                  <c:v>0.3901669988</c:v>
                </c:pt>
                <c:pt idx="309">
                  <c:v>0.444862284</c:v>
                </c:pt>
                <c:pt idx="310">
                  <c:v>0.343527293</c:v>
                </c:pt>
                <c:pt idx="311">
                  <c:v>0.2891983235</c:v>
                </c:pt>
                <c:pt idx="312">
                  <c:v>0.5552689679</c:v>
                </c:pt>
                <c:pt idx="313">
                  <c:v>0.4230385122</c:v>
                </c:pt>
                <c:pt idx="314">
                  <c:v>0.5958212036</c:v>
                </c:pt>
                <c:pt idx="315">
                  <c:v>0.5023522858</c:v>
                </c:pt>
                <c:pt idx="316">
                  <c:v>0.4358101283</c:v>
                </c:pt>
                <c:pt idx="317">
                  <c:v>0.5200209684</c:v>
                </c:pt>
                <c:pt idx="318">
                  <c:v>0.534216993</c:v>
                </c:pt>
                <c:pt idx="319">
                  <c:v>0.4884192718</c:v>
                </c:pt>
                <c:pt idx="320">
                  <c:v>0.424122</c:v>
                </c:pt>
                <c:pt idx="321">
                  <c:v>0.5581458662</c:v>
                </c:pt>
                <c:pt idx="322">
                  <c:v>0.4874603949</c:v>
                </c:pt>
                <c:pt idx="323">
                  <c:v>0.4474733747</c:v>
                </c:pt>
                <c:pt idx="324">
                  <c:v>0.4823335088</c:v>
                </c:pt>
                <c:pt idx="325">
                  <c:v>0.3266708741</c:v>
                </c:pt>
                <c:pt idx="326">
                  <c:v>0.4990866841</c:v>
                </c:pt>
                <c:pt idx="327">
                  <c:v>0.527830085</c:v>
                </c:pt>
                <c:pt idx="328">
                  <c:v>0.3462770993</c:v>
                </c:pt>
                <c:pt idx="329">
                  <c:v>0.5760590652</c:v>
                </c:pt>
                <c:pt idx="330">
                  <c:v>0.4907674151</c:v>
                </c:pt>
                <c:pt idx="331">
                  <c:v>0.4244656928</c:v>
                </c:pt>
                <c:pt idx="332">
                  <c:v>0.5295037725</c:v>
                </c:pt>
                <c:pt idx="333">
                  <c:v>0.6488769602</c:v>
                </c:pt>
                <c:pt idx="334">
                  <c:v>0.4936498557</c:v>
                </c:pt>
                <c:pt idx="335">
                  <c:v>0.4501715349</c:v>
                </c:pt>
                <c:pt idx="336">
                  <c:v>0.4571798022</c:v>
                </c:pt>
                <c:pt idx="337">
                  <c:v>0.590856717</c:v>
                </c:pt>
                <c:pt idx="338">
                  <c:v>0.5314940732</c:v>
                </c:pt>
                <c:pt idx="339">
                  <c:v>0.4697712924</c:v>
                </c:pt>
                <c:pt idx="340">
                  <c:v>0.4283972319</c:v>
                </c:pt>
                <c:pt idx="341">
                  <c:v>0.4574008581</c:v>
                </c:pt>
                <c:pt idx="342">
                  <c:v>0.5356743713</c:v>
                </c:pt>
                <c:pt idx="343">
                  <c:v>0.5978301009</c:v>
                </c:pt>
                <c:pt idx="344">
                  <c:v>0.4060773941</c:v>
                </c:pt>
                <c:pt idx="345">
                  <c:v>0.4779344937</c:v>
                </c:pt>
                <c:pt idx="346">
                  <c:v>0.3930422237</c:v>
                </c:pt>
                <c:pt idx="347">
                  <c:v>0.5474906706</c:v>
                </c:pt>
                <c:pt idx="348">
                  <c:v>0.6380193876</c:v>
                </c:pt>
                <c:pt idx="349">
                  <c:v>0.40911651</c:v>
                </c:pt>
                <c:pt idx="350">
                  <c:v>0.4765681359</c:v>
                </c:pt>
                <c:pt idx="351">
                  <c:v>0.4159312558</c:v>
                </c:pt>
                <c:pt idx="352">
                  <c:v>0.4131520727</c:v>
                </c:pt>
                <c:pt idx="353">
                  <c:v>0.32279057</c:v>
                </c:pt>
                <c:pt idx="354">
                  <c:v>0.2816727938</c:v>
                </c:pt>
                <c:pt idx="355">
                  <c:v>0.3364974216</c:v>
                </c:pt>
                <c:pt idx="356">
                  <c:v>0.4156321118</c:v>
                </c:pt>
                <c:pt idx="357">
                  <c:v>0.4411234731</c:v>
                </c:pt>
                <c:pt idx="358">
                  <c:v>0.348080806</c:v>
                </c:pt>
                <c:pt idx="359">
                  <c:v>0.369464729</c:v>
                </c:pt>
              </c:numCache>
            </c:numRef>
          </c:yVal>
        </c:ser>
        <c:ser>
          <c:idx val="3"/>
          <c:order val="3"/>
          <c:tx>
            <c:v>Distributed</c:v>
          </c:tx>
          <c:spPr>
            <a:solidFill xmlns:a="http://schemas.openxmlformats.org/drawingml/2006/main">
              <a:srgbClr val="660099"/>
            </a:solidFill>
            <a:ln xmlns:a="http://schemas.openxmlformats.org/drawingml/2006/main" w="22860">
              <a:solidFill>
                <a:srgbClr val="660099"/>
              </a:solidFill>
            </a:ln>
          </c:spPr>
          <c:marker>
            <c:symbol val="none"/>
          </c:marker>
          <c:xVal>
            <c:numRef>
              <c:f>'Chart Data'!$G$2:$G$361</c:f>
              <c:numCache>
                <c:formatCode>General</c:formatCode>
                <c:ptCount val="36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numCache>
            </c:numRef>
          </c:xVal>
          <c:yVal>
            <c:numRef>
              <c:f>'Chart Data'!$H$2:$H$361</c:f>
              <c:numCache>
                <c:formatCode>0.##</c:formatCode>
                <c:ptCount val="360"/>
                <c:pt idx="0">
                  <c:v>0.09873831395</c:v>
                </c:pt>
                <c:pt idx="1">
                  <c:v>-0.02599381161</c:v>
                </c:pt>
                <c:pt idx="2">
                  <c:v>0.01844633159</c:v>
                </c:pt>
                <c:pt idx="3">
                  <c:v>-0.08063983726</c:v>
                </c:pt>
                <c:pt idx="4">
                  <c:v>0.01289639031</c:v>
                </c:pt>
                <c:pt idx="5">
                  <c:v>0.04006153515</c:v>
                </c:pt>
                <c:pt idx="6">
                  <c:v>0.00743179155</c:v>
                </c:pt>
                <c:pt idx="7">
                  <c:v>0.1331471044</c:v>
                </c:pt>
                <c:pt idx="8">
                  <c:v>0.07966308733</c:v>
                </c:pt>
                <c:pt idx="9">
                  <c:v>0.008552838118</c:v>
                </c:pt>
                <c:pt idx="10">
                  <c:v>0.002659841302</c:v>
                </c:pt>
                <c:pt idx="11">
                  <c:v>0.02342335796</c:v>
                </c:pt>
                <c:pt idx="12">
                  <c:v>-0.08201439299</c:v>
                </c:pt>
                <c:pt idx="13">
                  <c:v>-0.03070904539</c:v>
                </c:pt>
                <c:pt idx="14">
                  <c:v>-0.03003715819</c:v>
                </c:pt>
                <c:pt idx="15">
                  <c:v>0.07182404866</c:v>
                </c:pt>
                <c:pt idx="16">
                  <c:v>0.05360795284</c:v>
                </c:pt>
                <c:pt idx="17">
                  <c:v>0.02245920406</c:v>
                </c:pt>
                <c:pt idx="18">
                  <c:v>0.1039480587</c:v>
                </c:pt>
                <c:pt idx="19">
                  <c:v>-0.002391158648</c:v>
                </c:pt>
                <c:pt idx="20">
                  <c:v>-0.01265842239</c:v>
                </c:pt>
                <c:pt idx="21">
                  <c:v>0.002782975472</c:v>
                </c:pt>
                <c:pt idx="22">
                  <c:v>0.1426559616</c:v>
                </c:pt>
                <c:pt idx="23">
                  <c:v>0.04140761623</c:v>
                </c:pt>
                <c:pt idx="24">
                  <c:v>0.06380637748</c:v>
                </c:pt>
                <c:pt idx="25">
                  <c:v>0.1212917387</c:v>
                </c:pt>
                <c:pt idx="26">
                  <c:v>0.06370884134</c:v>
                </c:pt>
                <c:pt idx="27">
                  <c:v>0.118931959</c:v>
                </c:pt>
                <c:pt idx="28">
                  <c:v>0.08075234466</c:v>
                </c:pt>
                <c:pt idx="29">
                  <c:v>0.1613600506</c:v>
                </c:pt>
                <c:pt idx="30">
                  <c:v>0.06571478135</c:v>
                </c:pt>
                <c:pt idx="31">
                  <c:v>0.02759027672</c:v>
                </c:pt>
                <c:pt idx="32">
                  <c:v>-0.004166263242</c:v>
                </c:pt>
                <c:pt idx="33">
                  <c:v>0.06025596548</c:v>
                </c:pt>
                <c:pt idx="34">
                  <c:v>0.1832702639</c:v>
                </c:pt>
                <c:pt idx="35">
                  <c:v>0.06585319656</c:v>
                </c:pt>
                <c:pt idx="36">
                  <c:v>0.1109479275</c:v>
                </c:pt>
                <c:pt idx="37">
                  <c:v>-0.0153494498</c:v>
                </c:pt>
                <c:pt idx="38">
                  <c:v>0.02703960448</c:v>
                </c:pt>
                <c:pt idx="39">
                  <c:v>0.01905340196</c:v>
                </c:pt>
                <c:pt idx="40">
                  <c:v>0.0302357396</c:v>
                </c:pt>
                <c:pt idx="41">
                  <c:v>-0.0130635431</c:v>
                </c:pt>
                <c:pt idx="42">
                  <c:v>0.06424170218</c:v>
                </c:pt>
                <c:pt idx="43">
                  <c:v>-0.0322799131</c:v>
                </c:pt>
                <c:pt idx="44">
                  <c:v>-0.03818063964</c:v>
                </c:pt>
                <c:pt idx="45">
                  <c:v>0.05198353655</c:v>
                </c:pt>
                <c:pt idx="46">
                  <c:v>0.0407164229</c:v>
                </c:pt>
                <c:pt idx="47">
                  <c:v>0.0543413057</c:v>
                </c:pt>
                <c:pt idx="48">
                  <c:v>0.05767508471</c:v>
                </c:pt>
                <c:pt idx="49">
                  <c:v>0.05931259198</c:v>
                </c:pt>
                <c:pt idx="50">
                  <c:v>0.02814317422</c:v>
                </c:pt>
                <c:pt idx="51">
                  <c:v>-0.0673623393</c:v>
                </c:pt>
                <c:pt idx="52">
                  <c:v>-0.06489749238</c:v>
                </c:pt>
                <c:pt idx="53">
                  <c:v>-0.1025246419</c:v>
                </c:pt>
                <c:pt idx="54">
                  <c:v>0.01703215273</c:v>
                </c:pt>
                <c:pt idx="55">
                  <c:v>0.07255618228</c:v>
                </c:pt>
                <c:pt idx="56">
                  <c:v>0.0100581213</c:v>
                </c:pt>
                <c:pt idx="57">
                  <c:v>-0.01327303026</c:v>
                </c:pt>
                <c:pt idx="58">
                  <c:v>-0.01305609223</c:v>
                </c:pt>
                <c:pt idx="59">
                  <c:v>-0.01050735089</c:v>
                </c:pt>
                <c:pt idx="60">
                  <c:v>-0.0105909665</c:v>
                </c:pt>
                <c:pt idx="61">
                  <c:v>0.01906397324</c:v>
                </c:pt>
                <c:pt idx="62">
                  <c:v>0.01837746275</c:v>
                </c:pt>
                <c:pt idx="63">
                  <c:v>-0.0138559814</c:v>
                </c:pt>
                <c:pt idx="64">
                  <c:v>0.004219300297</c:v>
                </c:pt>
                <c:pt idx="65">
                  <c:v>0.1006357138</c:v>
                </c:pt>
                <c:pt idx="66">
                  <c:v>-0.01475671726</c:v>
                </c:pt>
                <c:pt idx="67">
                  <c:v>0.02029279858</c:v>
                </c:pt>
                <c:pt idx="68">
                  <c:v>0.1316685576</c:v>
                </c:pt>
                <c:pt idx="69">
                  <c:v>-0.03289888405</c:v>
                </c:pt>
                <c:pt idx="70">
                  <c:v>0.002542873498</c:v>
                </c:pt>
                <c:pt idx="71">
                  <c:v>-0.01356402807</c:v>
                </c:pt>
                <c:pt idx="72">
                  <c:v>0.0538833294</c:v>
                </c:pt>
                <c:pt idx="73">
                  <c:v>0.0220050546</c:v>
                </c:pt>
                <c:pt idx="74">
                  <c:v>0.1053305019</c:v>
                </c:pt>
                <c:pt idx="75">
                  <c:v>0.05691287816</c:v>
                </c:pt>
                <c:pt idx="76">
                  <c:v>-0.008111135586</c:v>
                </c:pt>
                <c:pt idx="77">
                  <c:v>0.07512807344</c:v>
                </c:pt>
                <c:pt idx="78">
                  <c:v>0.01211659686</c:v>
                </c:pt>
                <c:pt idx="79">
                  <c:v>0.08389214413</c:v>
                </c:pt>
                <c:pt idx="80">
                  <c:v>-0.01474091882</c:v>
                </c:pt>
                <c:pt idx="81">
                  <c:v>0.03193689532</c:v>
                </c:pt>
                <c:pt idx="82">
                  <c:v>0.08375915768</c:v>
                </c:pt>
                <c:pt idx="83">
                  <c:v>0.01254611818</c:v>
                </c:pt>
                <c:pt idx="84">
                  <c:v>-0.01509886931</c:v>
                </c:pt>
                <c:pt idx="85">
                  <c:v>-0.07135522553</c:v>
                </c:pt>
                <c:pt idx="86">
                  <c:v>-0.03852680152</c:v>
                </c:pt>
                <c:pt idx="87">
                  <c:v>0.03846211909</c:v>
                </c:pt>
                <c:pt idx="88">
                  <c:v>0.04270702958</c:v>
                </c:pt>
                <c:pt idx="89">
                  <c:v>0.04865073458</c:v>
                </c:pt>
                <c:pt idx="90">
                  <c:v>-0.07470099862</c:v>
                </c:pt>
                <c:pt idx="91">
                  <c:v>-0.09205956871</c:v>
                </c:pt>
                <c:pt idx="92">
                  <c:v>-0.01771120208</c:v>
                </c:pt>
                <c:pt idx="93">
                  <c:v>0.0002406371001</c:v>
                </c:pt>
                <c:pt idx="94">
                  <c:v>0.06577788436</c:v>
                </c:pt>
                <c:pt idx="95">
                  <c:v>0.06351883662</c:v>
                </c:pt>
                <c:pt idx="96">
                  <c:v>0.04026030452</c:v>
                </c:pt>
                <c:pt idx="97">
                  <c:v>0.07412754271</c:v>
                </c:pt>
                <c:pt idx="98">
                  <c:v>0.02626797212</c:v>
                </c:pt>
                <c:pt idx="99">
                  <c:v>-0.03476469219</c:v>
                </c:pt>
                <c:pt idx="100">
                  <c:v>-0.001558585994</c:v>
                </c:pt>
                <c:pt idx="101">
                  <c:v>0.01037328183</c:v>
                </c:pt>
                <c:pt idx="102">
                  <c:v>0.01224586721</c:v>
                </c:pt>
                <c:pt idx="103">
                  <c:v>0.01819093994</c:v>
                </c:pt>
                <c:pt idx="104">
                  <c:v>0.01951554024</c:v>
                </c:pt>
                <c:pt idx="105">
                  <c:v>0.01796386928</c:v>
                </c:pt>
                <c:pt idx="106">
                  <c:v>0.004765369504</c:v>
                </c:pt>
                <c:pt idx="107">
                  <c:v>-0.0007336186149</c:v>
                </c:pt>
                <c:pt idx="108">
                  <c:v>0.04387657673</c:v>
                </c:pt>
                <c:pt idx="109">
                  <c:v>0.09667444318</c:v>
                </c:pt>
                <c:pt idx="110">
                  <c:v>0.01499552413</c:v>
                </c:pt>
                <c:pt idx="111">
                  <c:v>0.04095331739</c:v>
                </c:pt>
                <c:pt idx="112">
                  <c:v>0.05491539974</c:v>
                </c:pt>
                <c:pt idx="113">
                  <c:v>-0.01775427764</c:v>
                </c:pt>
                <c:pt idx="114">
                  <c:v>0.04593937094</c:v>
                </c:pt>
                <c:pt idx="115">
                  <c:v>0.01084762376</c:v>
                </c:pt>
                <c:pt idx="116">
                  <c:v>0.08728392981</c:v>
                </c:pt>
                <c:pt idx="117">
                  <c:v>0.03690771601</c:v>
                </c:pt>
                <c:pt idx="118">
                  <c:v>0.01152661487</c:v>
                </c:pt>
                <c:pt idx="119">
                  <c:v>0.1088669538</c:v>
                </c:pt>
                <c:pt idx="120">
                  <c:v>-0.04188572183</c:v>
                </c:pt>
                <c:pt idx="121">
                  <c:v>0.04030654824</c:v>
                </c:pt>
                <c:pt idx="122">
                  <c:v>-0.03193901678</c:v>
                </c:pt>
                <c:pt idx="123">
                  <c:v>-0.02851963001</c:v>
                </c:pt>
                <c:pt idx="124">
                  <c:v>-0.002260646792</c:v>
                </c:pt>
                <c:pt idx="125">
                  <c:v>0.06446207385</c:v>
                </c:pt>
                <c:pt idx="126">
                  <c:v>0.09555386145</c:v>
                </c:pt>
                <c:pt idx="127">
                  <c:v>0.1054801117</c:v>
                </c:pt>
                <c:pt idx="128">
                  <c:v>0.1325046314</c:v>
                </c:pt>
                <c:pt idx="129">
                  <c:v>0.0969684363</c:v>
                </c:pt>
                <c:pt idx="130">
                  <c:v>0.06919706952</c:v>
                </c:pt>
                <c:pt idx="131">
                  <c:v>0.05335929762</c:v>
                </c:pt>
                <c:pt idx="132">
                  <c:v>0.05499866223</c:v>
                </c:pt>
                <c:pt idx="133">
                  <c:v>0.04358959027</c:v>
                </c:pt>
                <c:pt idx="134">
                  <c:v>0.05505754177</c:v>
                </c:pt>
                <c:pt idx="135">
                  <c:v>0.1896792239</c:v>
                </c:pt>
                <c:pt idx="136">
                  <c:v>0.1489855841</c:v>
                </c:pt>
                <c:pt idx="137">
                  <c:v>0.07853353788</c:v>
                </c:pt>
                <c:pt idx="138">
                  <c:v>0.02405402492</c:v>
                </c:pt>
                <c:pt idx="139">
                  <c:v>0.1492384571</c:v>
                </c:pt>
                <c:pt idx="140">
                  <c:v>0.1825373918</c:v>
                </c:pt>
                <c:pt idx="141">
                  <c:v>0.05998413507</c:v>
                </c:pt>
                <c:pt idx="142">
                  <c:v>0.1192896937</c:v>
                </c:pt>
                <c:pt idx="143">
                  <c:v>0.1485473372</c:v>
                </c:pt>
                <c:pt idx="144">
                  <c:v>0.05275051979</c:v>
                </c:pt>
                <c:pt idx="145">
                  <c:v>0.1622866723</c:v>
                </c:pt>
                <c:pt idx="146">
                  <c:v>0.03834036518</c:v>
                </c:pt>
                <c:pt idx="147">
                  <c:v>0.09248199168</c:v>
                </c:pt>
                <c:pt idx="148">
                  <c:v>0.1639680277</c:v>
                </c:pt>
                <c:pt idx="149">
                  <c:v>0.2544671909</c:v>
                </c:pt>
                <c:pt idx="150">
                  <c:v>0.1715130005</c:v>
                </c:pt>
                <c:pt idx="151">
                  <c:v>0.2131938298</c:v>
                </c:pt>
                <c:pt idx="152">
                  <c:v>0.2953049566</c:v>
                </c:pt>
                <c:pt idx="153">
                  <c:v>0.193552007</c:v>
                </c:pt>
                <c:pt idx="154">
                  <c:v>0.1319459918</c:v>
                </c:pt>
                <c:pt idx="155">
                  <c:v>0.182005653</c:v>
                </c:pt>
                <c:pt idx="156">
                  <c:v>0.2458684171</c:v>
                </c:pt>
                <c:pt idx="157">
                  <c:v>0.243768077</c:v>
                </c:pt>
                <c:pt idx="158">
                  <c:v>0.2548247746</c:v>
                </c:pt>
                <c:pt idx="159">
                  <c:v>0.2127361298</c:v>
                </c:pt>
                <c:pt idx="160">
                  <c:v>0.2302684299</c:v>
                </c:pt>
                <c:pt idx="161">
                  <c:v>0.3321951781</c:v>
                </c:pt>
                <c:pt idx="162">
                  <c:v>0.2878792507</c:v>
                </c:pt>
                <c:pt idx="163">
                  <c:v>0.2652477395</c:v>
                </c:pt>
                <c:pt idx="164">
                  <c:v>0.2231896672</c:v>
                </c:pt>
                <c:pt idx="165">
                  <c:v>0.2688928912</c:v>
                </c:pt>
                <c:pt idx="166">
                  <c:v>0.2732793003</c:v>
                </c:pt>
                <c:pt idx="167">
                  <c:v>0.2441565664</c:v>
                </c:pt>
                <c:pt idx="168">
                  <c:v>0.2510987087</c:v>
                </c:pt>
                <c:pt idx="169">
                  <c:v>0.2556367307</c:v>
                </c:pt>
                <c:pt idx="170">
                  <c:v>0.4265722949</c:v>
                </c:pt>
                <c:pt idx="171">
                  <c:v>0.2157736174</c:v>
                </c:pt>
                <c:pt idx="172">
                  <c:v>0.2340239713</c:v>
                </c:pt>
                <c:pt idx="173">
                  <c:v>0.3104019118</c:v>
                </c:pt>
                <c:pt idx="174">
                  <c:v>0.317054451</c:v>
                </c:pt>
                <c:pt idx="175">
                  <c:v>0.3029118343</c:v>
                </c:pt>
                <c:pt idx="176">
                  <c:v>0.3344142215</c:v>
                </c:pt>
                <c:pt idx="177">
                  <c:v>0.2785321734</c:v>
                </c:pt>
                <c:pt idx="178">
                  <c:v>0.3678728435</c:v>
                </c:pt>
                <c:pt idx="179">
                  <c:v>0.2926202725</c:v>
                </c:pt>
                <c:pt idx="180">
                  <c:v>0.2796894063</c:v>
                </c:pt>
                <c:pt idx="181">
                  <c:v>0.2445628252</c:v>
                </c:pt>
                <c:pt idx="182">
                  <c:v>0.3495922036</c:v>
                </c:pt>
                <c:pt idx="183">
                  <c:v>0.359456773</c:v>
                </c:pt>
                <c:pt idx="184">
                  <c:v>0.3563884443</c:v>
                </c:pt>
                <c:pt idx="185">
                  <c:v>0.3208016565</c:v>
                </c:pt>
                <c:pt idx="186">
                  <c:v>0.217347342</c:v>
                </c:pt>
                <c:pt idx="187">
                  <c:v>0.3381427568</c:v>
                </c:pt>
                <c:pt idx="188">
                  <c:v>0.2786496667</c:v>
                </c:pt>
                <c:pt idx="189">
                  <c:v>0.4755274634</c:v>
                </c:pt>
                <c:pt idx="190">
                  <c:v>0.3691942313</c:v>
                </c:pt>
                <c:pt idx="191">
                  <c:v>0.4220006759</c:v>
                </c:pt>
                <c:pt idx="192">
                  <c:v>0.3286551062</c:v>
                </c:pt>
                <c:pt idx="193">
                  <c:v>0.2935193586</c:v>
                </c:pt>
                <c:pt idx="194">
                  <c:v>0.4078550826</c:v>
                </c:pt>
                <c:pt idx="195">
                  <c:v>0.2903816926</c:v>
                </c:pt>
                <c:pt idx="196">
                  <c:v>0.3647085151</c:v>
                </c:pt>
                <c:pt idx="197">
                  <c:v>0.3476903811</c:v>
                </c:pt>
                <c:pt idx="198">
                  <c:v>0.3638155721</c:v>
                </c:pt>
                <c:pt idx="199">
                  <c:v>0.4417176181</c:v>
                </c:pt>
                <c:pt idx="200">
                  <c:v>0.4110854089</c:v>
                </c:pt>
                <c:pt idx="201">
                  <c:v>0.5396489694</c:v>
                </c:pt>
                <c:pt idx="202">
                  <c:v>0.3592630435</c:v>
                </c:pt>
                <c:pt idx="203">
                  <c:v>0.3851234148</c:v>
                </c:pt>
                <c:pt idx="204">
                  <c:v>0.3379937454</c:v>
                </c:pt>
                <c:pt idx="205">
                  <c:v>0.3418234426</c:v>
                </c:pt>
                <c:pt idx="206">
                  <c:v>0.3433160964</c:v>
                </c:pt>
                <c:pt idx="207">
                  <c:v>0.4464864665</c:v>
                </c:pt>
                <c:pt idx="208">
                  <c:v>0.3246581807</c:v>
                </c:pt>
                <c:pt idx="209">
                  <c:v>0.4635666038</c:v>
                </c:pt>
                <c:pt idx="210">
                  <c:v>0.4490557534</c:v>
                </c:pt>
                <c:pt idx="211">
                  <c:v>0.2900683949</c:v>
                </c:pt>
                <c:pt idx="212">
                  <c:v>0.3826209174</c:v>
                </c:pt>
                <c:pt idx="213">
                  <c:v>0.3917217904</c:v>
                </c:pt>
                <c:pt idx="214">
                  <c:v>0.4925466073</c:v>
                </c:pt>
                <c:pt idx="215">
                  <c:v>0.4329481812</c:v>
                </c:pt>
                <c:pt idx="216">
                  <c:v>0.4083499814</c:v>
                </c:pt>
                <c:pt idx="217">
                  <c:v>0.4260748958</c:v>
                </c:pt>
                <c:pt idx="218">
                  <c:v>0.3609440432</c:v>
                </c:pt>
                <c:pt idx="219">
                  <c:v>0.4033490209</c:v>
                </c:pt>
                <c:pt idx="220">
                  <c:v>0.4143748924</c:v>
                </c:pt>
                <c:pt idx="221">
                  <c:v>0.3491230136</c:v>
                </c:pt>
                <c:pt idx="222">
                  <c:v>0.4179120676</c:v>
                </c:pt>
                <c:pt idx="223">
                  <c:v>0.3790530508</c:v>
                </c:pt>
                <c:pt idx="224">
                  <c:v>0.3827856541</c:v>
                </c:pt>
                <c:pt idx="225">
                  <c:v>0.4215524946</c:v>
                </c:pt>
                <c:pt idx="226">
                  <c:v>0.3793709114</c:v>
                </c:pt>
                <c:pt idx="227">
                  <c:v>0.3643234562</c:v>
                </c:pt>
                <c:pt idx="228">
                  <c:v>0.3559231503</c:v>
                </c:pt>
                <c:pt idx="229">
                  <c:v>0.3750690618</c:v>
                </c:pt>
                <c:pt idx="230">
                  <c:v>0.3854993364</c:v>
                </c:pt>
                <c:pt idx="231">
                  <c:v>0.3387644121</c:v>
                </c:pt>
                <c:pt idx="232">
                  <c:v>0.4070640164</c:v>
                </c:pt>
                <c:pt idx="233">
                  <c:v>0.4198912319</c:v>
                </c:pt>
                <c:pt idx="234">
                  <c:v>0.4001698985</c:v>
                </c:pt>
                <c:pt idx="235">
                  <c:v>0.4271480471</c:v>
                </c:pt>
                <c:pt idx="236">
                  <c:v>0.4208591975</c:v>
                </c:pt>
                <c:pt idx="237">
                  <c:v>0.4699939367</c:v>
                </c:pt>
                <c:pt idx="238">
                  <c:v>0.4009223478</c:v>
                </c:pt>
                <c:pt idx="239">
                  <c:v>0.5084981661</c:v>
                </c:pt>
                <c:pt idx="240">
                  <c:v>0.2914297584</c:v>
                </c:pt>
                <c:pt idx="241">
                  <c:v>0.4507498373</c:v>
                </c:pt>
                <c:pt idx="242">
                  <c:v>0.4334594003</c:v>
                </c:pt>
                <c:pt idx="243">
                  <c:v>0.4214293796</c:v>
                </c:pt>
                <c:pt idx="244">
                  <c:v>0.4130806965</c:v>
                </c:pt>
                <c:pt idx="245">
                  <c:v>0.3586185616</c:v>
                </c:pt>
                <c:pt idx="246">
                  <c:v>0.3401766964</c:v>
                </c:pt>
                <c:pt idx="247">
                  <c:v>0.4322725536</c:v>
                </c:pt>
                <c:pt idx="248">
                  <c:v>0.4983005318</c:v>
                </c:pt>
                <c:pt idx="249">
                  <c:v>0.4695039982</c:v>
                </c:pt>
                <c:pt idx="250">
                  <c:v>0.420010924</c:v>
                </c:pt>
                <c:pt idx="251">
                  <c:v>0.3802513131</c:v>
                </c:pt>
                <c:pt idx="252">
                  <c:v>0.4761039233</c:v>
                </c:pt>
                <c:pt idx="253">
                  <c:v>0.4747926962</c:v>
                </c:pt>
                <c:pt idx="254">
                  <c:v>0.4897989506</c:v>
                </c:pt>
                <c:pt idx="255">
                  <c:v>0.3827052986</c:v>
                </c:pt>
                <c:pt idx="256">
                  <c:v>0.3799135664</c:v>
                </c:pt>
                <c:pt idx="257">
                  <c:v>0.4654939608</c:v>
                </c:pt>
                <c:pt idx="258">
                  <c:v>0.3911099568</c:v>
                </c:pt>
                <c:pt idx="259">
                  <c:v>0.4093826688</c:v>
                </c:pt>
                <c:pt idx="260">
                  <c:v>0.4193178908</c:v>
                </c:pt>
                <c:pt idx="261">
                  <c:v>0.3041266208</c:v>
                </c:pt>
                <c:pt idx="262">
                  <c:v>0.4454702613</c:v>
                </c:pt>
                <c:pt idx="263">
                  <c:v>0.3742791417</c:v>
                </c:pt>
                <c:pt idx="264">
                  <c:v>0.3722089797</c:v>
                </c:pt>
                <c:pt idx="265">
                  <c:v>0.4576025434</c:v>
                </c:pt>
                <c:pt idx="266">
                  <c:v>0.3916995241</c:v>
                </c:pt>
                <c:pt idx="267">
                  <c:v>0.3538534082</c:v>
                </c:pt>
                <c:pt idx="268">
                  <c:v>0.3912788138</c:v>
                </c:pt>
                <c:pt idx="269">
                  <c:v>0.3920553004</c:v>
                </c:pt>
                <c:pt idx="270">
                  <c:v>0.4028226717</c:v>
                </c:pt>
                <c:pt idx="271">
                  <c:v>0.5613862041</c:v>
                </c:pt>
                <c:pt idx="272">
                  <c:v>0.4406480893</c:v>
                </c:pt>
                <c:pt idx="273">
                  <c:v>0.4020376473</c:v>
                </c:pt>
                <c:pt idx="274">
                  <c:v>0.4347760168</c:v>
                </c:pt>
                <c:pt idx="275">
                  <c:v>0.4476715011</c:v>
                </c:pt>
                <c:pt idx="276">
                  <c:v>0.4854140877</c:v>
                </c:pt>
                <c:pt idx="277">
                  <c:v>0.3843540195</c:v>
                </c:pt>
                <c:pt idx="278">
                  <c:v>0.4166202087</c:v>
                </c:pt>
                <c:pt idx="279">
                  <c:v>0.4186889397</c:v>
                </c:pt>
                <c:pt idx="280">
                  <c:v>0.3522087916</c:v>
                </c:pt>
                <c:pt idx="281">
                  <c:v>0.4122337692</c:v>
                </c:pt>
                <c:pt idx="282">
                  <c:v>0.3980402512</c:v>
                </c:pt>
                <c:pt idx="283">
                  <c:v>0.4268984636</c:v>
                </c:pt>
                <c:pt idx="284">
                  <c:v>0.4257066083</c:v>
                </c:pt>
                <c:pt idx="285">
                  <c:v>0.3636290285</c:v>
                </c:pt>
                <c:pt idx="286">
                  <c:v>0.4556756232</c:v>
                </c:pt>
                <c:pt idx="287">
                  <c:v>0.3741398955</c:v>
                </c:pt>
                <c:pt idx="288">
                  <c:v>0.2996658963</c:v>
                </c:pt>
                <c:pt idx="289">
                  <c:v>0.3141487772</c:v>
                </c:pt>
                <c:pt idx="290">
                  <c:v>0.4347305405</c:v>
                </c:pt>
                <c:pt idx="291">
                  <c:v>0.4666807203</c:v>
                </c:pt>
                <c:pt idx="292">
                  <c:v>0.3743180806</c:v>
                </c:pt>
                <c:pt idx="293">
                  <c:v>0.4393264922</c:v>
                </c:pt>
                <c:pt idx="294">
                  <c:v>0.3156302189</c:v>
                </c:pt>
                <c:pt idx="295">
                  <c:v>0.4323331918</c:v>
                </c:pt>
                <c:pt idx="296">
                  <c:v>0.3385854056</c:v>
                </c:pt>
                <c:pt idx="297">
                  <c:v>0.4257809643</c:v>
                </c:pt>
                <c:pt idx="298">
                  <c:v>0.3216587353</c:v>
                </c:pt>
                <c:pt idx="299">
                  <c:v>0.358072211</c:v>
                </c:pt>
                <c:pt idx="300">
                  <c:v>0.3729416801</c:v>
                </c:pt>
                <c:pt idx="301">
                  <c:v>0.4232154129</c:v>
                </c:pt>
                <c:pt idx="302">
                  <c:v>0.3934858678</c:v>
                </c:pt>
                <c:pt idx="303">
                  <c:v>0.4116781856</c:v>
                </c:pt>
                <c:pt idx="304">
                  <c:v>0.4418223046</c:v>
                </c:pt>
                <c:pt idx="305">
                  <c:v>0.3847474334</c:v>
                </c:pt>
                <c:pt idx="306">
                  <c:v>0.3180649285</c:v>
                </c:pt>
                <c:pt idx="307">
                  <c:v>0.3587908095</c:v>
                </c:pt>
                <c:pt idx="308">
                  <c:v>0.4216630493</c:v>
                </c:pt>
                <c:pt idx="309">
                  <c:v>0.2883325439</c:v>
                </c:pt>
                <c:pt idx="310">
                  <c:v>0.393147379</c:v>
                </c:pt>
                <c:pt idx="311">
                  <c:v>0.4535421315</c:v>
                </c:pt>
                <c:pt idx="312">
                  <c:v>0.4022283013</c:v>
                </c:pt>
                <c:pt idx="313">
                  <c:v>0.4042391287</c:v>
                </c:pt>
                <c:pt idx="314">
                  <c:v>0.4689357927</c:v>
                </c:pt>
                <c:pt idx="315">
                  <c:v>0.4891234235</c:v>
                </c:pt>
                <c:pt idx="316">
                  <c:v>0.4216617888</c:v>
                </c:pt>
                <c:pt idx="317">
                  <c:v>0.3579096596</c:v>
                </c:pt>
                <c:pt idx="318">
                  <c:v>0.4332767541</c:v>
                </c:pt>
                <c:pt idx="319">
                  <c:v>0.4645956058</c:v>
                </c:pt>
                <c:pt idx="320">
                  <c:v>0.4873724748</c:v>
                </c:pt>
                <c:pt idx="321">
                  <c:v>0.4324981244</c:v>
                </c:pt>
                <c:pt idx="322">
                  <c:v>0.4349451823</c:v>
                </c:pt>
                <c:pt idx="323">
                  <c:v>0.4086999121</c:v>
                </c:pt>
                <c:pt idx="324">
                  <c:v>0.4905942624</c:v>
                </c:pt>
                <c:pt idx="325">
                  <c:v>0.4716832293</c:v>
                </c:pt>
                <c:pt idx="326">
                  <c:v>0.5340677865</c:v>
                </c:pt>
                <c:pt idx="327">
                  <c:v>0.4767189562</c:v>
                </c:pt>
                <c:pt idx="328">
                  <c:v>0.4366463823</c:v>
                </c:pt>
                <c:pt idx="329">
                  <c:v>0.4613547277</c:v>
                </c:pt>
                <c:pt idx="330">
                  <c:v>0.4561362012</c:v>
                </c:pt>
                <c:pt idx="331">
                  <c:v>0.4263540811</c:v>
                </c:pt>
                <c:pt idx="332">
                  <c:v>0.3977289091</c:v>
                </c:pt>
                <c:pt idx="333">
                  <c:v>0.3715711058</c:v>
                </c:pt>
                <c:pt idx="334">
                  <c:v>0.4479961857</c:v>
                </c:pt>
                <c:pt idx="335">
                  <c:v>0.4390370976</c:v>
                </c:pt>
                <c:pt idx="336">
                  <c:v>0.3956199084</c:v>
                </c:pt>
                <c:pt idx="337">
                  <c:v>0.4106775609</c:v>
                </c:pt>
                <c:pt idx="338">
                  <c:v>0.4524193497</c:v>
                </c:pt>
                <c:pt idx="339">
                  <c:v>0.4821947807</c:v>
                </c:pt>
                <c:pt idx="340">
                  <c:v>0.4404179214</c:v>
                </c:pt>
                <c:pt idx="341">
                  <c:v>0.4248466477</c:v>
                </c:pt>
                <c:pt idx="342">
                  <c:v>0.3344586023</c:v>
                </c:pt>
                <c:pt idx="343">
                  <c:v>0.4515749924</c:v>
                </c:pt>
                <c:pt idx="344">
                  <c:v>0.4522885582</c:v>
                </c:pt>
                <c:pt idx="345">
                  <c:v>0.4044944139</c:v>
                </c:pt>
                <c:pt idx="346">
                  <c:v>0.3577430239</c:v>
                </c:pt>
                <c:pt idx="347">
                  <c:v>0.3433886395</c:v>
                </c:pt>
                <c:pt idx="348">
                  <c:v>0.332795535</c:v>
                </c:pt>
                <c:pt idx="349">
                  <c:v>0.4519329156</c:v>
                </c:pt>
                <c:pt idx="350">
                  <c:v>0.4408431567</c:v>
                </c:pt>
                <c:pt idx="351">
                  <c:v>0.330832928</c:v>
                </c:pt>
                <c:pt idx="352">
                  <c:v>0.3988447523</c:v>
                </c:pt>
                <c:pt idx="353">
                  <c:v>0.4257338762</c:v>
                </c:pt>
                <c:pt idx="354">
                  <c:v>0.4652442176</c:v>
                </c:pt>
                <c:pt idx="355">
                  <c:v>0.4044998712</c:v>
                </c:pt>
                <c:pt idx="356">
                  <c:v>0.3110710663</c:v>
                </c:pt>
                <c:pt idx="357">
                  <c:v>0.4387762026</c:v>
                </c:pt>
                <c:pt idx="358">
                  <c:v>0.4098835722</c:v>
                </c:pt>
                <c:pt idx="359">
                  <c:v>0.4641363286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NaCl change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noise</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Gaussian prediction</c:v>
          </c:tx>
          <c:spPr>
            <a:solidFill xmlns:a="http://schemas.openxmlformats.org/drawingml/2006/main">
              <a:srgbClr val="595959"/>
            </a:solidFill>
            <a:ln xmlns:a="http://schemas.openxmlformats.org/drawingml/2006/main" w="22860">
              <a:solidFill>
                <a:srgbClr val="595959"/>
              </a:solidFill>
            </a:ln>
          </c:spPr>
          <c:cat>
            <c:strRef>
              <c:f>'Chart Data'!$A$2:$A$4</c:f>
              <c:strCache>
                <c:ptCount val="3"/>
                <c:pt idx="0">
                  <c:v>Coherent</c:v>
                </c:pt>
                <c:pt idx="1">
                  <c:v>Local squeezed</c:v>
                </c:pt>
                <c:pt idx="2">
                  <c:v>Distributed</c:v>
                </c:pt>
              </c:strCache>
            </c:strRef>
          </c:cat>
          <c:val>
            <c:numRef>
              <c:f>'Chart Data'!$B$2:$B$4</c:f>
              <c:numCache>
                <c:formatCode>0.##</c:formatCode>
                <c:ptCount val="3"/>
                <c:pt idx="0">
                  <c:v>0.2426817297</c:v>
                </c:pt>
                <c:pt idx="1">
                  <c:v>0.3293999268</c:v>
                </c:pt>
                <c:pt idx="2">
                  <c:v>0.4733112665</c:v>
                </c:pt>
              </c:numCache>
            </c:numRef>
          </c:val>
        </c:ser>
        <c:ser>
          <c:idx val="1"/>
          <c:order val="1"/>
          <c:tx>
            <c:v>Monte Carlo</c:v>
          </c:tx>
          <c:spPr>
            <a:solidFill xmlns:a="http://schemas.openxmlformats.org/drawingml/2006/main">
              <a:srgbClr val="16877B"/>
            </a:solidFill>
            <a:ln xmlns:a="http://schemas.openxmlformats.org/drawingml/2006/main" w="22860">
              <a:solidFill>
                <a:srgbClr val="16877B"/>
              </a:solidFill>
            </a:ln>
          </c:spPr>
          <c:cat>
            <c:strRef>
              <c:f>'Chart Data'!$C$2:$C$4</c:f>
              <c:strCache>
                <c:ptCount val="3"/>
                <c:pt idx="0">
                  <c:v>Coherent</c:v>
                </c:pt>
                <c:pt idx="1">
                  <c:v>Local squeezed</c:v>
                </c:pt>
                <c:pt idx="2">
                  <c:v>Distributed</c:v>
                </c:pt>
              </c:strCache>
            </c:strRef>
          </c:cat>
          <c:val>
            <c:numRef>
              <c:f>'Chart Data'!$D$2:$D$4</c:f>
              <c:numCache>
                <c:formatCode>0.##</c:formatCode>
                <c:ptCount val="3"/>
                <c:pt idx="0">
                  <c:v>0.24311</c:v>
                </c:pt>
                <c:pt idx="1">
                  <c:v>0.3316</c:v>
                </c:pt>
                <c:pt idx="2">
                  <c:v>0.47512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Detection probability</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16-tap pilot</c:v>
          </c:tx>
          <c:spPr>
            <a:solidFill xmlns:a="http://schemas.openxmlformats.org/drawingml/2006/main">
              <a:srgbClr val="595959"/>
            </a:solidFill>
            <a:ln xmlns:a="http://schemas.openxmlformats.org/drawingml/2006/main" w="22860">
              <a:solidFill>
                <a:srgbClr val="595959"/>
              </a:solidFill>
            </a:ln>
          </c:spPr>
          <c:marker>
            <c:symbol val="none"/>
          </c:marker>
          <c:xVal>
            <c:numRef>
              <c:f>'Chart Data'!$A$2:$A$81</c:f>
              <c:numCache>
                <c:formatCode>General</c:formatCode>
                <c:ptCount val="80"/>
                <c:pt idx="0">
                  <c:v>-2</c:v>
                </c:pt>
                <c:pt idx="1">
                  <c:v>-1.962025316</c:v>
                </c:pt>
                <c:pt idx="2">
                  <c:v>-1.924050633</c:v>
                </c:pt>
                <c:pt idx="3">
                  <c:v>-1.886075949</c:v>
                </c:pt>
                <c:pt idx="4">
                  <c:v>-1.848101266</c:v>
                </c:pt>
                <c:pt idx="5">
                  <c:v>-1.810126582</c:v>
                </c:pt>
                <c:pt idx="6">
                  <c:v>-1.772151899</c:v>
                </c:pt>
                <c:pt idx="7">
                  <c:v>-1.734177215</c:v>
                </c:pt>
                <c:pt idx="8">
                  <c:v>-1.696202532</c:v>
                </c:pt>
                <c:pt idx="9">
                  <c:v>-1.658227848</c:v>
                </c:pt>
                <c:pt idx="10">
                  <c:v>-1.620253165</c:v>
                </c:pt>
                <c:pt idx="11">
                  <c:v>-1.582278481</c:v>
                </c:pt>
                <c:pt idx="12">
                  <c:v>-1.544303797</c:v>
                </c:pt>
                <c:pt idx="13">
                  <c:v>-1.506329114</c:v>
                </c:pt>
                <c:pt idx="14">
                  <c:v>-1.46835443</c:v>
                </c:pt>
                <c:pt idx="15">
                  <c:v>-1.430379747</c:v>
                </c:pt>
                <c:pt idx="16">
                  <c:v>-1.392405063</c:v>
                </c:pt>
                <c:pt idx="17">
                  <c:v>-1.35443038</c:v>
                </c:pt>
                <c:pt idx="18">
                  <c:v>-1.316455696</c:v>
                </c:pt>
                <c:pt idx="19">
                  <c:v>-1.278481013</c:v>
                </c:pt>
                <c:pt idx="20">
                  <c:v>-1.240506329</c:v>
                </c:pt>
                <c:pt idx="21">
                  <c:v>-1.202531646</c:v>
                </c:pt>
                <c:pt idx="22">
                  <c:v>-1.164556962</c:v>
                </c:pt>
                <c:pt idx="23">
                  <c:v>-1.126582278</c:v>
                </c:pt>
                <c:pt idx="24">
                  <c:v>-1.088607595</c:v>
                </c:pt>
                <c:pt idx="25">
                  <c:v>-1.050632911</c:v>
                </c:pt>
                <c:pt idx="26">
                  <c:v>-1.012658228</c:v>
                </c:pt>
                <c:pt idx="27">
                  <c:v>-0.9746835443</c:v>
                </c:pt>
                <c:pt idx="28">
                  <c:v>-0.9367088608</c:v>
                </c:pt>
                <c:pt idx="29">
                  <c:v>-0.8987341772</c:v>
                </c:pt>
                <c:pt idx="30">
                  <c:v>-0.8607594937</c:v>
                </c:pt>
                <c:pt idx="31">
                  <c:v>-0.8227848101</c:v>
                </c:pt>
                <c:pt idx="32">
                  <c:v>-0.7848101266</c:v>
                </c:pt>
                <c:pt idx="33">
                  <c:v>-0.746835443</c:v>
                </c:pt>
                <c:pt idx="34">
                  <c:v>-0.7088607595</c:v>
                </c:pt>
                <c:pt idx="35">
                  <c:v>-0.6708860759</c:v>
                </c:pt>
                <c:pt idx="36">
                  <c:v>-0.6329113924</c:v>
                </c:pt>
                <c:pt idx="37">
                  <c:v>-0.5949367089</c:v>
                </c:pt>
                <c:pt idx="38">
                  <c:v>-0.5569620253</c:v>
                </c:pt>
                <c:pt idx="39">
                  <c:v>-0.5189873418</c:v>
                </c:pt>
                <c:pt idx="40">
                  <c:v>-0.4810126582</c:v>
                </c:pt>
                <c:pt idx="41">
                  <c:v>-0.4430379747</c:v>
                </c:pt>
                <c:pt idx="42">
                  <c:v>-0.4050632911</c:v>
                </c:pt>
                <c:pt idx="43">
                  <c:v>-0.3670886076</c:v>
                </c:pt>
                <c:pt idx="44">
                  <c:v>-0.3291139241</c:v>
                </c:pt>
                <c:pt idx="45">
                  <c:v>-0.2911392405</c:v>
                </c:pt>
                <c:pt idx="46">
                  <c:v>-0.253164557</c:v>
                </c:pt>
                <c:pt idx="47">
                  <c:v>-0.2151898734</c:v>
                </c:pt>
                <c:pt idx="48">
                  <c:v>-0.1772151899</c:v>
                </c:pt>
                <c:pt idx="49">
                  <c:v>-0.1392405063</c:v>
                </c:pt>
                <c:pt idx="50">
                  <c:v>-0.1012658228</c:v>
                </c:pt>
                <c:pt idx="51">
                  <c:v>-0.06329113924</c:v>
                </c:pt>
                <c:pt idx="52">
                  <c:v>-0.0253164557</c:v>
                </c:pt>
                <c:pt idx="53">
                  <c:v>0.01265822785</c:v>
                </c:pt>
                <c:pt idx="54">
                  <c:v>0.05063291139</c:v>
                </c:pt>
                <c:pt idx="55">
                  <c:v>0.08860759494</c:v>
                </c:pt>
                <c:pt idx="56">
                  <c:v>0.1265822785</c:v>
                </c:pt>
                <c:pt idx="57">
                  <c:v>0.164556962</c:v>
                </c:pt>
                <c:pt idx="58">
                  <c:v>0.2025316456</c:v>
                </c:pt>
                <c:pt idx="59">
                  <c:v>0.2405063291</c:v>
                </c:pt>
                <c:pt idx="60">
                  <c:v>0.2784810127</c:v>
                </c:pt>
                <c:pt idx="61">
                  <c:v>0.3164556962</c:v>
                </c:pt>
                <c:pt idx="62">
                  <c:v>0.3544303797</c:v>
                </c:pt>
                <c:pt idx="63">
                  <c:v>0.3924050633</c:v>
                </c:pt>
                <c:pt idx="64">
                  <c:v>0.4303797468</c:v>
                </c:pt>
                <c:pt idx="65">
                  <c:v>0.4683544304</c:v>
                </c:pt>
                <c:pt idx="66">
                  <c:v>0.5063291139</c:v>
                </c:pt>
                <c:pt idx="67">
                  <c:v>0.5443037975</c:v>
                </c:pt>
                <c:pt idx="68">
                  <c:v>0.582278481</c:v>
                </c:pt>
                <c:pt idx="69">
                  <c:v>0.6202531646</c:v>
                </c:pt>
                <c:pt idx="70">
                  <c:v>0.6582278481</c:v>
                </c:pt>
                <c:pt idx="71">
                  <c:v>0.6962025316</c:v>
                </c:pt>
                <c:pt idx="72">
                  <c:v>0.7341772152</c:v>
                </c:pt>
                <c:pt idx="73">
                  <c:v>0.7721518987</c:v>
                </c:pt>
                <c:pt idx="74">
                  <c:v>0.8101265823</c:v>
                </c:pt>
                <c:pt idx="75">
                  <c:v>0.8481012658</c:v>
                </c:pt>
                <c:pt idx="76">
                  <c:v>0.8860759494</c:v>
                </c:pt>
                <c:pt idx="77">
                  <c:v>0.9240506329</c:v>
                </c:pt>
                <c:pt idx="78">
                  <c:v>0.9620253165</c:v>
                </c:pt>
                <c:pt idx="79">
                  <c:v>1</c:v>
                </c:pt>
              </c:numCache>
            </c:numRef>
          </c:xVal>
          <c:yVal>
            <c:numRef>
              <c:f>'Chart Data'!$B$2:$B$81</c:f>
              <c:numCache>
                <c:formatCode>0.##</c:formatCode>
                <c:ptCount val="80"/>
                <c:pt idx="0">
                  <c:v>1.641710675</c:v>
                </c:pt>
                <c:pt idx="1">
                  <c:v>1.638303055</c:v>
                </c:pt>
                <c:pt idx="2">
                  <c:v>1.634293341</c:v>
                </c:pt>
                <c:pt idx="3">
                  <c:v>1.629585609</c:v>
                </c:pt>
                <c:pt idx="4">
                  <c:v>1.62407271</c:v>
                </c:pt>
                <c:pt idx="5">
                  <c:v>1.617636541</c:v>
                </c:pt>
                <c:pt idx="6">
                  <c:v>1.610149049</c:v>
                </c:pt>
                <c:pt idx="7">
                  <c:v>1.601474237</c:v>
                </c:pt>
                <c:pt idx="8">
                  <c:v>1.59147144</c:v>
                </c:pt>
                <c:pt idx="9">
                  <c:v>1.580000136</c:v>
                </c:pt>
                <c:pt idx="10">
                  <c:v>1.566926501</c:v>
                </c:pt>
                <c:pt idx="11">
                  <c:v>1.552131777</c:v>
                </c:pt>
                <c:pt idx="12">
                  <c:v>1.535522303</c:v>
                </c:pt>
                <c:pt idx="13">
                  <c:v>1.517040751</c:v>
                </c:pt>
                <c:pt idx="14">
                  <c:v>1.496677742</c:v>
                </c:pt>
                <c:pt idx="15">
                  <c:v>1.474482617</c:v>
                </c:pt>
                <c:pt idx="16">
                  <c:v>1.450571855</c:v>
                </c:pt>
                <c:pt idx="17">
                  <c:v>1.425133522</c:v>
                </c:pt>
                <c:pt idx="18">
                  <c:v>1.398426325</c:v>
                </c:pt>
                <c:pt idx="19">
                  <c:v>1.370772399</c:v>
                </c:pt>
                <c:pt idx="20">
                  <c:v>1.3425438</c:v>
                </c:pt>
                <c:pt idx="21">
                  <c:v>1.314143691</c:v>
                </c:pt>
                <c:pt idx="22">
                  <c:v>1.285984095</c:v>
                </c:pt>
                <c:pt idx="23">
                  <c:v>1.258462769</c:v>
                </c:pt>
                <c:pt idx="24">
                  <c:v>1.23194182</c:v>
                </c:pt>
                <c:pt idx="25">
                  <c:v>1.206730386</c:v>
                </c:pt>
                <c:pt idx="26">
                  <c:v>1.183072901</c:v>
                </c:pt>
                <c:pt idx="27">
                  <c:v>1.16114357</c:v>
                </c:pt>
                <c:pt idx="28">
                  <c:v>1.141046716</c:v>
                </c:pt>
                <c:pt idx="29">
                  <c:v>1.122822008</c:v>
                </c:pt>
                <c:pt idx="30">
                  <c:v>1.106453139</c:v>
                </c:pt>
                <c:pt idx="31">
                  <c:v>1.091878463</c:v>
                </c:pt>
                <c:pt idx="32">
                  <c:v>1.079002211</c:v>
                </c:pt>
                <c:pt idx="33">
                  <c:v>1.067705226</c:v>
                </c:pt>
                <c:pt idx="34">
                  <c:v>1.057854484</c:v>
                </c:pt>
                <c:pt idx="35">
                  <c:v>1.049311019</c:v>
                </c:pt>
                <c:pt idx="36">
                  <c:v>1.04193613</c:v>
                </c:pt>
                <c:pt idx="37">
                  <c:v>1.035595935</c:v>
                </c:pt>
                <c:pt idx="38">
                  <c:v>1.030164478</c:v>
                </c:pt>
                <c:pt idx="39">
                  <c:v>1.02552563</c:v>
                </c:pt>
                <c:pt idx="40">
                  <c:v>1.021574036</c:v>
                </c:pt>
                <c:pt idx="41">
                  <c:v>1.018215372</c:v>
                </c:pt>
                <c:pt idx="42">
                  <c:v>1.015366087</c:v>
                </c:pt>
                <c:pt idx="43">
                  <c:v>1.012952831</c:v>
                </c:pt>
                <c:pt idx="44">
                  <c:v>1.010911681</c:v>
                </c:pt>
                <c:pt idx="45">
                  <c:v>1.009187267</c:v>
                </c:pt>
                <c:pt idx="46">
                  <c:v>1.007731872</c:v>
                </c:pt>
                <c:pt idx="47">
                  <c:v>1.006504549</c:v>
                </c:pt>
                <c:pt idx="48">
                  <c:v>1.005470284</c:v>
                </c:pt>
                <c:pt idx="49">
                  <c:v>1.004599225</c:v>
                </c:pt>
                <c:pt idx="50">
                  <c:v>1.003865985</c:v>
                </c:pt>
                <c:pt idx="51">
                  <c:v>1.003249017</c:v>
                </c:pt>
                <c:pt idx="52">
                  <c:v>1.002730068</c:v>
                </c:pt>
                <c:pt idx="53">
                  <c:v>1.002293695</c:v>
                </c:pt>
                <c:pt idx="54">
                  <c:v>1.001926851</c:v>
                </c:pt>
                <c:pt idx="55">
                  <c:v>1.001618523</c:v>
                </c:pt>
                <c:pt idx="56">
                  <c:v>1.001359422</c:v>
                </c:pt>
                <c:pt idx="57">
                  <c:v>1.001141721</c:v>
                </c:pt>
                <c:pt idx="58">
                  <c:v>1.000958829</c:v>
                </c:pt>
                <c:pt idx="59">
                  <c:v>1.000805195</c:v>
                </c:pt>
                <c:pt idx="60">
                  <c:v>1.000676151</c:v>
                </c:pt>
                <c:pt idx="61">
                  <c:v>1.000567769</c:v>
                </c:pt>
                <c:pt idx="62">
                  <c:v>1.000476746</c:v>
                </c:pt>
                <c:pt idx="63">
                  <c:v>1.000400306</c:v>
                </c:pt>
                <c:pt idx="64">
                  <c:v>1.000336115</c:v>
                </c:pt>
                <c:pt idx="65">
                  <c:v>1.000282213</c:v>
                </c:pt>
                <c:pt idx="66">
                  <c:v>1.000236952</c:v>
                </c:pt>
                <c:pt idx="67">
                  <c:v>1.000198947</c:v>
                </c:pt>
                <c:pt idx="68">
                  <c:v>1.000167036</c:v>
                </c:pt>
                <c:pt idx="69">
                  <c:v>1.000140243</c:v>
                </c:pt>
                <c:pt idx="70">
                  <c:v>1.000117746</c:v>
                </c:pt>
                <c:pt idx="71">
                  <c:v>1.000098858</c:v>
                </c:pt>
                <c:pt idx="72">
                  <c:v>1.000082999</c:v>
                </c:pt>
                <c:pt idx="73">
                  <c:v>1.000069684</c:v>
                </c:pt>
                <c:pt idx="74">
                  <c:v>1.000058505</c:v>
                </c:pt>
                <c:pt idx="75">
                  <c:v>1.000049119</c:v>
                </c:pt>
                <c:pt idx="76">
                  <c:v>1.000041239</c:v>
                </c:pt>
                <c:pt idx="77">
                  <c:v>1.000034623</c:v>
                </c:pt>
                <c:pt idx="78">
                  <c:v>1.000029068</c:v>
                </c:pt>
                <c:pt idx="79">
                  <c:v>1.000024404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Classical / quantum total RMSE</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log₁₀ temperature residual (mK)</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825">
                <a:solidFill>
                  <a:srgbClr val="555555"/>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B29DC328-C0B0-4993-8710-A66DDE272E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EE947C8B-3675-4AAA-BA2D-AD4386F57EC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00DE90B2-6348-41C0-8E24-0A6DF905FA6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A75A0925-4B77-4F6B-93FF-66163A571A8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D1469EF4-EEC8-4B90-94AF-49BC3FD20620}"/>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Small changes need trustworthy detection">
            <a:extLst xmlns:a="http://schemas.openxmlformats.org/drawingml/2006/main">
              <a:ext uri="{FF2B5EF4-FFF2-40B4-BE49-F238E27FC236}">
                <a16:creationId xmlns:a16="http://schemas.microsoft.com/office/drawing/2014/main" id="{F66B1CD4-728F-4E2E-9B60-0EBF5DFEF532}"/>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Small changes need trustworthy detection</a:t>
            </a:r>
          </a:p>
        </p:txBody>
      </p:sp>
      <p:sp>
        <p:nvSpPr>
          <p:cNvPr id="92" name="Water-quality monitoring for treatment and reuse operat">
            <a:extLst xmlns:a="http://schemas.openxmlformats.org/drawingml/2006/main">
              <a:ext uri="{FF2B5EF4-FFF2-40B4-BE49-F238E27FC236}">
                <a16:creationId xmlns:a16="http://schemas.microsoft.com/office/drawing/2014/main" id="{03EE8AB9-CB52-4B7E-8A18-F5040BA21C37}"/>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Water-quality monitoring for treatment and reuse operators • SDG 6</a:t>
            </a:r>
          </a:p>
        </p:txBody>
      </p:sp>
      <p:sp>
        <p:nvSpPr>
          <p:cNvPr id="93" name="TEAM 7  •  IDEATION  •  SIMULATED RESULTS">
            <a:extLst xmlns:a="http://schemas.openxmlformats.org/drawingml/2006/main">
              <a:ext uri="{FF2B5EF4-FFF2-40B4-BE49-F238E27FC236}">
                <a16:creationId xmlns:a16="http://schemas.microsoft.com/office/drawing/2014/main" id="{8EEED242-E1FE-475E-A985-43F37AB26B18}"/>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94" name="1 / 5">
            <a:extLst xmlns:a="http://schemas.openxmlformats.org/drawingml/2006/main">
              <a:ext uri="{FF2B5EF4-FFF2-40B4-BE49-F238E27FC236}">
                <a16:creationId xmlns:a16="http://schemas.microsoft.com/office/drawing/2014/main" id="{9E2A6322-2743-41C7-ABE4-77FAE075D02D}"/>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1 / 5</a:t>
            </a:r>
          </a:p>
        </p:txBody>
      </p:sp>
      <p:sp>
        <p:nvSpPr>
          <p:cNvPr id="95" name="A documented monitoring gap">
            <a:extLst xmlns:a="http://schemas.openxmlformats.org/drawingml/2006/main">
              <a:ext uri="{FF2B5EF4-FFF2-40B4-BE49-F238E27FC236}">
                <a16:creationId xmlns:a16="http://schemas.microsoft.com/office/drawing/2014/main" id="{D93E3B34-7862-4FDC-9C93-BBF2FC1139B5}"/>
              </a:ext>
            </a:extLst>
          </p:cNvPr>
          <p:cNvSpPr>
            <a:spLocks xmlns:a="http://schemas.openxmlformats.org/drawingml/2006/main" noGrp="1"/>
          </p:cNvSpPr>
          <p:nvPr/>
        </p:nvSpPr>
        <p:spPr>
          <a:xfrm xmlns:a="http://schemas.openxmlformats.org/drawingml/2006/main">
            <a:off x="523875" y="163830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7068C"/>
                </a:solidFill>
                <a:latin typeface="Arial"/>
                <a:ea typeface="Arial"/>
                <a:cs typeface="Arial"/>
              </a:defRPr>
            </a:pPr>
            <a:r>
              <a:rPr sz="1650" b="1">
                <a:solidFill>
                  <a:srgbClr val="57068C"/>
                </a:solidFill>
                <a:latin typeface="Arial"/>
                <a:ea typeface="Arial"/>
                <a:cs typeface="Arial"/>
              </a:rPr>
              <a:t>A documented monitoring gap</a:t>
            </a:r>
          </a:p>
        </p:txBody>
      </p:sp>
      <p:sp>
        <p:nvSpPr>
          <p:cNvPr id="96" name="UN 2025: poorest regions supplied only 60,000 of about ">
            <a:extLst xmlns:a="http://schemas.openxmlformats.org/drawingml/2006/main">
              <a:ext uri="{FF2B5EF4-FFF2-40B4-BE49-F238E27FC236}">
                <a16:creationId xmlns:a16="http://schemas.microsoft.com/office/drawing/2014/main" id="{124F8945-C9C9-4875-BFFA-FBE59A3FA57F}"/>
              </a:ext>
            </a:extLst>
          </p:cNvPr>
          <p:cNvSpPr>
            <a:spLocks xmlns:a="http://schemas.openxmlformats.org/drawingml/2006/main" noGrp="1"/>
          </p:cNvSpPr>
          <p:nvPr/>
        </p:nvSpPr>
        <p:spPr>
          <a:xfrm xmlns:a="http://schemas.openxmlformats.org/drawingml/2006/main">
            <a:off x="523875" y="198120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UN 2025: poorest regions supplied only 60,000 of about two million water-quality reporting measurements. EPA describes online monitoring for investigation.</a:t>
            </a:r>
          </a:p>
        </p:txBody>
      </p:sp>
      <p:sp>
        <p:nvSpPr>
          <p:cNvPr id="97" name="Our target">
            <a:extLst xmlns:a="http://schemas.openxmlformats.org/drawingml/2006/main">
              <a:ext uri="{FF2B5EF4-FFF2-40B4-BE49-F238E27FC236}">
                <a16:creationId xmlns:a16="http://schemas.microsoft.com/office/drawing/2014/main" id="{1B6C8F92-0AAD-4704-95E1-C070BD8C68B5}"/>
              </a:ext>
            </a:extLst>
          </p:cNvPr>
          <p:cNvSpPr>
            <a:spLocks xmlns:a="http://schemas.openxmlformats.org/drawingml/2006/main" noGrp="1"/>
          </p:cNvSpPr>
          <p:nvPr/>
        </p:nvSpPr>
        <p:spPr>
          <a:xfrm xmlns:a="http://schemas.openxmlformats.org/drawingml/2006/main">
            <a:off x="523875" y="3076575"/>
            <a:ext cx="442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Our target</a:t>
            </a:r>
          </a:p>
        </p:txBody>
      </p:sp>
      <p:sp>
        <p:nvSpPr>
          <p:cNvPr id="98" name="Test a water-proxy mean using published CV sensing, add">
            <a:extLst xmlns:a="http://schemas.openxmlformats.org/drawingml/2006/main">
              <a:ext uri="{FF2B5EF4-FFF2-40B4-BE49-F238E27FC236}">
                <a16:creationId xmlns:a16="http://schemas.microsoft.com/office/drawing/2014/main" id="{C75849E0-52AF-4F85-9B2D-CBBBBD1C2E53}"/>
              </a:ext>
            </a:extLst>
          </p:cNvPr>
          <p:cNvSpPr>
            <a:spLocks xmlns:a="http://schemas.openxmlformats.org/drawingml/2006/main" noGrp="1"/>
          </p:cNvSpPr>
          <p:nvPr/>
        </p:nvSpPr>
        <p:spPr>
          <a:xfrm xmlns:a="http://schemas.openxmlformats.org/drawingml/2006/main">
            <a:off x="523875" y="3390900"/>
            <a:ext cx="4429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Test a water-proxy mean using published CV sensing, adding loss, drift and decision analysis.</a:t>
            </a:r>
          </a:p>
        </p:txBody>
      </p:sp>
      <p:sp>
        <p:nvSpPr>
          <p:cNvPr id="99" name="Sources: UN SDG Report 2025; EPA OWQM.&#10;Our operator use">
            <a:extLst xmlns:a="http://schemas.openxmlformats.org/drawingml/2006/main">
              <a:ext uri="{FF2B5EF4-FFF2-40B4-BE49-F238E27FC236}">
                <a16:creationId xmlns:a16="http://schemas.microsoft.com/office/drawing/2014/main" id="{C44827D6-A5F3-4860-A635-411E15F2E4E1}"/>
              </a:ext>
            </a:extLst>
          </p:cNvPr>
          <p:cNvSpPr>
            <a:spLocks xmlns:a="http://schemas.openxmlformats.org/drawingml/2006/main" noGrp="1"/>
          </p:cNvSpPr>
          <p:nvPr/>
        </p:nvSpPr>
        <p:spPr>
          <a:xfrm xmlns:a="http://schemas.openxmlformats.org/drawingml/2006/main">
            <a:off x="523875" y="415290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Sources: UN SDG Report 2025; EPA OWQM.</a:t>
            </a:r>
          </a:p>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Our operator use case is assumed. Water saved remains unmeasured.</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70818de5a9234f13"/>
          <a:srcRect xmlns:a="http://schemas.openxmlformats.org/drawingml/2006/main" l="0" t="5003" r="0" b="5003"/>
          <a:stretch xmlns:a="http://schemas.openxmlformats.org/drawingml/2006/main">
            <a:fillRect l="0" t="0" r="0" b="0"/>
          </a:stretch>
        </p:blipFill>
        <p:spPr>
          <a:xfrm xmlns:a="http://schemas.openxmlformats.org/drawingml/2006/main">
            <a:off x="5314950" y="1590675"/>
            <a:ext cx="3276600" cy="1323975"/>
          </a:xfrm>
          <a:prstGeom xmlns:a="http://schemas.openxmlformats.org/drawingml/2006/main" prst="rect">
            <a:avLst/>
          </a:prstGeom>
        </p:spPr>
      </p:pic>
      <p:sp>
        <p:nvSpPr>
          <p:cNvPr id="101" name="Treatment context: Blue Plains, Washington, DC">
            <a:extLst xmlns:a="http://schemas.openxmlformats.org/drawingml/2006/main">
              <a:ext uri="{FF2B5EF4-FFF2-40B4-BE49-F238E27FC236}">
                <a16:creationId xmlns:a16="http://schemas.microsoft.com/office/drawing/2014/main" id="{0BCA9D0A-49FF-43C3-9B70-0FE7CE656412}"/>
              </a:ext>
            </a:extLst>
          </p:cNvPr>
          <p:cNvSpPr>
            <a:spLocks xmlns:a="http://schemas.openxmlformats.org/drawingml/2006/main" noGrp="1"/>
          </p:cNvSpPr>
          <p:nvPr/>
        </p:nvSpPr>
        <p:spPr>
          <a:xfrm xmlns:a="http://schemas.openxmlformats.org/drawingml/2006/main">
            <a:off x="5314950" y="2924175"/>
            <a:ext cx="3276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Treatment context: Blue Plains, Washington, DC</a:t>
            </a:r>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0b830c5faf78440e"/>
          <a:srcRect xmlns:a="http://schemas.openxmlformats.org/drawingml/2006/main" l="0" t="24806" r="0" b="24806"/>
          <a:stretch xmlns:a="http://schemas.openxmlformats.org/drawingml/2006/main">
            <a:fillRect l="0" t="0" r="0" b="0"/>
          </a:stretch>
        </p:blipFill>
        <p:spPr>
          <a:xfrm xmlns:a="http://schemas.openxmlformats.org/drawingml/2006/main">
            <a:off x="5314950" y="3276600"/>
            <a:ext cx="3276600" cy="1238250"/>
          </a:xfrm>
          <a:prstGeom xmlns:a="http://schemas.openxmlformats.org/drawingml/2006/main" prst="rect">
            <a:avLst/>
          </a:prstGeom>
        </p:spPr>
      </p:pic>
      <p:sp>
        <p:nvSpPr>
          <p:cNvPr id="103" name="USGS field sampling: real-world monitoring demands">
            <a:extLst xmlns:a="http://schemas.openxmlformats.org/drawingml/2006/main">
              <a:ext uri="{FF2B5EF4-FFF2-40B4-BE49-F238E27FC236}">
                <a16:creationId xmlns:a16="http://schemas.microsoft.com/office/drawing/2014/main" id="{830D1145-8E49-4E6F-BB1F-864D20D86054}"/>
              </a:ext>
            </a:extLst>
          </p:cNvPr>
          <p:cNvSpPr>
            <a:spLocks xmlns:a="http://schemas.openxmlformats.org/drawingml/2006/main" noGrp="1"/>
          </p:cNvSpPr>
          <p:nvPr/>
        </p:nvSpPr>
        <p:spPr>
          <a:xfrm xmlns:a="http://schemas.openxmlformats.org/drawingml/2006/main">
            <a:off x="5314950" y="4524375"/>
            <a:ext cx="327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USGS field sampling: real-world monitoring demands</a:t>
            </a:r>
          </a:p>
        </p:txBody>
      </p:sp>
      <p:sp>
        <p:nvSpPr>
          <p:cNvPr id="104" name="Photos: Duane Lempke / CC0; Barbara Mahler / USGS, publ">
            <a:extLst xmlns:a="http://schemas.openxmlformats.org/drawingml/2006/main">
              <a:ext uri="{FF2B5EF4-FFF2-40B4-BE49-F238E27FC236}">
                <a16:creationId xmlns:a16="http://schemas.microsoft.com/office/drawing/2014/main" id="{939673F3-FD3F-441F-88DF-6F208D185F2E}"/>
              </a:ext>
            </a:extLst>
          </p:cNvPr>
          <p:cNvSpPr>
            <a:spLocks xmlns:a="http://schemas.openxmlformats.org/drawingml/2006/main" noGrp="1"/>
          </p:cNvSpPr>
          <p:nvPr/>
        </p:nvSpPr>
        <p:spPr>
          <a:xfrm xmlns:a="http://schemas.openxmlformats.org/drawingml/2006/main">
            <a:off x="5314950" y="4714875"/>
            <a:ext cx="32766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55555"/>
                </a:solidFill>
                <a:latin typeface="Arial"/>
                <a:ea typeface="Arial"/>
                <a:cs typeface="Arial"/>
              </a:defRPr>
            </a:pPr>
            <a:r>
              <a:rPr sz="675" b="0">
                <a:solidFill>
                  <a:srgbClr val="555555"/>
                </a:solidFill>
                <a:latin typeface="Arial"/>
                <a:ea typeface="Arial"/>
                <a:cs typeface="Arial"/>
              </a:rPr>
              <a:t>Photos: Duane Lempke / CC0; Barbara Mahler / USGS, public domain</a:t>
            </a:r>
          </a:p>
        </p:txBody>
      </p:sp>
    </p:spTree>
    <p:extLst>
      <p:ext uri="{BB962C8B-B14F-4D97-AF65-F5344CB8AC3E}">
        <p14:creationId xmlns:p14="http://schemas.microsoft.com/office/powerpoint/2010/main" val="11107283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01250EA8-0A8B-41CA-B483-5B817723735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6DEA61C5-A688-4670-8D37-00A463911CAC}"/>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FED9C5A5-10F2-4B43-A8D5-B70D8ECDF698}"/>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0D28E90D-CF68-46EF-B71B-AD15172A86D7}"/>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ensor and continuous readout">
            <a:extLst xmlns:a="http://schemas.openxmlformats.org/drawingml/2006/main">
              <a:ext uri="{FF2B5EF4-FFF2-40B4-BE49-F238E27FC236}">
                <a16:creationId xmlns:a16="http://schemas.microsoft.com/office/drawing/2014/main" id="{157A7DA6-8229-408A-B24A-9830A0149509}"/>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Proposed sensor and continuous readout</a:t>
            </a:r>
          </a:p>
        </p:txBody>
      </p:sp>
      <p:sp>
        <p:nvSpPr>
          <p:cNvPr id="100" name="1550 nm light → water-induced phase shift → homodyne → ">
            <a:extLst xmlns:a="http://schemas.openxmlformats.org/drawingml/2006/main">
              <a:ext uri="{FF2B5EF4-FFF2-40B4-BE49-F238E27FC236}">
                <a16:creationId xmlns:a16="http://schemas.microsoft.com/office/drawing/2014/main" id="{68A51751-41A9-4AA3-90D0-D58F7CEC5E12}"/>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1550 nm light → water-induced phase shift → homodyne → mean estimate</a:t>
            </a:r>
          </a:p>
        </p:txBody>
      </p:sp>
      <p:sp>
        <p:nvSpPr>
          <p:cNvPr id="101" name="TEAM 7  •  IDEATION  •  SIMULATED RESULTS">
            <a:extLst xmlns:a="http://schemas.openxmlformats.org/drawingml/2006/main">
              <a:ext uri="{FF2B5EF4-FFF2-40B4-BE49-F238E27FC236}">
                <a16:creationId xmlns:a16="http://schemas.microsoft.com/office/drawing/2014/main" id="{D5584B68-C060-4B41-824F-427DAB0E7A48}"/>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2" name="2 / 5">
            <a:extLst xmlns:a="http://schemas.openxmlformats.org/drawingml/2006/main">
              <a:ext uri="{FF2B5EF4-FFF2-40B4-BE49-F238E27FC236}">
                <a16:creationId xmlns:a16="http://schemas.microsoft.com/office/drawing/2014/main" id="{C9EF67DB-9F93-4824-BE29-0E8867116AB3}"/>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2 / 5</a:t>
            </a:r>
          </a:p>
        </p:txBody>
      </p:sp>
      <p:sp>
        <p:nvSpPr>
          <p:cNvPr id="103" name="A calibrated optical proxy">
            <a:extLst xmlns:a="http://schemas.openxmlformats.org/drawingml/2006/main">
              <a:ext uri="{FF2B5EF4-FFF2-40B4-BE49-F238E27FC236}">
                <a16:creationId xmlns:a16="http://schemas.microsoft.com/office/drawing/2014/main" id="{730117B4-3E4A-4F32-965E-0F9EB471D46E}"/>
              </a:ext>
            </a:extLst>
          </p:cNvPr>
          <p:cNvSpPr>
            <a:spLocks xmlns:a="http://schemas.openxmlformats.org/drawingml/2006/main" noGrp="1"/>
          </p:cNvSpPr>
          <p:nvPr/>
        </p:nvSpPr>
        <p:spPr>
          <a:xfrm xmlns:a="http://schemas.openxmlformats.org/drawingml/2006/main">
            <a:off x="523875" y="161925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calibrated optical proxy</a:t>
            </a:r>
          </a:p>
        </p:txBody>
      </p:sp>
      <p:sp>
        <p:nvSpPr>
          <p:cNvPr id="104" name="NaCl index slope: 1.62 × 10⁻⁷ RIU per mg/kg. A proposed">
            <a:extLst xmlns:a="http://schemas.openxmlformats.org/drawingml/2006/main">
              <a:ext uri="{FF2B5EF4-FFF2-40B4-BE49-F238E27FC236}">
                <a16:creationId xmlns:a16="http://schemas.microsoft.com/office/drawing/2014/main" id="{A69454CD-4E45-4AF9-8A30-735F40EF72C0}"/>
              </a:ext>
            </a:extLst>
          </p:cNvPr>
          <p:cNvSpPr>
            <a:spLocks xmlns:a="http://schemas.openxmlformats.org/drawingml/2006/main" noGrp="1"/>
          </p:cNvSpPr>
          <p:nvPr/>
        </p:nvSpPr>
        <p:spPr>
          <a:xfrm xmlns:a="http://schemas.openxmlformats.org/drawingml/2006/main">
            <a:off x="523875" y="1981200"/>
            <a:ext cx="2800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NaCl index slope: 1.62 × 10⁻⁷ RIU per mg/kg. A proposed 10 µm interaction converts salt changes into phase.</a:t>
            </a:r>
          </a:p>
        </p:txBody>
      </p:sp>
      <p:sp>
        <p:nvSpPr>
          <p:cNvPr id="105" name="Why shared squeezing?">
            <a:extLst xmlns:a="http://schemas.openxmlformats.org/drawingml/2006/main">
              <a:ext uri="{FF2B5EF4-FFF2-40B4-BE49-F238E27FC236}">
                <a16:creationId xmlns:a16="http://schemas.microsoft.com/office/drawing/2014/main" id="{111F4F29-BD16-4306-BF1D-CB7B0E220DC2}"/>
              </a:ext>
            </a:extLst>
          </p:cNvPr>
          <p:cNvSpPr>
            <a:spLocks xmlns:a="http://schemas.openxmlformats.org/drawingml/2006/main" noGrp="1"/>
          </p:cNvSpPr>
          <p:nvPr/>
        </p:nvSpPr>
        <p:spPr>
          <a:xfrm xmlns:a="http://schemas.openxmlformats.org/drawingml/2006/main">
            <a:off x="523875" y="2933700"/>
            <a:ext cx="2847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Why shared squeezing?</a:t>
            </a:r>
          </a:p>
        </p:txBody>
      </p:sp>
      <p:sp>
        <p:nvSpPr>
          <p:cNvPr id="106" name="Distribute one squeezed mode across taps. Negative read">
            <a:extLst xmlns:a="http://schemas.openxmlformats.org/drawingml/2006/main">
              <a:ext uri="{FF2B5EF4-FFF2-40B4-BE49-F238E27FC236}">
                <a16:creationId xmlns:a16="http://schemas.microsoft.com/office/drawing/2014/main" id="{92246CFF-02A3-461C-AC67-9EC0CA68C761}"/>
              </a:ext>
            </a:extLst>
          </p:cNvPr>
          <p:cNvSpPr>
            <a:spLocks xmlns:a="http://schemas.openxmlformats.org/drawingml/2006/main" noGrp="1"/>
          </p:cNvSpPr>
          <p:nvPr/>
        </p:nvSpPr>
        <p:spPr>
          <a:xfrm xmlns:a="http://schemas.openxmlformats.org/drawingml/2006/main">
            <a:off x="523875" y="32861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Distribute one squeezed mode across taps. Negative readout correlations reduce noise in q̂ = Σ yᵢ / M.</a:t>
            </a:r>
          </a:p>
        </p:txBody>
      </p:sp>
      <p:sp>
        <p:nvSpPr>
          <p:cNvPr id="107" name="Synthetic event at 16 different taps">
            <a:extLst xmlns:a="http://schemas.openxmlformats.org/drawingml/2006/main">
              <a:ext uri="{FF2B5EF4-FFF2-40B4-BE49-F238E27FC236}">
                <a16:creationId xmlns:a16="http://schemas.microsoft.com/office/drawing/2014/main" id="{99B19332-FA61-4B08-8BE3-C33418D8B859}"/>
              </a:ext>
            </a:extLst>
          </p:cNvPr>
          <p:cNvSpPr>
            <a:spLocks xmlns:a="http://schemas.openxmlformats.org/drawingml/2006/main" noGrp="1"/>
          </p:cNvSpPr>
          <p:nvPr/>
        </p:nvSpPr>
        <p:spPr>
          <a:xfrm xmlns:a="http://schemas.openxmlformats.org/drawingml/2006/main">
            <a:off x="3609975" y="1619250"/>
            <a:ext cx="4981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Synthetic event at 16 different taps</a:t>
            </a:r>
          </a:p>
        </p:txBody>
      </p:sp>
      <p:graphicFrame>
        <p:nvGraphicFramePr>
          <p:cNvPr id="124" name="Chart"/>
          <p:cNvGraphicFramePr/>
          <p:nvPr/>
        </p:nvGraphicFramePr>
        <p:xfrm>
          <a:off xmlns:a="http://schemas.openxmlformats.org/drawingml/2006/main" x="3562350" y="1952625"/>
          <a:ext xmlns:a="http://schemas.openxmlformats.org/drawingml/2006/main" cx="5076825" cy="2143125"/>
        </p:xfrm>
        <a:graphic xmlns:a="http://schemas.openxmlformats.org/drawingml/2006/main">
          <a:graphicData uri="http://schemas.openxmlformats.org/drawingml/2006/chart">
            <c:chart xmlns:r="http://schemas.openxmlformats.org/officeDocument/2006/relationships" xmlns:c="http://schemas.openxmlformats.org/drawingml/2006/chart" r:id="R8b01adcddc324b1a"/>
          </a:graphicData>
        </a:graphic>
      </p:graphicFrame>
      <p:sp>
        <p:nvSpPr>
          <p:cNvPr id="109" name="Arrivals: 90–135 s; response lag: 10 s. Both strategies">
            <a:extLst xmlns:a="http://schemas.openxmlformats.org/drawingml/2006/main">
              <a:ext uri="{FF2B5EF4-FFF2-40B4-BE49-F238E27FC236}">
                <a16:creationId xmlns:a16="http://schemas.microsoft.com/office/drawing/2014/main" id="{1D96B192-2832-4E19-9686-B7D9B2A86F28}"/>
              </a:ext>
            </a:extLst>
          </p:cNvPr>
          <p:cNvSpPr>
            <a:spLocks xmlns:a="http://schemas.openxmlformats.org/drawingml/2006/main" noGrp="1"/>
          </p:cNvSpPr>
          <p:nvPr/>
        </p:nvSpPr>
        <p:spPr>
          <a:xfrm xmlns:a="http://schemas.openxmlformats.org/drawingml/2006/main">
            <a:off x="3619500" y="4171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Arrivals: 90–135 s; response lag: 10 s. Both strategies share the same drift. Squeezing reduces noise, not lag.</a:t>
            </a:r>
          </a:p>
        </p:txBody>
      </p:sp>
      <p:sp>
        <p:nvSpPr>
          <p:cNvPr id="110" name="Classical Python simulator • Proposed quantum sensing h">
            <a:extLst xmlns:a="http://schemas.openxmlformats.org/drawingml/2006/main">
              <a:ext uri="{FF2B5EF4-FFF2-40B4-BE49-F238E27FC236}">
                <a16:creationId xmlns:a16="http://schemas.microsoft.com/office/drawing/2014/main" id="{31495424-4125-4539-8918-21BBE8A91C7C}"/>
              </a:ext>
            </a:extLst>
          </p:cNvPr>
          <p:cNvSpPr>
            <a:spLocks xmlns:a="http://schemas.openxmlformats.org/drawingml/2006/main" noGrp="1"/>
          </p:cNvSpPr>
          <p:nvPr/>
        </p:nvSpPr>
        <p:spPr>
          <a:xfrm xmlns:a="http://schemas.openxmlformats.org/drawingml/2006/main">
            <a:off x="523875" y="46672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Classical Python simulator • Proposed quantum sensing hardware • No pollutant-specific identification</a:t>
            </a:r>
          </a:p>
        </p:txBody>
      </p:sp>
    </p:spTree>
    <p:extLst>
      <p:ext uri="{BB962C8B-B14F-4D97-AF65-F5344CB8AC3E}">
        <p14:creationId xmlns:p14="http://schemas.microsoft.com/office/powerpoint/2010/main" val="15757456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C18E4387-29A9-4891-9592-0AA438F6CBE2}"/>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230E9C89-599B-4F7C-9848-2F856BD67001}"/>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6794BC5B-7EDF-4818-B538-829E9B4DEA9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How the simulation runs">
            <a:extLst xmlns:a="http://schemas.openxmlformats.org/drawingml/2006/main">
              <a:ext uri="{FF2B5EF4-FFF2-40B4-BE49-F238E27FC236}">
                <a16:creationId xmlns:a16="http://schemas.microsoft.com/office/drawing/2014/main" id="{B0DD2F01-E517-4B76-8DA0-CE596A782160}"/>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How the simulation runs</a:t>
            </a:r>
          </a:p>
        </p:txBody>
      </p:sp>
      <p:sp>
        <p:nvSpPr>
          <p:cNvPr id="107" name="Classical Python on a CPU models a proposed quantum opt">
            <a:extLst xmlns:a="http://schemas.openxmlformats.org/drawingml/2006/main">
              <a:ext uri="{FF2B5EF4-FFF2-40B4-BE49-F238E27FC236}">
                <a16:creationId xmlns:a16="http://schemas.microsoft.com/office/drawing/2014/main" id="{BED8A1B5-BC5A-4A9C-94CE-11C31F9844C1}"/>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Classical Python on a CPU models a proposed quantum optical sensor</a:t>
            </a:r>
          </a:p>
        </p:txBody>
      </p:sp>
      <p:sp>
        <p:nvSpPr>
          <p:cNvPr id="108" name="TEAM 7  •  IDEATION  •  SIMULATED RESULTS">
            <a:extLst xmlns:a="http://schemas.openxmlformats.org/drawingml/2006/main">
              <a:ext uri="{FF2B5EF4-FFF2-40B4-BE49-F238E27FC236}">
                <a16:creationId xmlns:a16="http://schemas.microsoft.com/office/drawing/2014/main" id="{E9ADACD4-84F8-4037-A406-F7E46827D7B1}"/>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09" name="3 / 5">
            <a:extLst xmlns:a="http://schemas.openxmlformats.org/drawingml/2006/main">
              <a:ext uri="{FF2B5EF4-FFF2-40B4-BE49-F238E27FC236}">
                <a16:creationId xmlns:a16="http://schemas.microsoft.com/office/drawing/2014/main" id="{BA6A270A-4780-4093-B45F-5735571B5B00}"/>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3 / 5</a:t>
            </a:r>
          </a:p>
        </p:txBody>
      </p:sp>
      <p:sp>
        <p:nvSpPr>
          <p:cNvPr id="110" name="1  Inputs and assumptions">
            <a:extLst xmlns:a="http://schemas.openxmlformats.org/drawingml/2006/main">
              <a:ext uri="{FF2B5EF4-FFF2-40B4-BE49-F238E27FC236}">
                <a16:creationId xmlns:a16="http://schemas.microsoft.com/office/drawing/2014/main" id="{AE7C21BA-526F-4550-984E-E1785169EA16}"/>
              </a:ext>
            </a:extLst>
          </p:cNvPr>
          <p:cNvSpPr>
            <a:spLocks xmlns:a="http://schemas.openxmlformats.org/drawingml/2006/main" noGrp="1"/>
          </p:cNvSpPr>
          <p:nvPr/>
        </p:nvSpPr>
        <p:spPr>
          <a:xfrm xmlns:a="http://schemas.openxmlformats.org/drawingml/2006/main">
            <a:off x="523875" y="1647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1  Inputs and assumptions</a:t>
            </a:r>
          </a:p>
        </p:txBody>
      </p:sp>
      <p:sp>
        <p:nvSpPr>
          <p:cNvPr id="111" name="default.json: optical budget, loss and drift.&#10;site_geom">
            <a:extLst xmlns:a="http://schemas.openxmlformats.org/drawingml/2006/main">
              <a:ext uri="{FF2B5EF4-FFF2-40B4-BE49-F238E27FC236}">
                <a16:creationId xmlns:a16="http://schemas.microsoft.com/office/drawing/2014/main" id="{09015992-6C01-47E2-8AA7-79AEEE9BB20C}"/>
              </a:ext>
            </a:extLst>
          </p:cNvPr>
          <p:cNvSpPr>
            <a:spLocks xmlns:a="http://schemas.openxmlformats.org/drawingml/2006/main" noGrp="1"/>
          </p:cNvSpPr>
          <p:nvPr/>
        </p:nvSpPr>
        <p:spPr>
          <a:xfrm xmlns:a="http://schemas.openxmlformats.org/drawingml/2006/main">
            <a:off x="523875" y="201930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default.json: optical budget, loss and drift.</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site_geometry.csv: 64 distinct locations.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Salt-change signals are synthetic.</a:t>
            </a:r>
          </a:p>
        </p:txBody>
      </p:sp>
      <p:sp>
        <p:nvSpPr>
          <p:cNvPr id="112" name="2  Scientific implementation">
            <a:extLst xmlns:a="http://schemas.openxmlformats.org/drawingml/2006/main">
              <a:ext uri="{FF2B5EF4-FFF2-40B4-BE49-F238E27FC236}">
                <a16:creationId xmlns:a16="http://schemas.microsoft.com/office/drawing/2014/main" id="{F431084E-EE2E-4C3F-8E46-7FC0AFF3E7C6}"/>
              </a:ext>
            </a:extLst>
          </p:cNvPr>
          <p:cNvSpPr>
            <a:spLocks xmlns:a="http://schemas.openxmlformats.org/drawingml/2006/main" noGrp="1"/>
          </p:cNvSpPr>
          <p:nvPr/>
        </p:nvSpPr>
        <p:spPr>
          <a:xfrm xmlns:a="http://schemas.openxmlformats.org/drawingml/2006/main">
            <a:off x="4714875" y="164782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2  Scientific implementation</a:t>
            </a:r>
          </a:p>
        </p:txBody>
      </p:sp>
      <p:sp>
        <p:nvSpPr>
          <p:cNvPr id="113" name="Python 3.12, NumPy and SciPy compute phase sensitivity,">
            <a:extLst xmlns:a="http://schemas.openxmlformats.org/drawingml/2006/main">
              <a:ext uri="{FF2B5EF4-FFF2-40B4-BE49-F238E27FC236}">
                <a16:creationId xmlns:a16="http://schemas.microsoft.com/office/drawing/2014/main" id="{12D3E44D-CDAD-4712-AFF3-0839921F6FC2}"/>
              </a:ext>
            </a:extLst>
          </p:cNvPr>
          <p:cNvSpPr>
            <a:spLocks xmlns:a="http://schemas.openxmlformats.org/drawingml/2006/main" noGrp="1"/>
          </p:cNvSpPr>
          <p:nvPr/>
        </p:nvSpPr>
        <p:spPr>
          <a:xfrm xmlns:a="http://schemas.openxmlformats.org/drawingml/2006/main">
            <a:off x="4714875" y="2019300"/>
            <a:ext cx="3857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Python 3.12, NumPy and SciPy compute phase sensitivity, optical covariance, mean RMSE and detection probability.</a:t>
            </a:r>
          </a:p>
        </p:txBody>
      </p:sp>
      <p:sp>
        <p:nvSpPr>
          <p:cNvPr id="114" name="3  Outputs and reproducibility">
            <a:extLst xmlns:a="http://schemas.openxmlformats.org/drawingml/2006/main">
              <a:ext uri="{FF2B5EF4-FFF2-40B4-BE49-F238E27FC236}">
                <a16:creationId xmlns:a16="http://schemas.microsoft.com/office/drawing/2014/main" id="{E7962B55-17AB-4A52-BAC3-7DBA5AA9EF92}"/>
              </a:ext>
            </a:extLst>
          </p:cNvPr>
          <p:cNvSpPr>
            <a:spLocks xmlns:a="http://schemas.openxmlformats.org/drawingml/2006/main" noGrp="1"/>
          </p:cNvSpPr>
          <p:nvPr/>
        </p:nvSpPr>
        <p:spPr>
          <a:xfrm xmlns:a="http://schemas.openxmlformats.org/drawingml/2006/main">
            <a:off x="523875" y="31051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3  Outputs and reproducibility</a:t>
            </a:r>
          </a:p>
        </p:txBody>
      </p:sp>
      <p:sp>
        <p:nvSpPr>
          <p:cNvPr id="115" name="pandas writes CSV/JSON result tables.&#10;Matplotlib create">
            <a:extLst xmlns:a="http://schemas.openxmlformats.org/drawingml/2006/main">
              <a:ext uri="{FF2B5EF4-FFF2-40B4-BE49-F238E27FC236}">
                <a16:creationId xmlns:a16="http://schemas.microsoft.com/office/drawing/2014/main" id="{4B6970A3-CEE1-453D-8CEA-534E89CD0B8C}"/>
              </a:ext>
            </a:extLst>
          </p:cNvPr>
          <p:cNvSpPr>
            <a:spLocks xmlns:a="http://schemas.openxmlformats.org/drawingml/2006/main" noGrp="1"/>
          </p:cNvSpPr>
          <p:nvPr/>
        </p:nvSpPr>
        <p:spPr>
          <a:xfrm xmlns:a="http://schemas.openxmlformats.org/drawingml/2006/main">
            <a:off x="523875" y="3486150"/>
            <a:ext cx="3905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pandas writes CSV/JSON result tables.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Matplotlib creates ten PNG/SVG figures.</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Run: bash src/reproduce.sh</a:t>
            </a:r>
          </a:p>
        </p:txBody>
      </p:sp>
      <p:sp>
        <p:nvSpPr>
          <p:cNvPr id="116" name="4  Verification and limits">
            <a:extLst xmlns:a="http://schemas.openxmlformats.org/drawingml/2006/main">
              <a:ext uri="{FF2B5EF4-FFF2-40B4-BE49-F238E27FC236}">
                <a16:creationId xmlns:a16="http://schemas.microsoft.com/office/drawing/2014/main" id="{FCEA126A-59C5-49C0-9B0D-583C53328C72}"/>
              </a:ext>
            </a:extLst>
          </p:cNvPr>
          <p:cNvSpPr>
            <a:spLocks xmlns:a="http://schemas.openxmlformats.org/drawingml/2006/main" noGrp="1"/>
          </p:cNvSpPr>
          <p:nvPr/>
        </p:nvSpPr>
        <p:spPr>
          <a:xfrm xmlns:a="http://schemas.openxmlformats.org/drawingml/2006/main">
            <a:off x="4714875" y="31051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4  Verification and limits</a:t>
            </a:r>
          </a:p>
        </p:txBody>
      </p:sp>
      <p:sp>
        <p:nvSpPr>
          <p:cNvPr id="117" name="13 model checks. Seed 2601006.&#10;100,000 null/event draws">
            <a:extLst xmlns:a="http://schemas.openxmlformats.org/drawingml/2006/main">
              <a:ext uri="{FF2B5EF4-FFF2-40B4-BE49-F238E27FC236}">
                <a16:creationId xmlns:a16="http://schemas.microsoft.com/office/drawing/2014/main" id="{4B6FB6DA-6AF5-4744-AABB-9FC6D86D4844}"/>
              </a:ext>
            </a:extLst>
          </p:cNvPr>
          <p:cNvSpPr>
            <a:spLocks xmlns:a="http://schemas.openxmlformats.org/drawingml/2006/main" noGrp="1"/>
          </p:cNvSpPr>
          <p:nvPr/>
        </p:nvSpPr>
        <p:spPr>
          <a:xfrm xmlns:a="http://schemas.openxmlformats.org/drawingml/2006/main">
            <a:off x="4714875" y="3486150"/>
            <a:ext cx="3857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13 model checks. Seed 2601006.</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100,000 null/event draws per strategy.</a:t>
            </a:r>
          </a:p>
          <a:p xmlns:a="http://schemas.openxmlformats.org/drawingml/2006/main">
            <a:pPr>
              <a:defRPr sz="1425" b="0">
                <a:solidFill>
                  <a:srgbClr val="222222"/>
                </a:solidFill>
                <a:latin typeface="Arial"/>
                <a:ea typeface="Arial"/>
                <a:cs typeface="Arial"/>
              </a:defRPr>
            </a:pPr>
            <a:r>
              <a:rPr sz="1425" b="0">
                <a:solidFill>
                  <a:srgbClr val="222222"/>
                </a:solidFill>
                <a:latin typeface="Arial"/>
                <a:ea typeface="Arial"/>
                <a:cs typeface="Arial"/>
              </a:rPr>
              <a:t>No quantum hardware or ML training.</a:t>
            </a:r>
          </a:p>
        </p:txBody>
      </p:sp>
      <p:sp>
        <p:nvSpPr>
          <p:cNvPr id="118" name="Analytic error curves, Monte Carlo checks and a separat">
            <a:extLst xmlns:a="http://schemas.openxmlformats.org/drawingml/2006/main">
              <a:ext uri="{FF2B5EF4-FFF2-40B4-BE49-F238E27FC236}">
                <a16:creationId xmlns:a16="http://schemas.microsoft.com/office/drawing/2014/main" id="{96FDB7F3-08C6-4FA3-AFFA-D27D6C17CDD1}"/>
              </a:ext>
            </a:extLst>
          </p:cNvPr>
          <p:cNvSpPr>
            <a:spLocks xmlns:a="http://schemas.openxmlformats.org/drawingml/2006/main" noGrp="1"/>
          </p:cNvSpPr>
          <p:nvPr/>
        </p:nvSpPr>
        <p:spPr>
          <a:xfrm xmlns:a="http://schemas.openxmlformats.org/drawingml/2006/main">
            <a:off x="523875" y="461010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Analytic error curves, Monte Carlo checks and a separate synthetic time trace. Full method: docs/SIMULATION.md</a:t>
            </a:r>
          </a:p>
        </p:txBody>
      </p:sp>
    </p:spTree>
    <p:extLst>
      <p:ext uri="{BB962C8B-B14F-4D97-AF65-F5344CB8AC3E}">
        <p14:creationId xmlns:p14="http://schemas.microsoft.com/office/powerpoint/2010/main" val="3511175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6F9F1B4B-ED95-4D51-86FA-4631CF4719C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A5904A3C-C759-4BB3-8F12-BBA2C64D8763}"/>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FDCDFB4D-79ED-46DD-942D-FCFBD6A4CB24}"/>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ontrolled pilot: lower error, more detected changes">
            <a:extLst xmlns:a="http://schemas.openxmlformats.org/drawingml/2006/main">
              <a:ext uri="{FF2B5EF4-FFF2-40B4-BE49-F238E27FC236}">
                <a16:creationId xmlns:a16="http://schemas.microsoft.com/office/drawing/2014/main" id="{78AD144B-2AEB-4811-8102-CC1452709083}"/>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Controlled pilot: lower error, more detected changes</a:t>
            </a:r>
          </a:p>
        </p:txBody>
      </p:sp>
      <p:sp>
        <p:nvSpPr>
          <p:cNvPr id="114" name="16 taps • 100 m links • 10 nW/tap • 1 s • Assumed 50 µK">
            <a:extLst xmlns:a="http://schemas.openxmlformats.org/drawingml/2006/main">
              <a:ext uri="{FF2B5EF4-FFF2-40B4-BE49-F238E27FC236}">
                <a16:creationId xmlns:a16="http://schemas.microsoft.com/office/drawing/2014/main" id="{8F256272-A6AF-4690-B410-C3DC1D014F00}"/>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16 taps • 100 m links • 10 nW/tap • 1 s • Assumed 50 µK common temperature residual</a:t>
            </a:r>
          </a:p>
        </p:txBody>
      </p:sp>
      <p:sp>
        <p:nvSpPr>
          <p:cNvPr id="115" name="TEAM 7  •  IDEATION  •  SIMULATED RESULTS">
            <a:extLst xmlns:a="http://schemas.openxmlformats.org/drawingml/2006/main">
              <a:ext uri="{FF2B5EF4-FFF2-40B4-BE49-F238E27FC236}">
                <a16:creationId xmlns:a16="http://schemas.microsoft.com/office/drawing/2014/main" id="{C157EBA5-C228-4755-9B26-A25A30D13895}"/>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16" name="4 / 5">
            <a:extLst xmlns:a="http://schemas.openxmlformats.org/drawingml/2006/main">
              <a:ext uri="{FF2B5EF4-FFF2-40B4-BE49-F238E27FC236}">
                <a16:creationId xmlns:a16="http://schemas.microsoft.com/office/drawing/2014/main" id="{9E222C06-C28F-4E4F-A44F-1B6F4FBF6A97}"/>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4 / 5</a:t>
            </a:r>
          </a:p>
        </p:txBody>
      </p:sp>
      <p:sp>
        <p:nvSpPr>
          <p:cNvPr id="117" name="Estimation: 28% lower total RMSE">
            <a:extLst xmlns:a="http://schemas.openxmlformats.org/drawingml/2006/main">
              <a:ext uri="{FF2B5EF4-FFF2-40B4-BE49-F238E27FC236}">
                <a16:creationId xmlns:a16="http://schemas.microsoft.com/office/drawing/2014/main" id="{8B798604-5297-44DE-964F-24D2E7B417A9}"/>
              </a:ext>
            </a:extLst>
          </p:cNvPr>
          <p:cNvSpPr>
            <a:spLocks xmlns:a="http://schemas.openxmlformats.org/drawingml/2006/main" noGrp="1"/>
          </p:cNvSpPr>
          <p:nvPr/>
        </p:nvSpPr>
        <p:spPr>
          <a:xfrm xmlns:a="http://schemas.openxmlformats.org/drawingml/2006/main">
            <a:off x="523875" y="1657350"/>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Estimation: 28% lower total RMSE</a:t>
            </a:r>
          </a:p>
        </p:txBody>
      </p:sp>
      <p:sp>
        <p:nvSpPr>
          <p:cNvPr id="118" name="Detection: 24% → 47% probability">
            <a:extLst xmlns:a="http://schemas.openxmlformats.org/drawingml/2006/main">
              <a:ext uri="{FF2B5EF4-FFF2-40B4-BE49-F238E27FC236}">
                <a16:creationId xmlns:a16="http://schemas.microsoft.com/office/drawing/2014/main" id="{6C061064-60A2-4572-A6DE-B23D4AB76095}"/>
              </a:ext>
            </a:extLst>
          </p:cNvPr>
          <p:cNvSpPr>
            <a:spLocks xmlns:a="http://schemas.openxmlformats.org/drawingml/2006/main" noGrp="1"/>
          </p:cNvSpPr>
          <p:nvPr/>
        </p:nvSpPr>
        <p:spPr>
          <a:xfrm xmlns:a="http://schemas.openxmlformats.org/drawingml/2006/main">
            <a:off x="4686300" y="1657350"/>
            <a:ext cx="3933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068C"/>
                </a:solidFill>
                <a:latin typeface="Arial"/>
                <a:ea typeface="Arial"/>
                <a:cs typeface="Arial"/>
              </a:defRPr>
            </a:pPr>
            <a:r>
              <a:rPr sz="1500" b="1">
                <a:solidFill>
                  <a:srgbClr val="57068C"/>
                </a:solidFill>
                <a:latin typeface="Arial"/>
                <a:ea typeface="Arial"/>
                <a:cs typeface="Arial"/>
              </a:rPr>
              <a:t>Detection: 24% → 47% probability</a:t>
            </a:r>
          </a:p>
        </p:txBody>
      </p:sp>
      <p:graphicFrame>
        <p:nvGraphicFramePr>
          <p:cNvPr id="133" name="Chart"/>
          <p:cNvGraphicFramePr/>
          <p:nvPr/>
        </p:nvGraphicFramePr>
        <p:xfrm>
          <a:off xmlns:a="http://schemas.openxmlformats.org/drawingml/2006/main" x="4572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000a28a32f9a48e5"/>
          </a:graphicData>
        </a:graphic>
      </p:graphicFrame>
      <p:graphicFrame>
        <p:nvGraphicFramePr>
          <p:cNvPr id="134" name="Chart"/>
          <p:cNvGraphicFramePr/>
          <p:nvPr/>
        </p:nvGraphicFramePr>
        <p:xfrm>
          <a:off xmlns:a="http://schemas.openxmlformats.org/drawingml/2006/main" x="4610100" y="1981200"/>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93779911ad0d43c9"/>
          </a:graphicData>
        </a:graphic>
      </p:graphicFrame>
      <p:sp>
        <p:nvSpPr>
          <p:cNvPr id="121" name="0.0921 → 0.0664 mg/kg total RMSE. Distributed squeezing">
            <a:extLst xmlns:a="http://schemas.openxmlformats.org/drawingml/2006/main">
              <a:ext uri="{FF2B5EF4-FFF2-40B4-BE49-F238E27FC236}">
                <a16:creationId xmlns:a16="http://schemas.microsoft.com/office/drawing/2014/main" id="{A7191462-0603-4C2A-8DD4-76E5B433FE90}"/>
              </a:ext>
            </a:extLst>
          </p:cNvPr>
          <p:cNvSpPr>
            <a:spLocks xmlns:a="http://schemas.openxmlformats.org/drawingml/2006/main" noGrp="1"/>
          </p:cNvSpPr>
          <p:nvPr/>
        </p:nvSpPr>
        <p:spPr>
          <a:xfrm xmlns:a="http://schemas.openxmlformats.org/drawingml/2006/main">
            <a:off x="523875" y="4095750"/>
            <a:ext cx="3962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0.0921 → 0.0664 mg/kg total RMSE. Distributed squeezing also beats independent squeezing by 16.6%.</a:t>
            </a:r>
          </a:p>
        </p:txBody>
      </p:sp>
      <p:sp>
        <p:nvSpPr>
          <p:cNvPr id="122" name="A 0.15 mg/kg mean step, at 1% false alarm per decision.">
            <a:extLst xmlns:a="http://schemas.openxmlformats.org/drawingml/2006/main">
              <a:ext uri="{FF2B5EF4-FFF2-40B4-BE49-F238E27FC236}">
                <a16:creationId xmlns:a16="http://schemas.microsoft.com/office/drawing/2014/main" id="{A0A15ADF-EC50-420C-AE62-45090AD6E4E9}"/>
              </a:ext>
            </a:extLst>
          </p:cNvPr>
          <p:cNvSpPr>
            <a:spLocks xmlns:a="http://schemas.openxmlformats.org/drawingml/2006/main" noGrp="1"/>
          </p:cNvSpPr>
          <p:nvPr/>
        </p:nvSpPr>
        <p:spPr>
          <a:xfrm xmlns:a="http://schemas.openxmlformats.org/drawingml/2006/main">
            <a:off x="4686300" y="4095750"/>
            <a:ext cx="3924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 0.15 mg/kg mean step, at 1% false alarm per decision. 100,000 null and event trials per strategy.</a:t>
            </a:r>
          </a:p>
        </p:txBody>
      </p:sp>
      <p:sp>
        <p:nvSpPr>
          <p:cNvPr id="123" name="All results simulated. 1% at 1 Hz means 36 expected fla">
            <a:extLst xmlns:a="http://schemas.openxmlformats.org/drawingml/2006/main">
              <a:ext uri="{FF2B5EF4-FFF2-40B4-BE49-F238E27FC236}">
                <a16:creationId xmlns:a16="http://schemas.microsoft.com/office/drawing/2014/main" id="{D01F6D6D-08C2-4A8F-AB23-954EA7E8FB97}"/>
              </a:ext>
            </a:extLst>
          </p:cNvPr>
          <p:cNvSpPr>
            <a:spLocks xmlns:a="http://schemas.openxmlformats.org/drawingml/2006/main" noGrp="1"/>
          </p:cNvSpPr>
          <p:nvPr/>
        </p:nvSpPr>
        <p:spPr>
          <a:xfrm xmlns:a="http://schemas.openxmlformats.org/drawingml/2006/main">
            <a:off x="523875" y="47148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All results simulated. 1% at 1 Hz means 36 expected flagged windows/hour; an operational alarm rule is still needed.</a:t>
            </a:r>
          </a:p>
        </p:txBody>
      </p:sp>
    </p:spTree>
    <p:extLst>
      <p:ext uri="{BB962C8B-B14F-4D97-AF65-F5344CB8AC3E}">
        <p14:creationId xmlns:p14="http://schemas.microsoft.com/office/powerpoint/2010/main" val="14333788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DB796AE1-6FCA-4BF1-88A5-980133C8888F}"/>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05FB481B-7C62-438D-A8FD-9F992A8759C3}"/>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D31ECAAE-B7AD-4F9C-8D8C-5A038E1078AE}"/>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The next test: does the gain survive real water?">
            <a:extLst xmlns:a="http://schemas.openxmlformats.org/drawingml/2006/main">
              <a:ext uri="{FF2B5EF4-FFF2-40B4-BE49-F238E27FC236}">
                <a16:creationId xmlns:a16="http://schemas.microsoft.com/office/drawing/2014/main" id="{D0313BB4-D79B-4703-9157-023E62FFC86E}"/>
              </a:ext>
            </a:extLst>
          </p:cNvPr>
          <p:cNvSpPr>
            <a:spLocks xmlns:a="http://schemas.openxmlformats.org/drawingml/2006/main" noGrp="1"/>
          </p:cNvSpPr>
          <p:nvPr/>
        </p:nvSpPr>
        <p:spPr>
          <a:xfrm xmlns:a="http://schemas.openxmlformats.org/drawingml/2006/main">
            <a:off x="514350" y="609600"/>
            <a:ext cx="817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0000"/>
                </a:solidFill>
                <a:latin typeface="Arial"/>
                <a:ea typeface="Arial"/>
                <a:cs typeface="Arial"/>
              </a:defRPr>
            </a:pPr>
            <a:r>
              <a:rPr sz="2400" b="1">
                <a:solidFill>
                  <a:srgbClr val="000000"/>
                </a:solidFill>
                <a:latin typeface="Arial"/>
                <a:ea typeface="Arial"/>
                <a:cs typeface="Arial"/>
              </a:rPr>
              <a:t>The next test: does the gain survive real water?</a:t>
            </a:r>
          </a:p>
        </p:txBody>
      </p:sp>
      <p:sp>
        <p:nvSpPr>
          <p:cNvPr id="121" name="Loss, temperature drift and higher classical power dete">
            <a:extLst xmlns:a="http://schemas.openxmlformats.org/drawingml/2006/main">
              <a:ext uri="{FF2B5EF4-FFF2-40B4-BE49-F238E27FC236}">
                <a16:creationId xmlns:a16="http://schemas.microsoft.com/office/drawing/2014/main" id="{B66DA712-0CE6-49CF-8359-DA88BAFA104E}"/>
              </a:ext>
            </a:extLst>
          </p:cNvPr>
          <p:cNvSpPr>
            <a:spLocks xmlns:a="http://schemas.openxmlformats.org/drawingml/2006/main" noGrp="1"/>
          </p:cNvSpPr>
          <p:nvPr/>
        </p:nvSpPr>
        <p:spPr>
          <a:xfrm xmlns:a="http://schemas.openxmlformats.org/drawingml/2006/main">
            <a:off x="523875" y="10858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555"/>
                </a:solidFill>
                <a:latin typeface="Arial"/>
                <a:ea typeface="Arial"/>
                <a:cs typeface="Arial"/>
              </a:defRPr>
            </a:pPr>
            <a:r>
              <a:rPr sz="1425" b="0">
                <a:solidFill>
                  <a:srgbClr val="555555"/>
                </a:solidFill>
                <a:latin typeface="Arial"/>
                <a:ea typeface="Arial"/>
                <a:cs typeface="Arial"/>
              </a:rPr>
              <a:t>Loss, temperature drift and higher classical power determine whether quantum optics is useful</a:t>
            </a:r>
          </a:p>
        </p:txBody>
      </p:sp>
      <p:sp>
        <p:nvSpPr>
          <p:cNvPr id="122" name="TEAM 7  •  IDEATION  •  SIMULATED RESULTS">
            <a:extLst xmlns:a="http://schemas.openxmlformats.org/drawingml/2006/main">
              <a:ext uri="{FF2B5EF4-FFF2-40B4-BE49-F238E27FC236}">
                <a16:creationId xmlns:a16="http://schemas.microsoft.com/office/drawing/2014/main" id="{282AF398-0A89-4B7D-86AE-D7704E1A873E}"/>
              </a:ext>
            </a:extLst>
          </p:cNvPr>
          <p:cNvSpPr>
            <a:spLocks xmlns:a="http://schemas.openxmlformats.org/drawingml/2006/main" noGrp="1"/>
          </p:cNvSpPr>
          <p:nvPr/>
        </p:nvSpPr>
        <p:spPr>
          <a:xfrm xmlns:a="http://schemas.openxmlformats.org/drawingml/2006/main">
            <a:off x="523875" y="4895850"/>
            <a:ext cx="6953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TEAM 7  •  IDEATION  •  SIMULATED RESULTS</a:t>
            </a:r>
          </a:p>
        </p:txBody>
      </p:sp>
      <p:sp>
        <p:nvSpPr>
          <p:cNvPr id="123" name="5 / 5">
            <a:extLst xmlns:a="http://schemas.openxmlformats.org/drawingml/2006/main">
              <a:ext uri="{FF2B5EF4-FFF2-40B4-BE49-F238E27FC236}">
                <a16:creationId xmlns:a16="http://schemas.microsoft.com/office/drawing/2014/main" id="{7F0141B7-7655-4FBA-898C-65A9CF528E9A}"/>
              </a:ext>
            </a:extLst>
          </p:cNvPr>
          <p:cNvSpPr>
            <a:spLocks xmlns:a="http://schemas.openxmlformats.org/drawingml/2006/main" noGrp="1"/>
          </p:cNvSpPr>
          <p:nvPr/>
        </p:nvSpPr>
        <p:spPr>
          <a:xfrm xmlns:a="http://schemas.openxmlformats.org/drawingml/2006/main">
            <a:off x="8162925" y="4895850"/>
            <a:ext cx="495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55555"/>
                </a:solidFill>
                <a:latin typeface="Arial"/>
                <a:ea typeface="Arial"/>
                <a:cs typeface="Arial"/>
              </a:defRPr>
            </a:pPr>
            <a:r>
              <a:rPr sz="750" b="0">
                <a:solidFill>
                  <a:srgbClr val="555555"/>
                </a:solidFill>
                <a:latin typeface="Arial"/>
                <a:ea typeface="Arial"/>
                <a:cs typeface="Arial"/>
              </a:rPr>
              <a:t>5 / 5</a:t>
            </a:r>
          </a:p>
        </p:txBody>
      </p:sp>
      <p:sp>
        <p:nvSpPr>
          <p:cNvPr id="124" name="Common temperature drift erases gain">
            <a:extLst xmlns:a="http://schemas.openxmlformats.org/drawingml/2006/main">
              <a:ext uri="{FF2B5EF4-FFF2-40B4-BE49-F238E27FC236}">
                <a16:creationId xmlns:a16="http://schemas.microsoft.com/office/drawing/2014/main" id="{AF441577-5B83-4619-AF8F-B119312E54A5}"/>
              </a:ext>
            </a:extLst>
          </p:cNvPr>
          <p:cNvSpPr>
            <a:spLocks xmlns:a="http://schemas.openxmlformats.org/drawingml/2006/main" noGrp="1"/>
          </p:cNvSpPr>
          <p:nvPr/>
        </p:nvSpPr>
        <p:spPr>
          <a:xfrm xmlns:a="http://schemas.openxmlformats.org/drawingml/2006/main">
            <a:off x="523875" y="1666875"/>
            <a:ext cx="401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068C"/>
                </a:solidFill>
                <a:latin typeface="Arial"/>
                <a:ea typeface="Arial"/>
                <a:cs typeface="Arial"/>
              </a:defRPr>
            </a:pPr>
            <a:r>
              <a:rPr sz="1425" b="1">
                <a:solidFill>
                  <a:srgbClr val="57068C"/>
                </a:solidFill>
                <a:latin typeface="Arial"/>
                <a:ea typeface="Arial"/>
                <a:cs typeface="Arial"/>
              </a:rPr>
              <a:t>Common temperature drift erases gain</a:t>
            </a:r>
          </a:p>
        </p:txBody>
      </p:sp>
      <p:graphicFrame>
        <p:nvGraphicFramePr>
          <p:cNvPr id="141" name="Chart"/>
          <p:cNvGraphicFramePr/>
          <p:nvPr/>
        </p:nvGraphicFramePr>
        <p:xfrm>
          <a:off xmlns:a="http://schemas.openxmlformats.org/drawingml/2006/main" x="457200" y="2009775"/>
          <a:ext xmlns:a="http://schemas.openxmlformats.org/drawingml/2006/main" cx="4067175" cy="2000250"/>
        </p:xfrm>
        <a:graphic xmlns:a="http://schemas.openxmlformats.org/drawingml/2006/main">
          <a:graphicData uri="http://schemas.openxmlformats.org/drawingml/2006/chart">
            <c:chart xmlns:r="http://schemas.openxmlformats.org/officeDocument/2006/relationships" xmlns:c="http://schemas.openxmlformats.org/drawingml/2006/chart" r:id="R0a4595036ff64b32"/>
          </a:graphicData>
        </a:graphic>
      </p:graphicFrame>
      <p:sp>
        <p:nvSpPr>
          <p:cNvPr id="126" name="At 10 mK: both errors ≈9.137 mg/kg. At low drift, ~28 n">
            <a:extLst xmlns:a="http://schemas.openxmlformats.org/drawingml/2006/main">
              <a:ext uri="{FF2B5EF4-FFF2-40B4-BE49-F238E27FC236}">
                <a16:creationId xmlns:a16="http://schemas.microsoft.com/office/drawing/2014/main" id="{096349FE-860B-404E-B090-36C542723DD7}"/>
              </a:ext>
            </a:extLst>
          </p:cNvPr>
          <p:cNvSpPr>
            <a:spLocks xmlns:a="http://schemas.openxmlformats.org/drawingml/2006/main" noGrp="1"/>
          </p:cNvSpPr>
          <p:nvPr/>
        </p:nvSpPr>
        <p:spPr>
          <a:xfrm xmlns:a="http://schemas.openxmlformats.org/drawingml/2006/main">
            <a:off x="523875" y="40957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Arial"/>
                <a:ea typeface="Arial"/>
                <a:cs typeface="Arial"/>
              </a:defRPr>
            </a:pPr>
            <a:r>
              <a:rPr sz="1275" b="0">
                <a:solidFill>
                  <a:srgbClr val="222222"/>
                </a:solidFill>
                <a:latin typeface="Arial"/>
                <a:ea typeface="Arial"/>
                <a:cs typeface="Arial"/>
              </a:rPr>
              <a:t>At 10 mK: both errors ≈9.137 mg/kg. At low drift, ~28 nW coherent matches 10 nW distributed performance.</a:t>
            </a:r>
          </a:p>
        </p:txBody>
      </p:sp>
      <p:sp>
        <p:nvSpPr>
          <p:cNvPr id="127" name="A scoped laboratory pilot">
            <a:extLst xmlns:a="http://schemas.openxmlformats.org/drawingml/2006/main">
              <a:ext uri="{FF2B5EF4-FFF2-40B4-BE49-F238E27FC236}">
                <a16:creationId xmlns:a16="http://schemas.microsoft.com/office/drawing/2014/main" id="{09C804CA-0806-41DE-89E8-C3994FB7B088}"/>
              </a:ext>
            </a:extLst>
          </p:cNvPr>
          <p:cNvSpPr>
            <a:spLocks xmlns:a="http://schemas.openxmlformats.org/drawingml/2006/main" noGrp="1"/>
          </p:cNvSpPr>
          <p:nvPr/>
        </p:nvSpPr>
        <p:spPr>
          <a:xfrm xmlns:a="http://schemas.openxmlformats.org/drawingml/2006/main">
            <a:off x="4857750" y="16668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068C"/>
                </a:solidFill>
                <a:latin typeface="Arial"/>
                <a:ea typeface="Arial"/>
                <a:cs typeface="Arial"/>
              </a:defRPr>
            </a:pPr>
            <a:r>
              <a:rPr sz="1575" b="1">
                <a:solidFill>
                  <a:srgbClr val="57068C"/>
                </a:solidFill>
                <a:latin typeface="Arial"/>
                <a:ea typeface="Arial"/>
                <a:cs typeface="Arial"/>
              </a:rPr>
              <a:t>A scoped laboratory pilot</a:t>
            </a:r>
          </a:p>
        </p:txBody>
      </p:sp>
      <p:sp>
        <p:nvSpPr>
          <p:cNvPr id="128" name="1  Calibrate one water cell: salt response, transmissio">
            <a:extLst xmlns:a="http://schemas.openxmlformats.org/drawingml/2006/main">
              <a:ext uri="{FF2B5EF4-FFF2-40B4-BE49-F238E27FC236}">
                <a16:creationId xmlns:a16="http://schemas.microsoft.com/office/drawing/2014/main" id="{3C97967F-3E71-41F4-97B0-654622362CCE}"/>
              </a:ext>
            </a:extLst>
          </p:cNvPr>
          <p:cNvSpPr>
            <a:spLocks xmlns:a="http://schemas.openxmlformats.org/drawingml/2006/main" noGrp="1"/>
          </p:cNvSpPr>
          <p:nvPr/>
        </p:nvSpPr>
        <p:spPr>
          <a:xfrm xmlns:a="http://schemas.openxmlformats.org/drawingml/2006/main">
            <a:off x="4857750" y="203835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1  Calibrate one water cell: salt response, transmission, temperature and bias.</a:t>
            </a:r>
          </a:p>
        </p:txBody>
      </p:sp>
      <p:sp>
        <p:nvSpPr>
          <p:cNvPr id="129" name="2  Blind-test four taps against coherent probes and con">
            <a:extLst xmlns:a="http://schemas.openxmlformats.org/drawingml/2006/main">
              <a:ext uri="{FF2B5EF4-FFF2-40B4-BE49-F238E27FC236}">
                <a16:creationId xmlns:a16="http://schemas.microsoft.com/office/drawing/2014/main" id="{40973AEA-28DE-4079-A2CB-32D11BD697A5}"/>
              </a:ext>
            </a:extLst>
          </p:cNvPr>
          <p:cNvSpPr>
            <a:spLocks xmlns:a="http://schemas.openxmlformats.org/drawingml/2006/main" noGrp="1"/>
          </p:cNvSpPr>
          <p:nvPr/>
        </p:nvSpPr>
        <p:spPr>
          <a:xfrm xmlns:a="http://schemas.openxmlformats.org/drawingml/2006/main">
            <a:off x="4857750" y="2676525"/>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2  Blind-test four taps against coherent probes and conventional conductivity.</a:t>
            </a:r>
          </a:p>
        </p:txBody>
      </p:sp>
      <p:sp>
        <p:nvSpPr>
          <p:cNvPr id="130" name="3  Measure detection delay, false alarms and full elect">
            <a:extLst xmlns:a="http://schemas.openxmlformats.org/drawingml/2006/main">
              <a:ext uri="{FF2B5EF4-FFF2-40B4-BE49-F238E27FC236}">
                <a16:creationId xmlns:a16="http://schemas.microsoft.com/office/drawing/2014/main" id="{F848993C-1334-41E8-A78E-86273E4EB27C}"/>
              </a:ext>
            </a:extLst>
          </p:cNvPr>
          <p:cNvSpPr>
            <a:spLocks xmlns:a="http://schemas.openxmlformats.org/drawingml/2006/main" noGrp="1"/>
          </p:cNvSpPr>
          <p:nvPr/>
        </p:nvSpPr>
        <p:spPr>
          <a:xfrm xmlns:a="http://schemas.openxmlformats.org/drawingml/2006/main">
            <a:off x="4857750" y="3314700"/>
            <a:ext cx="37052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22222"/>
                </a:solidFill>
                <a:latin typeface="Arial"/>
                <a:ea typeface="Arial"/>
                <a:cs typeface="Arial"/>
              </a:defRPr>
            </a:pPr>
            <a:r>
              <a:rPr sz="1350" b="0">
                <a:solidFill>
                  <a:srgbClr val="222222"/>
                </a:solidFill>
                <a:latin typeface="Arial"/>
                <a:ea typeface="Arial"/>
                <a:cs typeface="Arial"/>
              </a:rPr>
              <a:t>3  Measure detection delay, false alarms and full electrical energy before scaling.</a:t>
            </a:r>
          </a:p>
        </p:txBody>
      </p:sp>
      <p:sp>
        <p:nvSpPr>
          <p:cNvPr id="131" name="Resource KPI: 160 nJ probe/window for both. Pump, reado">
            <a:extLst xmlns:a="http://schemas.openxmlformats.org/drawingml/2006/main">
              <a:ext uri="{FF2B5EF4-FFF2-40B4-BE49-F238E27FC236}">
                <a16:creationId xmlns:a16="http://schemas.microsoft.com/office/drawing/2014/main" id="{B49C4771-F8A6-4A49-94B1-F4DE268E60DC}"/>
              </a:ext>
            </a:extLst>
          </p:cNvPr>
          <p:cNvSpPr>
            <a:spLocks xmlns:a="http://schemas.openxmlformats.org/drawingml/2006/main" noGrp="1"/>
          </p:cNvSpPr>
          <p:nvPr/>
        </p:nvSpPr>
        <p:spPr>
          <a:xfrm xmlns:a="http://schemas.openxmlformats.org/drawingml/2006/main">
            <a:off x="4857750" y="4029075"/>
            <a:ext cx="3705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7068C"/>
                </a:solidFill>
                <a:latin typeface="Arial"/>
                <a:ea typeface="Arial"/>
                <a:cs typeface="Arial"/>
              </a:defRPr>
            </a:pPr>
            <a:r>
              <a:rPr sz="1275" b="1">
                <a:solidFill>
                  <a:srgbClr val="57068C"/>
                </a:solidFill>
                <a:latin typeface="Arial"/>
                <a:ea typeface="Arial"/>
                <a:cs typeface="Arial"/>
              </a:rPr>
              <a:t>Resource KPI: 160 nJ probe/window for both. Pump, readout and control energy are unmeasured; no net saving claimed.</a:t>
            </a:r>
          </a:p>
        </p:txBody>
      </p:sp>
      <p:sp>
        <p:nvSpPr>
          <p:cNvPr id="132" name="Path to impact: operator + optics-lab pilot → validated">
            <a:extLst xmlns:a="http://schemas.openxmlformats.org/drawingml/2006/main">
              <a:ext uri="{FF2B5EF4-FFF2-40B4-BE49-F238E27FC236}">
                <a16:creationId xmlns:a16="http://schemas.microsoft.com/office/drawing/2014/main" id="{7761C4E5-9E8F-4101-B23D-1D067FBA170B}"/>
              </a:ext>
            </a:extLst>
          </p:cNvPr>
          <p:cNvSpPr>
            <a:spLocks xmlns:a="http://schemas.openxmlformats.org/drawingml/2006/main" noGrp="1"/>
          </p:cNvSpPr>
          <p:nvPr/>
        </p:nvSpPr>
        <p:spPr>
          <a:xfrm xmlns:a="http://schemas.openxmlformats.org/drawingml/2006/main">
            <a:off x="523875" y="47244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Path to impact: operator + optics-lab pilot → validated monitoring module; water saved and commercial viability remain open.</a:t>
            </a:r>
          </a:p>
        </p:txBody>
      </p:sp>
    </p:spTree>
    <p:extLst>
      <p:ext uri="{BB962C8B-B14F-4D97-AF65-F5344CB8AC3E}">
        <p14:creationId xmlns:p14="http://schemas.microsoft.com/office/powerpoint/2010/main" val="626736841"/>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2026-10-07T15:54:26.9730000Z</dcterms:created>
  <dcterms:modified xsi:type="dcterms:W3CDTF">2026-10-07T15:54:26.9730000Z</dcterms:modified>
</coreProperties>
</file>