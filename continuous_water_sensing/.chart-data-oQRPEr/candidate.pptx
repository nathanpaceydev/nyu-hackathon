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91549dde9e24d60" /><Relationship Type="http://schemas.openxmlformats.org/officeDocument/2006/relationships/extended-properties" Target="/docProps/app.xml" Id="Red62b4bd6b84409c" /><Relationship Type="http://schemas.openxmlformats.org/officeDocument/2006/relationships/officeDocument" Target="/ppt/presentation.xml" Id="R297d883ebb35470e" /></Relationships>
</file>

<file path=ppt/presentation.xml><?xml version="1.0" encoding="utf-8"?>
<p:presentation xmlns:p="http://schemas.openxmlformats.org/presentationml/2006/main">
  <p:sldMasterIdLst>
    <p:sldMasterId xmlns:r="http://schemas.openxmlformats.org/officeDocument/2006/relationships" id="2147483648" r:id="R042c57eebe7b4f0c"/>
  </p:sldMasterIdLst>
  <p:notesMasterIdLst>
    <p:notesMasterId xmlns:r="http://schemas.openxmlformats.org/officeDocument/2006/relationships" r:id="R7baf98fd80dd422e"/>
  </p:notesMasterIdLst>
  <p:sldIdLst>
    <p:sldId xmlns:r="http://schemas.openxmlformats.org/officeDocument/2006/relationships" id="256" r:id="R950fdc364ace4b37"/>
    <p:sldId xmlns:r="http://schemas.openxmlformats.org/officeDocument/2006/relationships" id="257" r:id="Reeefa58824a14c4b"/>
    <p:sldId xmlns:r="http://schemas.openxmlformats.org/officeDocument/2006/relationships" id="258" r:id="Rd4437d13165d4f14"/>
    <p:sldId xmlns:r="http://schemas.openxmlformats.org/officeDocument/2006/relationships" id="259" r:id="R8196b47b2476435a"/>
    <p:sldId xmlns:r="http://schemas.openxmlformats.org/officeDocument/2006/relationships" id="260" r:id="R77f63743e11f4283"/>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19ec2f0a7ca4564" /><Relationship Type="http://schemas.openxmlformats.org/officeDocument/2006/relationships/slideMaster" Target="/ppt/slideMasters/slideMaster1.xml" Id="R042c57eebe7b4f0c" /><Relationship Type="http://schemas.openxmlformats.org/officeDocument/2006/relationships/notesMaster" Target="/ppt/notesMasters/notesMaster1.xml" Id="R7baf98fd80dd422e" /><Relationship Type="http://schemas.openxmlformats.org/officeDocument/2006/relationships/presProps" Target="/ppt/presProps.xml" Id="R5cf3cd4506974da7" /><Relationship Type="http://schemas.openxmlformats.org/officeDocument/2006/relationships/tableStyles" Target="/ppt/tableStyles.xml" Id="R845137ddfdfe44f0" /><Relationship Type="http://schemas.openxmlformats.org/officeDocument/2006/relationships/slide" Target="/ppt/slides/slide1.xml" Id="R950fdc364ace4b37" /><Relationship Type="http://schemas.openxmlformats.org/officeDocument/2006/relationships/slide" Target="/ppt/slides/slide2.xml" Id="Reeefa58824a14c4b" /><Relationship Type="http://schemas.openxmlformats.org/officeDocument/2006/relationships/slide" Target="/ppt/slides/slide3.xml" Id="Rd4437d13165d4f14" /><Relationship Type="http://schemas.openxmlformats.org/officeDocument/2006/relationships/slide" Target="/ppt/slides/slide4.xml" Id="R8196b47b2476435a" /><Relationship Type="http://schemas.openxmlformats.org/officeDocument/2006/relationships/slide" Target="/ppt/slides/slide5.xml" Id="R77f63743e11f428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6c573f50a804a7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NYUAD Hackathon">
  <a:themeElements>
    <a:clrScheme name="Bureau">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cbce1989ee94ff7" /><Relationship Type="http://schemas.openxmlformats.org/officeDocument/2006/relationships/notesMaster" Target="/ppt/notesMasters/notesMaster1.xml" Id="R9b0fde32419d4356" /></Relationships>
</file>

<file path=ppt/notesSlides/_rels/notesSlide2.xml.rels>&#65279;<?xml version="1.0" encoding="utf-8"?><Relationships xmlns="http://schemas.openxmlformats.org/package/2006/relationships"><Relationship Type="http://schemas.openxmlformats.org/officeDocument/2006/relationships/slide" Target="/ppt/slides/slide2.xml" Id="R51ff516fee384dba" /><Relationship Type="http://schemas.openxmlformats.org/officeDocument/2006/relationships/notesMaster" Target="/ppt/notesMasters/notesMaster1.xml" Id="Ree99f67b92a1412b" /></Relationships>
</file>

<file path=ppt/notesSlides/_rels/notesSlide3.xml.rels>&#65279;<?xml version="1.0" encoding="utf-8"?><Relationships xmlns="http://schemas.openxmlformats.org/package/2006/relationships"><Relationship Type="http://schemas.openxmlformats.org/officeDocument/2006/relationships/slide" Target="/ppt/slides/slide3.xml" Id="R9813b4804c1f41b6" /><Relationship Type="http://schemas.openxmlformats.org/officeDocument/2006/relationships/notesMaster" Target="/ppt/notesMasters/notesMaster1.xml" Id="Rda2082a2d0ae478d" /></Relationships>
</file>

<file path=ppt/notesSlides/_rels/notesSlide4.xml.rels>&#65279;<?xml version="1.0" encoding="utf-8"?><Relationships xmlns="http://schemas.openxmlformats.org/package/2006/relationships"><Relationship Type="http://schemas.openxmlformats.org/officeDocument/2006/relationships/slide" Target="/ppt/slides/slide4.xml" Id="R131c42815a9e4657" /><Relationship Type="http://schemas.openxmlformats.org/officeDocument/2006/relationships/notesMaster" Target="/ppt/notesMasters/notesMaster1.xml" Id="R42e017017f404926" /></Relationships>
</file>

<file path=ppt/notesSlides/_rels/notesSlide5.xml.rels>&#65279;<?xml version="1.0" encoding="utf-8"?><Relationships xmlns="http://schemas.openxmlformats.org/package/2006/relationships"><Relationship Type="http://schemas.openxmlformats.org/officeDocument/2006/relationships/slide" Target="/ppt/slides/slide5.xml" Id="Ra695c8a470d54c72" /><Relationship Type="http://schemas.openxmlformats.org/officeDocument/2006/relationships/notesMaster" Target="/ppt/notesMasters/notesMaster1.xml" Id="Rd0349a58f5ef42d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Proposed use case; no verified customer or quantified missed-event prevalence. United Nations target definitions: https://sdgs.un.org/goals/goal6 and https://unstats.un.org/sdgs/metadata/?Goal=6&amp;Target= . Target6.3 concerns water quality, pollution reduction, wastewater treatment and safe reuse; target6.4 concerns water-use efficiency and sustainable withdrawals. Our proposed contribution is monitoring, not proven delivery of either target. This is a salt-proxy change detector, not a drinking-water safety test. The supplied template explicitly distinguishes October ideation from the in-person presentation; this concise artifact is created at the user’s request. Working nameTeam7 confirmed; final name and roster remain unconfirmed.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Technical rigor: 30%. Classical matrix operations and Gaussian threshold tests; no quantum computing speedup, QAOA, VQE or QML execution. Covariance is propagated through loss and phase jitter. Objective is minimum error for an unbiased arithmetic-mean estimate under the stated resource constraints; no changing site weights to discard noisy nodes. Theory https://arxiv.org/abs/1711.10459 and https://doi.org/10.1103/PhysRevResearch.2.023030 . Classical estimator is computationally tractable. QC-specific eligibility must be confirmed with organizers. Hack stack: Python, NumPy, SciPy, Matplotlib. No quantum hardware has been built.</a:t>
            </a:r>
            <a:endParaRPr/>
          </a:p>
          <a:p xmlns:a="http://schemas.openxmlformats.org/drawingml/2006/main">
            <a:pPr marL="0" lvl="0" indent="0" algn="l">
              <a:spcBef>
                <a:spcPts val="0"/>
              </a:spcBef>
              <a:spcAft>
                <a:spcPts val="0"/>
              </a:spcAft>
              <a:buNone/>
            </a:pPr>
            <a:r>
              <a:t>NaCl calibration: Saunders https://doi.org/10.1364/AO.55.000947 . Around500mg/kg, dn/dc=1.6207394e-7 RIU/(mg/kg). Effective length10µm is assumed, giving6.5699393e-6rad/(mg/kg). Local concentrations may differ. NaCl-equivalent mg/kg is a nonspecific proxy: no arsenic/nitrate selectivity or mg/L conversion. Classical simulator uses Python, NumPy and SciPy. Hardware remains proposed. Product concept: calibrated optical sampling module with operator software and confirmatory chemical analysis. Quantum-computing emphasis of rubric remains an eligibility question.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NaCl: Saunders https://doi.org/10.1364/AO.55.000947 ; squeezing Mehmet https://arxiv.org/abs/1110.3737 ; fiber https://www.corning.com/media/worldwide/coc/documents/Fiber/application-notes/AN2008.pdf ; thermo-optic Kim https://opg.optica.org/abstract.cfm?uri=sensors-2012-STu1F.3 . Supplied Dowran https://doi.org/10.1364/OPTICA.5.000628 reports795nm199kHz air sensitivities8.6/6.8/5.5e-10RIU/sqrtHz; not transferable to1s1550nm water. Supplied Pooser/Lawrie PDF is supporting information of a separate paper. QML https://doi.org/10.3390/quantum8030060 ; matched RBF remains strong. Complete sources and each config parameter in docs/PROJECT_REPORT.md AppendixA.</a:t>
            </a:r>
            <a:endParaRPr/>
          </a:p>
          <a:p xmlns:a="http://schemas.openxmlformats.org/drawingml/2006/main">
            <a:pPr marL="0" lvl="0" indent="0" algn="l">
              <a:spcBef>
                <a:spcPts val="0"/>
              </a:spcBef>
              <a:spcAft>
                <a:spcPts val="0"/>
              </a:spcAft>
              <a:buNone/>
            </a:pPr>
            <a:r>
              <a:t>Pilot eta=.731827,sourceNs1.6 photons/mode,9.18dB squeezing; source cap10dB and mode rate1MHz are engineering targets. Equal launched carrier+squeezed photons, excluding pump and LO electricity. Nearest64distinct supplied USGS-labelled coordinates; route1.3×greatcircle, not surveyed fiber. Sweep includes10mK stress case and1nW–70µW classical power. Ideal lossless uncapped fitM33–64 yields−.953 vs−.500 RMS slope only with growing total squeezing; no deployable1/M claim.13internal model tests;100000 null/alternative draws per strategy verify Gaussian ROC. No field data are generated or claimed; see docs/PROJECT_REPORT.md.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Quantum justification: 20%. This is a prediction for a proposed controlled instrument, not a measured water sensor. Optical RMSE .079619 vs .047583; total precision gain 1.387×. The ambitious common temperature residual is an engineering assumption. Probe photon accounting includes squeezed photons deducted from carrier power, but excludes pump and local oscillator energy.</a:t>
            </a:r>
            <a:endParaRPr/>
          </a:p>
          <a:p xmlns:a="http://schemas.openxmlformats.org/drawingml/2006/main">
            <a:pPr marL="0" lvl="0" indent="0" algn="l">
              <a:spcBef>
                <a:spcPts val="0"/>
              </a:spcBef>
              <a:spcAft>
                <a:spcPts val="0"/>
              </a:spcAft>
              <a:buNone/>
            </a:pPr>
            <a:r>
              <a:t>results/summary.json pilot16. No measured-field accuracy claim. Common residual 50 microkelvin is an ambitious compensated bench target.</a:t>
            </a:r>
            <a:endParaRPr/>
          </a:p>
          <a:p xmlns:a="http://schemas.openxmlformats.org/drawingml/2006/main">
            <a:pPr marL="0" lvl="0" indent="0" algn="l">
              <a:spcBef>
                <a:spcPts val="0"/>
              </a:spcBef>
              <a:spcAft>
                <a:spcPts val="0"/>
              </a:spcAft>
              <a:buNone/>
            </a:pPr>
            <a:r>
              <a:t>Results/summary.json gives27.92% RMSE reduction versus coherent and16.58% versus independent squeezing. At64regional sites compare optimized coherent .0728867 to distributed .0655362mg/kg.10mK residual gives approximately9.137mg/kg for either strategy. More classical power also shrinks total gain. These are conditional predictions, not measured hardware results or experimental proof of the literature. Source plot uses exact model results rounded for spreadsheet portability.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Required closing three claims from judging guidance. All pilot claims use16nodes,10nW/node,1s,50µK common residual. Detection uses.15mg/kg increase and1% false alarm per decision. Optical energy160nJ is equal resources, not measured sustainability improvement. Algorithm is estimator accuracy, not quantum computational runtime. Next KPI: total joules per validated useful detection at matched coverage, false-alarm rate and response time. Results do not prove/disprove literature: conditional model consistency only.</a:t>
            </a:r>
            <a:endParaRPr/>
          </a:p>
          <a:p xmlns:a="http://schemas.openxmlformats.org/drawingml/2006/main">
            <a:pPr marL="0" lvl="0" indent="0" algn="l">
              <a:spcBef>
                <a:spcPts val="0"/>
              </a:spcBef>
              <a:spcAft>
                <a:spcPts val="0"/>
              </a:spcAft>
              <a:buNone/>
            </a:pPr>
            <a:r>
              <a:t>Detection of.15mg/kg mean increase,16nodes,1s,50µK residual.1% per-window false alarm at1Hz gives36expected flagged windows/hour; not an operational alarm policy. Need a separately validated sequential rule. First audience controlled plant lab; possible model research pilot then monitoring module, no confirmed partner or revenue. Compare conventional conductivity and higher-power coherent optics. Expansion only if useful detection beats these alternatives under an operator-relevant constraint and measured total cost/energy. Seek water operator and optical laboratory for a scoped pilot. Figures do not prove/disprove experimental literature; they show conditional consistency and failure regimes. Sources and technical details in docs/PROJECT_REPORT.md and results/summary.json. The proposed environmental impact remains unvalidated.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171cc20143945e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834a0c99ee34d5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6f578e0a66f421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1263174f2ff451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d2ee550d03945d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1397657a43b4bd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b86a0b254b74db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b772d922e84490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a3354c0809d04c93"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e774b9e1f2fe467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298c02e975474807" /></Relationships>
</file>

<file path=ppt/slideLayouts/slideLayout1.xml><?xml version="1.0" encoding="utf-8"?>
<p:sldLayout xmlns:p="http://schemas.openxmlformats.org/presentationml/2006/main" matchingName="Diapositive de titre" type="title">
  <p:cSld name="TITLE">
    <p:spTree>
      <p:nvGrpSpPr>
        <p:cNvPr id="1" name=""/>
        <p:cNvGrpSpPr/>
        <p:nvPr/>
      </p:nvGrpSpPr>
      <p:grpSpPr>
        <a:xfrm xmlns:a="http://schemas.openxmlformats.org/drawingml/2006/main"/>
      </p:grpSpPr>
      <p:sp>
        <p:nvSpPr>
          <p:cNvPr id="14" name="Google Shape;14;p2">
            <a:extLst xmlns:a="http://schemas.openxmlformats.org/drawingml/2006/main">
              <a:ext uri="{FF2B5EF4-FFF2-40B4-BE49-F238E27FC236}">
                <a16:creationId xmlns:a16="http://schemas.microsoft.com/office/drawing/2014/main" id="{150C8AE7-1535-414D-8A95-A07347232DF8}"/>
              </a:ext>
            </a:extLst>
          </p:cNvPr>
          <p:cNvSpPr>
            <a:spLocks xmlns:a="http://schemas.openxmlformats.org/drawingml/2006/main" noGrp="1"/>
          </p:cNvSpPr>
          <p:nvPr>
            <p:ph type="ctrTitle" idx="0"/>
          </p:nvPr>
        </p:nvSpPr>
        <p:spPr>
          <a:xfrm xmlns:a="http://schemas.openxmlformats.org/drawingml/2006/main">
            <a:off x="685800" y="1597819"/>
            <a:ext cx="7772400" cy="110251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ctr">
              <a:spcBef>
                <a:spcPts val="0"/>
              </a:spcBef>
              <a:spcAft>
                <a:spcPts val="0"/>
              </a:spcAft>
              <a:buClr>
                <a:schemeClr val="dk1"/>
              </a:buClr>
              <a:buSzPts val="1400"/>
              <a:buFont typeface="Calibri"/>
              <a:buNone/>
              <a:defRPr/>
            </a:lvl1pPr>
            <a:lvl2pPr marL="0" marR="0" indent="-88900" algn="l">
              <a:spcBef>
                <a:spcPts val="0"/>
              </a:spcBef>
              <a:spcAft>
                <a:spcPts val="0"/>
              </a:spcAft>
              <a:buSzPts val="1400"/>
              <a:buChar char="○"/>
              <a:defRPr/>
            </a:lvl2pPr>
            <a:lvl3pPr marL="0" marR="0" indent="-88900" algn="l">
              <a:spcBef>
                <a:spcPts val="0"/>
              </a:spcBef>
              <a:spcAft>
                <a:spcPts val="0"/>
              </a:spcAft>
              <a:buSzPts val="1400"/>
              <a:buChar char="■"/>
              <a:defRPr/>
            </a:lvl3pPr>
            <a:lvl4pPr marL="0" marR="0" indent="-88900" algn="l">
              <a:spcBef>
                <a:spcPts val="0"/>
              </a:spcBef>
              <a:spcAft>
                <a:spcPts val="0"/>
              </a:spcAft>
              <a:buSzPts val="1400"/>
              <a:buChar char="●"/>
              <a:defRPr/>
            </a:lvl4pPr>
            <a:lvl5pPr marL="0" marR="0" indent="-88900" algn="l">
              <a:spcBef>
                <a:spcPts val="0"/>
              </a:spcBef>
              <a:spcAft>
                <a:spcPts val="0"/>
              </a:spcAft>
              <a:buSzPts val="1400"/>
              <a:buChar char="○"/>
              <a:defRPr/>
            </a:lvl5pPr>
            <a:lvl6pPr marL="0" marR="0" indent="-88900" algn="l">
              <a:spcBef>
                <a:spcPts val="0"/>
              </a:spcBef>
              <a:spcAft>
                <a:spcPts val="0"/>
              </a:spcAft>
              <a:buSzPts val="1400"/>
              <a:buChar char="■"/>
              <a:defRPr/>
            </a:lvl6pPr>
            <a:lvl7pPr marL="0" marR="0" indent="-88900" algn="l">
              <a:spcBef>
                <a:spcPts val="0"/>
              </a:spcBef>
              <a:spcAft>
                <a:spcPts val="0"/>
              </a:spcAft>
              <a:buSzPts val="1400"/>
              <a:buChar char="●"/>
              <a:defRPr/>
            </a:lvl7pPr>
            <a:lvl8pPr marL="0" marR="0" indent="-88900" algn="l">
              <a:spcBef>
                <a:spcPts val="0"/>
              </a:spcBef>
              <a:spcAft>
                <a:spcPts val="0"/>
              </a:spcAft>
              <a:buSzPts val="1400"/>
              <a:buChar char="○"/>
              <a:defRPr/>
            </a:lvl8pPr>
            <a:lvl9pPr marL="0" marR="0" indent="-88900" algn="l">
              <a:spcBef>
                <a:spcPts val="0"/>
              </a:spcBef>
              <a:spcAft>
                <a:spcPts val="0"/>
              </a:spcAft>
              <a:buSzPts val="1400"/>
              <a:buChar char="■"/>
              <a:defRPr/>
            </a:lvl9pPr>
          </a:lstStyle>
          <a:p xmlns:a="http://schemas.openxmlformats.org/drawingml/2006/main"/>
        </p:txBody>
      </p:sp>
      <p:sp>
        <p:nvSpPr>
          <p:cNvPr id="15" name="Google Shape;15;p2">
            <a:extLst xmlns:a="http://schemas.openxmlformats.org/drawingml/2006/main">
              <a:ext uri="{FF2B5EF4-FFF2-40B4-BE49-F238E27FC236}">
                <a16:creationId xmlns:a16="http://schemas.microsoft.com/office/drawing/2014/main" id="{4C489728-F087-4A07-9590-DB40D9D1649E}"/>
              </a:ext>
            </a:extLst>
          </p:cNvPr>
          <p:cNvSpPr>
            <a:spLocks xmlns:a="http://schemas.openxmlformats.org/drawingml/2006/main" noGrp="1"/>
          </p:cNvSpPr>
          <p:nvPr>
            <p:ph type="subTitle" idx="1"/>
          </p:nvPr>
        </p:nvSpPr>
        <p:spPr>
          <a:xfrm xmlns:a="http://schemas.openxmlformats.org/drawingml/2006/main">
            <a:off x="1371600" y="2914650"/>
            <a:ext cx="6400800" cy="1314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0" marR="0" indent="0" algn="ctr">
              <a:spcBef>
                <a:spcPts val="640"/>
              </a:spcBef>
              <a:spcAft>
                <a:spcPts val="0"/>
              </a:spcAft>
              <a:buClr>
                <a:srgbClr val="888888"/>
              </a:buClr>
              <a:buSzPts val="1400"/>
              <a:buFont typeface="Calibri"/>
              <a:buNone/>
              <a:defRPr/>
            </a:lvl1pPr>
            <a:lvl2pPr marL="457200" marR="0" indent="0" algn="ctr">
              <a:spcBef>
                <a:spcPts val="560"/>
              </a:spcBef>
              <a:spcAft>
                <a:spcPts val="0"/>
              </a:spcAft>
              <a:buClr>
                <a:srgbClr val="888888"/>
              </a:buClr>
              <a:buSzPts val="1400"/>
              <a:buFont typeface="Calibri"/>
              <a:buNone/>
              <a:defRPr/>
            </a:lvl2pPr>
            <a:lvl3pPr marL="914400" marR="0" indent="0" algn="ctr">
              <a:spcBef>
                <a:spcPts val="480"/>
              </a:spcBef>
              <a:spcAft>
                <a:spcPts val="0"/>
              </a:spcAft>
              <a:buClr>
                <a:srgbClr val="888888"/>
              </a:buClr>
              <a:buSzPts val="1400"/>
              <a:buFont typeface="Calibri"/>
              <a:buNone/>
              <a:defRPr/>
            </a:lvl3pPr>
            <a:lvl4pPr marL="1371600" marR="0" indent="0" algn="ctr">
              <a:spcBef>
                <a:spcPts val="400"/>
              </a:spcBef>
              <a:spcAft>
                <a:spcPts val="0"/>
              </a:spcAft>
              <a:buClr>
                <a:srgbClr val="888888"/>
              </a:buClr>
              <a:buSzPts val="1400"/>
              <a:buFont typeface="Calibri"/>
              <a:buNone/>
              <a:defRPr/>
            </a:lvl4pPr>
            <a:lvl5pPr marL="1828800" marR="0" indent="0" algn="ctr">
              <a:spcBef>
                <a:spcPts val="400"/>
              </a:spcBef>
              <a:spcAft>
                <a:spcPts val="0"/>
              </a:spcAft>
              <a:buClr>
                <a:srgbClr val="888888"/>
              </a:buClr>
              <a:buSzPts val="1400"/>
              <a:buFont typeface="Calibri"/>
              <a:buNone/>
              <a:defRPr/>
            </a:lvl5pPr>
            <a:lvl6pPr marL="2286000" marR="0" indent="0" algn="ctr">
              <a:spcBef>
                <a:spcPts val="400"/>
              </a:spcBef>
              <a:spcAft>
                <a:spcPts val="0"/>
              </a:spcAft>
              <a:buClr>
                <a:srgbClr val="888888"/>
              </a:buClr>
              <a:buSzPts val="1400"/>
              <a:buFont typeface="Calibri"/>
              <a:buNone/>
              <a:defRPr/>
            </a:lvl6pPr>
            <a:lvl7pPr marL="2743200" marR="0" indent="0" algn="ctr">
              <a:spcBef>
                <a:spcPts val="400"/>
              </a:spcBef>
              <a:spcAft>
                <a:spcPts val="0"/>
              </a:spcAft>
              <a:buClr>
                <a:srgbClr val="888888"/>
              </a:buClr>
              <a:buSzPts val="1400"/>
              <a:buFont typeface="Calibri"/>
              <a:buNone/>
              <a:defRPr/>
            </a:lvl7pPr>
            <a:lvl8pPr marL="3200400" marR="0" indent="0" algn="ctr">
              <a:spcBef>
                <a:spcPts val="400"/>
              </a:spcBef>
              <a:spcAft>
                <a:spcPts val="0"/>
              </a:spcAft>
              <a:buClr>
                <a:srgbClr val="888888"/>
              </a:buClr>
              <a:buSzPts val="1400"/>
              <a:buFont typeface="Calibri"/>
              <a:buNone/>
              <a:defRPr/>
            </a:lvl8pPr>
            <a:lvl9pPr marL="3657600" marR="0" indent="0" algn="ctr">
              <a:spcBef>
                <a:spcPts val="400"/>
              </a:spcBef>
              <a:spcAft>
                <a:spcPts val="0"/>
              </a:spcAft>
              <a:buClr>
                <a:srgbClr val="888888"/>
              </a:buClr>
              <a:buSzPts val="1400"/>
              <a:buFont typeface="Calibri"/>
              <a:buNone/>
              <a:defRPr/>
            </a:lvl9pPr>
          </a:lstStyle>
          <a:p xmlns:a="http://schemas.openxmlformats.org/drawingml/2006/main"/>
        </p:txBody>
      </p:sp>
      <p:sp>
        <p:nvSpPr>
          <p:cNvPr id="16" name="Google Shape;16;p2">
            <a:extLst xmlns:a="http://schemas.openxmlformats.org/drawingml/2006/main">
              <a:ext uri="{FF2B5EF4-FFF2-40B4-BE49-F238E27FC236}">
                <a16:creationId xmlns:a16="http://schemas.microsoft.com/office/drawing/2014/main" id="{499492C2-BD1F-4850-BE7F-FA8F77CC35F3}"/>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17" name="Google Shape;17;p2">
            <a:extLst xmlns:a="http://schemas.openxmlformats.org/drawingml/2006/main">
              <a:ext uri="{FF2B5EF4-FFF2-40B4-BE49-F238E27FC236}">
                <a16:creationId xmlns:a16="http://schemas.microsoft.com/office/drawing/2014/main" id="{03A8E423-1BE0-4989-B2C2-4C5C5A167D72}"/>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18" name="Google Shape;18;p2">
            <a:extLst xmlns:a="http://schemas.openxmlformats.org/drawingml/2006/main">
              <a:ext uri="{FF2B5EF4-FFF2-40B4-BE49-F238E27FC236}">
                <a16:creationId xmlns:a16="http://schemas.microsoft.com/office/drawing/2014/main" id="{FB3B253F-C1C9-413F-9D15-3D0638D0C589}"/>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2.xml><?xml version="1.0" encoding="utf-8"?>
<p:sldLayout xmlns:p="http://schemas.openxmlformats.org/presentationml/2006/main" matchingName="Titre et contenu" type="obj">
  <p:cSld name="OBJECT">
    <p:spTree>
      <p:nvGrpSpPr>
        <p:cNvPr id="1" name=""/>
        <p:cNvGrpSpPr/>
        <p:nvPr/>
      </p:nvGrpSpPr>
      <p:grpSpPr>
        <a:xfrm xmlns:a="http://schemas.openxmlformats.org/drawingml/2006/main"/>
      </p:grpSpPr>
      <p:sp>
        <p:nvSpPr>
          <p:cNvPr id="20" name="Google Shape;20;p3">
            <a:extLst xmlns:a="http://schemas.openxmlformats.org/drawingml/2006/main">
              <a:ext uri="{FF2B5EF4-FFF2-40B4-BE49-F238E27FC236}">
                <a16:creationId xmlns:a16="http://schemas.microsoft.com/office/drawing/2014/main" id="{4B6B73A8-62EE-403D-A6AB-314CCAA8EDFF}"/>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Clr>
                <a:schemeClr val="dk1"/>
              </a:buClr>
              <a:buSzPts val="1400"/>
              <a:buFont typeface="Calibri"/>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21" name="Google Shape;21;p3">
            <a:extLst xmlns:a="http://schemas.openxmlformats.org/drawingml/2006/main">
              <a:ext uri="{FF2B5EF4-FFF2-40B4-BE49-F238E27FC236}">
                <a16:creationId xmlns:a16="http://schemas.microsoft.com/office/drawing/2014/main" id="{26CAA720-6178-4E03-A053-1AFC180A82CA}"/>
              </a:ext>
            </a:extLst>
          </p:cNvPr>
          <p:cNvSpPr>
            <a:spLocks xmlns:a="http://schemas.openxmlformats.org/drawingml/2006/main" noGrp="1"/>
          </p:cNvSpPr>
          <p:nvPr>
            <p:ph type="body" idx="1"/>
          </p:nvPr>
        </p:nvSpPr>
        <p:spPr>
          <a:xfrm xmlns:a="http://schemas.openxmlformats.org/drawingml/2006/main">
            <a:off x="457200" y="1200150"/>
            <a:ext cx="8229600"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lgn="l">
              <a:spcBef>
                <a:spcPts val="640"/>
              </a:spcBef>
              <a:spcAft>
                <a:spcPts val="0"/>
              </a:spcAft>
              <a:buClr>
                <a:schemeClr val="dk1"/>
              </a:buClr>
              <a:buSzPts val="1400"/>
              <a:buFont typeface="Calibri"/>
              <a:buChar char="•"/>
              <a:defRPr/>
            </a:lvl1pPr>
            <a:lvl2pPr marL="914400" indent="-317500" algn="l">
              <a:spcBef>
                <a:spcPts val="560"/>
              </a:spcBef>
              <a:spcAft>
                <a:spcPts val="0"/>
              </a:spcAft>
              <a:buClr>
                <a:schemeClr val="dk1"/>
              </a:buClr>
              <a:buSzPts val="1400"/>
              <a:buFont typeface="Calibri"/>
              <a:buChar char="–"/>
              <a:defRPr/>
            </a:lvl2pPr>
            <a:lvl3pPr marL="1371600" indent="-317500" algn="l">
              <a:spcBef>
                <a:spcPts val="480"/>
              </a:spcBef>
              <a:spcAft>
                <a:spcPts val="0"/>
              </a:spcAft>
              <a:buClr>
                <a:schemeClr val="dk1"/>
              </a:buClr>
              <a:buSzPts val="1400"/>
              <a:buFont typeface="Calibri"/>
              <a:buChar char="•"/>
              <a:defRPr/>
            </a:lvl3pPr>
            <a:lvl4pPr marL="1828800" indent="-317500" algn="l">
              <a:spcBef>
                <a:spcPts val="400"/>
              </a:spcBef>
              <a:spcAft>
                <a:spcPts val="0"/>
              </a:spcAft>
              <a:buClr>
                <a:schemeClr val="dk1"/>
              </a:buClr>
              <a:buSzPts val="1400"/>
              <a:buFont typeface="Calibri"/>
              <a:buChar char="–"/>
              <a:defRPr/>
            </a:lvl4pPr>
            <a:lvl5pPr marL="2286000" indent="-317500" algn="l">
              <a:spcBef>
                <a:spcPts val="400"/>
              </a:spcBef>
              <a:spcAft>
                <a:spcPts val="0"/>
              </a:spcAft>
              <a:buClr>
                <a:schemeClr val="dk1"/>
              </a:buClr>
              <a:buSzPts val="1400"/>
              <a:buFont typeface="Calibri"/>
              <a:buChar char="»"/>
              <a:defRPr/>
            </a:lvl5pPr>
            <a:lvl6pPr marL="2743200" indent="-317500" algn="l">
              <a:spcBef>
                <a:spcPts val="400"/>
              </a:spcBef>
              <a:spcAft>
                <a:spcPts val="0"/>
              </a:spcAft>
              <a:buClr>
                <a:schemeClr val="dk1"/>
              </a:buClr>
              <a:buSzPts val="1400"/>
              <a:buFont typeface="Calibri"/>
              <a:buChar char="•"/>
              <a:defRPr/>
            </a:lvl6pPr>
            <a:lvl7pPr marL="3200400" indent="-317500" algn="l">
              <a:spcBef>
                <a:spcPts val="400"/>
              </a:spcBef>
              <a:spcAft>
                <a:spcPts val="0"/>
              </a:spcAft>
              <a:buClr>
                <a:schemeClr val="dk1"/>
              </a:buClr>
              <a:buSzPts val="1400"/>
              <a:buFont typeface="Calibri"/>
              <a:buChar char="•"/>
              <a:defRPr/>
            </a:lvl7pPr>
            <a:lvl8pPr marL="3657600" indent="-317500" algn="l">
              <a:spcBef>
                <a:spcPts val="400"/>
              </a:spcBef>
              <a:spcAft>
                <a:spcPts val="0"/>
              </a:spcAft>
              <a:buClr>
                <a:schemeClr val="dk1"/>
              </a:buClr>
              <a:buSzPts val="1400"/>
              <a:buFont typeface="Calibri"/>
              <a:buChar char="•"/>
              <a:defRPr/>
            </a:lvl8pPr>
            <a:lvl9pPr marL="4114800" indent="-317500" algn="l">
              <a:spcBef>
                <a:spcPts val="400"/>
              </a:spcBef>
              <a:spcAft>
                <a:spcPts val="0"/>
              </a:spcAft>
              <a:buClr>
                <a:schemeClr val="dk1"/>
              </a:buClr>
              <a:buSzPts val="1400"/>
              <a:buFont typeface="Calibri"/>
              <a:buChar char="•"/>
              <a:defRPr/>
            </a:lvl9pPr>
          </a:lstStyle>
          <a:p xmlns:a="http://schemas.openxmlformats.org/drawingml/2006/main"/>
        </p:txBody>
      </p:sp>
      <p:sp>
        <p:nvSpPr>
          <p:cNvPr id="22" name="Google Shape;22;p3">
            <a:extLst xmlns:a="http://schemas.openxmlformats.org/drawingml/2006/main">
              <a:ext uri="{FF2B5EF4-FFF2-40B4-BE49-F238E27FC236}">
                <a16:creationId xmlns:a16="http://schemas.microsoft.com/office/drawing/2014/main" id="{0741FD60-1E93-4B8A-96A7-596BACA187C2}"/>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23" name="Google Shape;23;p3">
            <a:extLst xmlns:a="http://schemas.openxmlformats.org/drawingml/2006/main">
              <a:ext uri="{FF2B5EF4-FFF2-40B4-BE49-F238E27FC236}">
                <a16:creationId xmlns:a16="http://schemas.microsoft.com/office/drawing/2014/main" id="{8842780B-5B47-420E-8586-29F7B0721412}"/>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24" name="Google Shape;24;p3">
            <a:extLst xmlns:a="http://schemas.openxmlformats.org/drawingml/2006/main">
              <a:ext uri="{FF2B5EF4-FFF2-40B4-BE49-F238E27FC236}">
                <a16:creationId xmlns:a16="http://schemas.microsoft.com/office/drawing/2014/main" id="{675D9DF2-6363-40DB-A238-F56D9657CB61}"/>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3.xml><?xml version="1.0" encoding="utf-8"?>
<p:sldLayout xmlns:p="http://schemas.openxmlformats.org/presentationml/2006/main" matchingName="En-tête de section" type="secHead">
  <p:cSld name="SECTION_HEADER">
    <p:spTree>
      <p:nvGrpSpPr>
        <p:cNvPr id="1" name=""/>
        <p:cNvGrpSpPr/>
        <p:nvPr/>
      </p:nvGrpSpPr>
      <p:grpSpPr>
        <a:xfrm xmlns:a="http://schemas.openxmlformats.org/drawingml/2006/main"/>
      </p:grpSpPr>
      <p:sp>
        <p:nvSpPr>
          <p:cNvPr id="26" name="Google Shape;26;p4">
            <a:extLst xmlns:a="http://schemas.openxmlformats.org/drawingml/2006/main">
              <a:ext uri="{FF2B5EF4-FFF2-40B4-BE49-F238E27FC236}">
                <a16:creationId xmlns:a16="http://schemas.microsoft.com/office/drawing/2014/main" id="{C80347B2-8BAC-47B6-BD18-99374AB97D08}"/>
              </a:ext>
            </a:extLst>
          </p:cNvPr>
          <p:cNvSpPr>
            <a:spLocks xmlns:a="http://schemas.openxmlformats.org/drawingml/2006/main" noGrp="1"/>
          </p:cNvSpPr>
          <p:nvPr>
            <p:ph type="title" idx="0"/>
          </p:nvPr>
        </p:nvSpPr>
        <p:spPr>
          <a:xfrm xmlns:a="http://schemas.openxmlformats.org/drawingml/2006/main">
            <a:off x="722313" y="3305175"/>
            <a:ext cx="7772400" cy="10215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lgn="l">
              <a:spcBef>
                <a:spcPts val="0"/>
              </a:spcBef>
              <a:spcAft>
                <a:spcPts val="0"/>
              </a:spcAft>
              <a:buSzPts val="1400"/>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27" name="Google Shape;27;p4">
            <a:extLst xmlns:a="http://schemas.openxmlformats.org/drawingml/2006/main">
              <a:ext uri="{FF2B5EF4-FFF2-40B4-BE49-F238E27FC236}">
                <a16:creationId xmlns:a16="http://schemas.microsoft.com/office/drawing/2014/main" id="{379BD9CC-8C95-4255-A500-5FB688171903}"/>
              </a:ext>
            </a:extLst>
          </p:cNvPr>
          <p:cNvSpPr>
            <a:spLocks xmlns:a="http://schemas.openxmlformats.org/drawingml/2006/main" noGrp="1"/>
          </p:cNvSpPr>
          <p:nvPr>
            <p:ph type="body" idx="1"/>
          </p:nvPr>
        </p:nvSpPr>
        <p:spPr>
          <a:xfrm xmlns:a="http://schemas.openxmlformats.org/drawingml/2006/main">
            <a:off x="722313" y="2180035"/>
            <a:ext cx="7772400" cy="11251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457200" indent="-228600">
              <a:spcBef>
                <a:spcPts val="640"/>
              </a:spcBef>
              <a:spcAft>
                <a:spcPts val="0"/>
              </a:spcAft>
              <a:buClr>
                <a:srgbClr val="888888"/>
              </a:buClr>
              <a:buSzPts val="1400"/>
              <a:buFont typeface="Calibri"/>
              <a:buNone/>
              <a:defRPr/>
            </a:lvl1pPr>
            <a:lvl2pPr marL="914400" indent="-228600">
              <a:spcBef>
                <a:spcPts val="560"/>
              </a:spcBef>
              <a:spcAft>
                <a:spcPts val="0"/>
              </a:spcAft>
              <a:buClr>
                <a:srgbClr val="888888"/>
              </a:buClr>
              <a:buSzPts val="1400"/>
              <a:buFont typeface="Calibri"/>
              <a:buNone/>
              <a:defRPr/>
            </a:lvl2pPr>
            <a:lvl3pPr marL="1371600" indent="-228600">
              <a:spcBef>
                <a:spcPts val="480"/>
              </a:spcBef>
              <a:spcAft>
                <a:spcPts val="0"/>
              </a:spcAft>
              <a:buClr>
                <a:srgbClr val="888888"/>
              </a:buClr>
              <a:buSzPts val="1400"/>
              <a:buFont typeface="Calibri"/>
              <a:buNone/>
              <a:defRPr/>
            </a:lvl3pPr>
            <a:lvl4pPr marL="1828800" indent="-228600">
              <a:spcBef>
                <a:spcPts val="400"/>
              </a:spcBef>
              <a:spcAft>
                <a:spcPts val="0"/>
              </a:spcAft>
              <a:buClr>
                <a:srgbClr val="888888"/>
              </a:buClr>
              <a:buSzPts val="1400"/>
              <a:buFont typeface="Calibri"/>
              <a:buNone/>
              <a:defRPr/>
            </a:lvl4pPr>
            <a:lvl5pPr marL="2286000" indent="-228600">
              <a:spcBef>
                <a:spcPts val="400"/>
              </a:spcBef>
              <a:spcAft>
                <a:spcPts val="0"/>
              </a:spcAft>
              <a:buClr>
                <a:srgbClr val="888888"/>
              </a:buClr>
              <a:buSzPts val="1400"/>
              <a:buFont typeface="Calibri"/>
              <a:buNone/>
              <a:defRPr/>
            </a:lvl5pPr>
            <a:lvl6pPr marL="2743200" indent="-228600">
              <a:spcBef>
                <a:spcPts val="400"/>
              </a:spcBef>
              <a:spcAft>
                <a:spcPts val="0"/>
              </a:spcAft>
              <a:buClr>
                <a:srgbClr val="888888"/>
              </a:buClr>
              <a:buSzPts val="1400"/>
              <a:buFont typeface="Calibri"/>
              <a:buNone/>
              <a:defRPr/>
            </a:lvl6pPr>
            <a:lvl7pPr marL="3200400" indent="-228600">
              <a:spcBef>
                <a:spcPts val="400"/>
              </a:spcBef>
              <a:spcAft>
                <a:spcPts val="0"/>
              </a:spcAft>
              <a:buClr>
                <a:srgbClr val="888888"/>
              </a:buClr>
              <a:buSzPts val="1400"/>
              <a:buFont typeface="Calibri"/>
              <a:buNone/>
              <a:defRPr/>
            </a:lvl7pPr>
            <a:lvl8pPr marL="3657600" indent="-228600">
              <a:spcBef>
                <a:spcPts val="400"/>
              </a:spcBef>
              <a:spcAft>
                <a:spcPts val="0"/>
              </a:spcAft>
              <a:buClr>
                <a:srgbClr val="888888"/>
              </a:buClr>
              <a:buSzPts val="1400"/>
              <a:buFont typeface="Calibri"/>
              <a:buNone/>
              <a:defRPr/>
            </a:lvl8pPr>
            <a:lvl9pPr marL="4114800" indent="-228600">
              <a:spcBef>
                <a:spcPts val="400"/>
              </a:spcBef>
              <a:spcAft>
                <a:spcPts val="0"/>
              </a:spcAft>
              <a:buClr>
                <a:srgbClr val="888888"/>
              </a:buClr>
              <a:buSzPts val="1400"/>
              <a:buFont typeface="Calibri"/>
              <a:buNone/>
              <a:defRPr/>
            </a:lvl9pPr>
          </a:lstStyle>
          <a:p xmlns:a="http://schemas.openxmlformats.org/drawingml/2006/main"/>
        </p:txBody>
      </p:sp>
      <p:sp>
        <p:nvSpPr>
          <p:cNvPr id="28" name="Google Shape;28;p4">
            <a:extLst xmlns:a="http://schemas.openxmlformats.org/drawingml/2006/main">
              <a:ext uri="{FF2B5EF4-FFF2-40B4-BE49-F238E27FC236}">
                <a16:creationId xmlns:a16="http://schemas.microsoft.com/office/drawing/2014/main" id="{B438E9AB-E1E1-48B3-9806-D21E37FC24A3}"/>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29" name="Google Shape;29;p4">
            <a:extLst xmlns:a="http://schemas.openxmlformats.org/drawingml/2006/main">
              <a:ext uri="{FF2B5EF4-FFF2-40B4-BE49-F238E27FC236}">
                <a16:creationId xmlns:a16="http://schemas.microsoft.com/office/drawing/2014/main" id="{EE9D6638-04AF-490F-B6A0-DDF3CDCFB41D}"/>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30" name="Google Shape;30;p4">
            <a:extLst xmlns:a="http://schemas.openxmlformats.org/drawingml/2006/main">
              <a:ext uri="{FF2B5EF4-FFF2-40B4-BE49-F238E27FC236}">
                <a16:creationId xmlns:a16="http://schemas.microsoft.com/office/drawing/2014/main" id="{3C7CDC48-66AF-4179-81E4-38391854429D}"/>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4.xml><?xml version="1.0" encoding="utf-8"?>
<p:sldLayout xmlns:p="http://schemas.openxmlformats.org/presentationml/2006/main" matchingName="Deux contenus" type="twoObj">
  <p:cSld name="TWO_OBJECTS">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A7BD463D-5D6B-4C51-B085-F8878475BF0D}"/>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Clr>
                <a:schemeClr val="dk1"/>
              </a:buClr>
              <a:buSzPts val="1400"/>
              <a:buFont typeface="Calibri"/>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33" name="Google Shape;33;p5">
            <a:extLst xmlns:a="http://schemas.openxmlformats.org/drawingml/2006/main">
              <a:ext uri="{FF2B5EF4-FFF2-40B4-BE49-F238E27FC236}">
                <a16:creationId xmlns:a16="http://schemas.microsoft.com/office/drawing/2014/main" id="{72A1043A-9D80-4F45-9D6B-38DA8E467BF2}"/>
              </a:ext>
            </a:extLst>
          </p:cNvPr>
          <p:cNvSpPr>
            <a:spLocks xmlns:a="http://schemas.openxmlformats.org/drawingml/2006/main" noGrp="1"/>
          </p:cNvSpPr>
          <p:nvPr>
            <p:ph type="body" idx="1"/>
          </p:nvPr>
        </p:nvSpPr>
        <p:spPr>
          <a:xfrm xmlns:a="http://schemas.openxmlformats.org/drawingml/2006/main">
            <a:off x="457200" y="1200150"/>
            <a:ext cx="4038600"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spcBef>
                <a:spcPts val="640"/>
              </a:spcBef>
              <a:spcAft>
                <a:spcPts val="0"/>
              </a:spcAft>
              <a:buSzPts val="1400"/>
              <a:buChar char="•"/>
              <a:defRPr/>
            </a:lvl1pPr>
            <a:lvl2pPr marL="914400" indent="-317500">
              <a:spcBef>
                <a:spcPts val="560"/>
              </a:spcBef>
              <a:spcAft>
                <a:spcPts val="0"/>
              </a:spcAft>
              <a:buSzPts val="1400"/>
              <a:buChar char="–"/>
              <a:defRPr/>
            </a:lvl2pPr>
            <a:lvl3pPr marL="1371600" indent="-317500">
              <a:spcBef>
                <a:spcPts val="480"/>
              </a:spcBef>
              <a:spcAft>
                <a:spcPts val="0"/>
              </a:spcAft>
              <a:buSzPts val="1400"/>
              <a:buChar char="•"/>
              <a:defRPr/>
            </a:lvl3pPr>
            <a:lvl4pPr marL="1828800" indent="-317500">
              <a:spcBef>
                <a:spcPts val="400"/>
              </a:spcBef>
              <a:spcAft>
                <a:spcPts val="0"/>
              </a:spcAft>
              <a:buSzPts val="1400"/>
              <a:buChar char="–"/>
              <a:defRPr/>
            </a:lvl4pPr>
            <a:lvl5pPr marL="2286000" indent="-317500">
              <a:spcBef>
                <a:spcPts val="400"/>
              </a:spcBef>
              <a:spcAft>
                <a:spcPts val="0"/>
              </a:spcAft>
              <a:buSzPts val="1400"/>
              <a:buChar char="»"/>
              <a:defRPr/>
            </a:lvl5pPr>
            <a:lvl6pPr marL="2743200" indent="-317500">
              <a:spcBef>
                <a:spcPts val="400"/>
              </a:spcBef>
              <a:spcAft>
                <a:spcPts val="0"/>
              </a:spcAft>
              <a:buSzPts val="1400"/>
              <a:buChar char="•"/>
              <a:defRPr/>
            </a:lvl6pPr>
            <a:lvl7pPr marL="3200400" indent="-317500">
              <a:spcBef>
                <a:spcPts val="400"/>
              </a:spcBef>
              <a:spcAft>
                <a:spcPts val="0"/>
              </a:spcAft>
              <a:buSzPts val="1400"/>
              <a:buChar char="•"/>
              <a:defRPr/>
            </a:lvl7pPr>
            <a:lvl8pPr marL="3657600" indent="-317500">
              <a:spcBef>
                <a:spcPts val="400"/>
              </a:spcBef>
              <a:spcAft>
                <a:spcPts val="0"/>
              </a:spcAft>
              <a:buSzPts val="1400"/>
              <a:buChar char="•"/>
              <a:defRPr/>
            </a:lvl8pPr>
            <a:lvl9pPr marL="4114800" indent="-317500">
              <a:spcBef>
                <a:spcPts val="400"/>
              </a:spcBef>
              <a:spcAft>
                <a:spcPts val="0"/>
              </a:spcAft>
              <a:buSzPts val="1400"/>
              <a:buChar char="•"/>
              <a:defRPr/>
            </a:lvl9pPr>
          </a:lstStyle>
          <a:p xmlns:a="http://schemas.openxmlformats.org/drawingml/2006/main"/>
        </p:txBody>
      </p:sp>
      <p:sp>
        <p:nvSpPr>
          <p:cNvPr id="34" name="Google Shape;34;p5">
            <a:extLst xmlns:a="http://schemas.openxmlformats.org/drawingml/2006/main">
              <a:ext uri="{FF2B5EF4-FFF2-40B4-BE49-F238E27FC236}">
                <a16:creationId xmlns:a16="http://schemas.microsoft.com/office/drawing/2014/main" id="{0C18E0C8-B8EA-47E5-8DE4-C8EA24344DFF}"/>
              </a:ext>
            </a:extLst>
          </p:cNvPr>
          <p:cNvSpPr>
            <a:spLocks xmlns:a="http://schemas.openxmlformats.org/drawingml/2006/main" noGrp="1"/>
          </p:cNvSpPr>
          <p:nvPr>
            <p:ph type="body" idx="2"/>
          </p:nvPr>
        </p:nvSpPr>
        <p:spPr>
          <a:xfrm xmlns:a="http://schemas.openxmlformats.org/drawingml/2006/main">
            <a:off x="4648200" y="1200150"/>
            <a:ext cx="4038600"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spcBef>
                <a:spcPts val="640"/>
              </a:spcBef>
              <a:spcAft>
                <a:spcPts val="0"/>
              </a:spcAft>
              <a:buSzPts val="1400"/>
              <a:buChar char="•"/>
              <a:defRPr/>
            </a:lvl1pPr>
            <a:lvl2pPr marL="914400" indent="-317500">
              <a:spcBef>
                <a:spcPts val="560"/>
              </a:spcBef>
              <a:spcAft>
                <a:spcPts val="0"/>
              </a:spcAft>
              <a:buSzPts val="1400"/>
              <a:buChar char="–"/>
              <a:defRPr/>
            </a:lvl2pPr>
            <a:lvl3pPr marL="1371600" indent="-317500">
              <a:spcBef>
                <a:spcPts val="480"/>
              </a:spcBef>
              <a:spcAft>
                <a:spcPts val="0"/>
              </a:spcAft>
              <a:buSzPts val="1400"/>
              <a:buChar char="•"/>
              <a:defRPr/>
            </a:lvl3pPr>
            <a:lvl4pPr marL="1828800" indent="-317500">
              <a:spcBef>
                <a:spcPts val="400"/>
              </a:spcBef>
              <a:spcAft>
                <a:spcPts val="0"/>
              </a:spcAft>
              <a:buSzPts val="1400"/>
              <a:buChar char="–"/>
              <a:defRPr/>
            </a:lvl4pPr>
            <a:lvl5pPr marL="2286000" indent="-317500">
              <a:spcBef>
                <a:spcPts val="400"/>
              </a:spcBef>
              <a:spcAft>
                <a:spcPts val="0"/>
              </a:spcAft>
              <a:buSzPts val="1400"/>
              <a:buChar char="»"/>
              <a:defRPr/>
            </a:lvl5pPr>
            <a:lvl6pPr marL="2743200" indent="-317500">
              <a:spcBef>
                <a:spcPts val="400"/>
              </a:spcBef>
              <a:spcAft>
                <a:spcPts val="0"/>
              </a:spcAft>
              <a:buSzPts val="1400"/>
              <a:buChar char="•"/>
              <a:defRPr/>
            </a:lvl6pPr>
            <a:lvl7pPr marL="3200400" indent="-317500">
              <a:spcBef>
                <a:spcPts val="400"/>
              </a:spcBef>
              <a:spcAft>
                <a:spcPts val="0"/>
              </a:spcAft>
              <a:buSzPts val="1400"/>
              <a:buChar char="•"/>
              <a:defRPr/>
            </a:lvl7pPr>
            <a:lvl8pPr marL="3657600" indent="-317500">
              <a:spcBef>
                <a:spcPts val="400"/>
              </a:spcBef>
              <a:spcAft>
                <a:spcPts val="0"/>
              </a:spcAft>
              <a:buSzPts val="1400"/>
              <a:buChar char="•"/>
              <a:defRPr/>
            </a:lvl8pPr>
            <a:lvl9pPr marL="4114800" indent="-317500">
              <a:spcBef>
                <a:spcPts val="400"/>
              </a:spcBef>
              <a:spcAft>
                <a:spcPts val="0"/>
              </a:spcAft>
              <a:buSzPts val="1400"/>
              <a:buChar char="•"/>
              <a:defRPr/>
            </a:lvl9pPr>
          </a:lstStyle>
          <a:p xmlns:a="http://schemas.openxmlformats.org/drawingml/2006/main"/>
        </p:txBody>
      </p:sp>
      <p:sp>
        <p:nvSpPr>
          <p:cNvPr id="35" name="Google Shape;35;p5">
            <a:extLst xmlns:a="http://schemas.openxmlformats.org/drawingml/2006/main">
              <a:ext uri="{FF2B5EF4-FFF2-40B4-BE49-F238E27FC236}">
                <a16:creationId xmlns:a16="http://schemas.microsoft.com/office/drawing/2014/main" id="{CA12A63A-3273-49BF-A532-FF8AC7920278}"/>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36" name="Google Shape;36;p5">
            <a:extLst xmlns:a="http://schemas.openxmlformats.org/drawingml/2006/main">
              <a:ext uri="{FF2B5EF4-FFF2-40B4-BE49-F238E27FC236}">
                <a16:creationId xmlns:a16="http://schemas.microsoft.com/office/drawing/2014/main" id="{F46D431C-7770-4C6C-85D7-A94C1FF8CB31}"/>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37" name="Google Shape;37;p5">
            <a:extLst xmlns:a="http://schemas.openxmlformats.org/drawingml/2006/main">
              <a:ext uri="{FF2B5EF4-FFF2-40B4-BE49-F238E27FC236}">
                <a16:creationId xmlns:a16="http://schemas.microsoft.com/office/drawing/2014/main" id="{3EFA0E8B-3C10-4FBA-9BEA-12C5B5805AF3}"/>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5.xml><?xml version="1.0" encoding="utf-8"?>
<p:sldLayout xmlns:p="http://schemas.openxmlformats.org/presentationml/2006/main" matchingName="Comparaison" type="twoTxTwoObj">
  <p:cSld name="TWO_OBJECTS_WITH_TEXT">
    <p:spTree>
      <p:nvGrpSpPr>
        <p:cNvPr id="1" name=""/>
        <p:cNvGrpSpPr/>
        <p:nvPr/>
      </p:nvGrpSpPr>
      <p:grpSpPr>
        <a:xfrm xmlns:a="http://schemas.openxmlformats.org/drawingml/2006/main"/>
      </p:grpSpPr>
      <p:sp>
        <p:nvSpPr>
          <p:cNvPr id="39" name="Google Shape;39;p6">
            <a:extLst xmlns:a="http://schemas.openxmlformats.org/drawingml/2006/main">
              <a:ext uri="{FF2B5EF4-FFF2-40B4-BE49-F238E27FC236}">
                <a16:creationId xmlns:a16="http://schemas.microsoft.com/office/drawing/2014/main" id="{DAB5B1FC-AA9F-47B6-B13A-FDCB565832C0}"/>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spcBef>
                <a:spcPts val="0"/>
              </a:spcBef>
              <a:spcAft>
                <a:spcPts val="0"/>
              </a:spcAft>
              <a:buSzPts val="1400"/>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40" name="Google Shape;40;p6">
            <a:extLst xmlns:a="http://schemas.openxmlformats.org/drawingml/2006/main">
              <a:ext uri="{FF2B5EF4-FFF2-40B4-BE49-F238E27FC236}">
                <a16:creationId xmlns:a16="http://schemas.microsoft.com/office/drawing/2014/main" id="{913E3760-EE11-4D66-B732-1D66A4784D61}"/>
              </a:ext>
            </a:extLst>
          </p:cNvPr>
          <p:cNvSpPr>
            <a:spLocks xmlns:a="http://schemas.openxmlformats.org/drawingml/2006/main" noGrp="1"/>
          </p:cNvSpPr>
          <p:nvPr>
            <p:ph type="body" idx="1"/>
          </p:nvPr>
        </p:nvSpPr>
        <p:spPr>
          <a:xfrm xmlns:a="http://schemas.openxmlformats.org/drawingml/2006/main">
            <a:off x="457200" y="1151335"/>
            <a:ext cx="4040188" cy="4798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457200" indent="-228600">
              <a:spcBef>
                <a:spcPts val="640"/>
              </a:spcBef>
              <a:spcAft>
                <a:spcPts val="0"/>
              </a:spcAft>
              <a:buSzPts val="1400"/>
              <a:buFont typeface="Calibri"/>
              <a:buNone/>
              <a:defRPr/>
            </a:lvl1pPr>
            <a:lvl2pPr marL="914400" indent="-228600">
              <a:spcBef>
                <a:spcPts val="560"/>
              </a:spcBef>
              <a:spcAft>
                <a:spcPts val="0"/>
              </a:spcAft>
              <a:buSzPts val="1400"/>
              <a:buFont typeface="Calibri"/>
              <a:buNone/>
              <a:defRPr/>
            </a:lvl2pPr>
            <a:lvl3pPr marL="1371600" indent="-228600">
              <a:spcBef>
                <a:spcPts val="480"/>
              </a:spcBef>
              <a:spcAft>
                <a:spcPts val="0"/>
              </a:spcAft>
              <a:buSzPts val="1400"/>
              <a:buFont typeface="Calibri"/>
              <a:buNone/>
              <a:defRPr/>
            </a:lvl3pPr>
            <a:lvl4pPr marL="1828800" indent="-228600">
              <a:spcBef>
                <a:spcPts val="400"/>
              </a:spcBef>
              <a:spcAft>
                <a:spcPts val="0"/>
              </a:spcAft>
              <a:buSzPts val="1400"/>
              <a:buFont typeface="Calibri"/>
              <a:buNone/>
              <a:defRPr/>
            </a:lvl4pPr>
            <a:lvl5pPr marL="2286000" indent="-228600">
              <a:spcBef>
                <a:spcPts val="400"/>
              </a:spcBef>
              <a:spcAft>
                <a:spcPts val="0"/>
              </a:spcAft>
              <a:buSzPts val="1400"/>
              <a:buFont typeface="Calibri"/>
              <a:buNone/>
              <a:defRPr/>
            </a:lvl5pPr>
            <a:lvl6pPr marL="2743200" indent="-228600">
              <a:spcBef>
                <a:spcPts val="400"/>
              </a:spcBef>
              <a:spcAft>
                <a:spcPts val="0"/>
              </a:spcAft>
              <a:buSzPts val="1400"/>
              <a:buFont typeface="Calibri"/>
              <a:buNone/>
              <a:defRPr/>
            </a:lvl6pPr>
            <a:lvl7pPr marL="3200400" indent="-228600">
              <a:spcBef>
                <a:spcPts val="400"/>
              </a:spcBef>
              <a:spcAft>
                <a:spcPts val="0"/>
              </a:spcAft>
              <a:buSzPts val="1400"/>
              <a:buFont typeface="Calibri"/>
              <a:buNone/>
              <a:defRPr/>
            </a:lvl7pPr>
            <a:lvl8pPr marL="3657600" indent="-228600">
              <a:spcBef>
                <a:spcPts val="400"/>
              </a:spcBef>
              <a:spcAft>
                <a:spcPts val="0"/>
              </a:spcAft>
              <a:buSzPts val="1400"/>
              <a:buFont typeface="Calibri"/>
              <a:buNone/>
              <a:defRPr/>
            </a:lvl8pPr>
            <a:lvl9pPr marL="4114800" indent="-228600">
              <a:spcBef>
                <a:spcPts val="400"/>
              </a:spcBef>
              <a:spcAft>
                <a:spcPts val="0"/>
              </a:spcAft>
              <a:buSzPts val="1400"/>
              <a:buFont typeface="Calibri"/>
              <a:buNone/>
              <a:defRPr/>
            </a:lvl9pPr>
          </a:lstStyle>
          <a:p xmlns:a="http://schemas.openxmlformats.org/drawingml/2006/main"/>
        </p:txBody>
      </p:sp>
      <p:sp>
        <p:nvSpPr>
          <p:cNvPr id="41" name="Google Shape;41;p6">
            <a:extLst xmlns:a="http://schemas.openxmlformats.org/drawingml/2006/main">
              <a:ext uri="{FF2B5EF4-FFF2-40B4-BE49-F238E27FC236}">
                <a16:creationId xmlns:a16="http://schemas.microsoft.com/office/drawing/2014/main" id="{B22C197E-C1AF-480E-B03B-A87B4D0E4E93}"/>
              </a:ext>
            </a:extLst>
          </p:cNvPr>
          <p:cNvSpPr>
            <a:spLocks xmlns:a="http://schemas.openxmlformats.org/drawingml/2006/main" noGrp="1"/>
          </p:cNvSpPr>
          <p:nvPr>
            <p:ph type="body" idx="2"/>
          </p:nvPr>
        </p:nvSpPr>
        <p:spPr>
          <a:xfrm xmlns:a="http://schemas.openxmlformats.org/drawingml/2006/main">
            <a:off x="457200" y="1631156"/>
            <a:ext cx="4040188" cy="29634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spcBef>
                <a:spcPts val="640"/>
              </a:spcBef>
              <a:spcAft>
                <a:spcPts val="0"/>
              </a:spcAft>
              <a:buSzPts val="1400"/>
              <a:buChar char="•"/>
              <a:defRPr/>
            </a:lvl1pPr>
            <a:lvl2pPr marL="914400" indent="-317500">
              <a:spcBef>
                <a:spcPts val="560"/>
              </a:spcBef>
              <a:spcAft>
                <a:spcPts val="0"/>
              </a:spcAft>
              <a:buSzPts val="1400"/>
              <a:buChar char="–"/>
              <a:defRPr/>
            </a:lvl2pPr>
            <a:lvl3pPr marL="1371600" indent="-317500">
              <a:spcBef>
                <a:spcPts val="480"/>
              </a:spcBef>
              <a:spcAft>
                <a:spcPts val="0"/>
              </a:spcAft>
              <a:buSzPts val="1400"/>
              <a:buChar char="•"/>
              <a:defRPr/>
            </a:lvl3pPr>
            <a:lvl4pPr marL="1828800" indent="-317500">
              <a:spcBef>
                <a:spcPts val="400"/>
              </a:spcBef>
              <a:spcAft>
                <a:spcPts val="0"/>
              </a:spcAft>
              <a:buSzPts val="1400"/>
              <a:buChar char="–"/>
              <a:defRPr/>
            </a:lvl4pPr>
            <a:lvl5pPr marL="2286000" indent="-317500">
              <a:spcBef>
                <a:spcPts val="400"/>
              </a:spcBef>
              <a:spcAft>
                <a:spcPts val="0"/>
              </a:spcAft>
              <a:buSzPts val="1400"/>
              <a:buChar char="»"/>
              <a:defRPr/>
            </a:lvl5pPr>
            <a:lvl6pPr marL="2743200" indent="-317500">
              <a:spcBef>
                <a:spcPts val="400"/>
              </a:spcBef>
              <a:spcAft>
                <a:spcPts val="0"/>
              </a:spcAft>
              <a:buSzPts val="1400"/>
              <a:buChar char="•"/>
              <a:defRPr/>
            </a:lvl6pPr>
            <a:lvl7pPr marL="3200400" indent="-317500">
              <a:spcBef>
                <a:spcPts val="400"/>
              </a:spcBef>
              <a:spcAft>
                <a:spcPts val="0"/>
              </a:spcAft>
              <a:buSzPts val="1400"/>
              <a:buChar char="•"/>
              <a:defRPr/>
            </a:lvl7pPr>
            <a:lvl8pPr marL="3657600" indent="-317500">
              <a:spcBef>
                <a:spcPts val="400"/>
              </a:spcBef>
              <a:spcAft>
                <a:spcPts val="0"/>
              </a:spcAft>
              <a:buSzPts val="1400"/>
              <a:buChar char="•"/>
              <a:defRPr/>
            </a:lvl8pPr>
            <a:lvl9pPr marL="4114800" indent="-317500">
              <a:spcBef>
                <a:spcPts val="400"/>
              </a:spcBef>
              <a:spcAft>
                <a:spcPts val="0"/>
              </a:spcAft>
              <a:buSzPts val="1400"/>
              <a:buChar char="•"/>
              <a:defRPr/>
            </a:lvl9pPr>
          </a:lstStyle>
          <a:p xmlns:a="http://schemas.openxmlformats.org/drawingml/2006/main"/>
        </p:txBody>
      </p:sp>
      <p:sp>
        <p:nvSpPr>
          <p:cNvPr id="42" name="Google Shape;42;p6">
            <a:extLst xmlns:a="http://schemas.openxmlformats.org/drawingml/2006/main">
              <a:ext uri="{FF2B5EF4-FFF2-40B4-BE49-F238E27FC236}">
                <a16:creationId xmlns:a16="http://schemas.microsoft.com/office/drawing/2014/main" id="{75E00289-AA04-4C2F-81A5-166B825DEA54}"/>
              </a:ext>
            </a:extLst>
          </p:cNvPr>
          <p:cNvSpPr>
            <a:spLocks xmlns:a="http://schemas.openxmlformats.org/drawingml/2006/main" noGrp="1"/>
          </p:cNvSpPr>
          <p:nvPr>
            <p:ph type="body" idx="3"/>
          </p:nvPr>
        </p:nvSpPr>
        <p:spPr>
          <a:xfrm xmlns:a="http://schemas.openxmlformats.org/drawingml/2006/main">
            <a:off x="4645025" y="1151335"/>
            <a:ext cx="4041775" cy="47982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457200" indent="-228600">
              <a:spcBef>
                <a:spcPts val="640"/>
              </a:spcBef>
              <a:spcAft>
                <a:spcPts val="0"/>
              </a:spcAft>
              <a:buSzPts val="1400"/>
              <a:buFont typeface="Calibri"/>
              <a:buNone/>
              <a:defRPr/>
            </a:lvl1pPr>
            <a:lvl2pPr marL="914400" indent="-228600">
              <a:spcBef>
                <a:spcPts val="560"/>
              </a:spcBef>
              <a:spcAft>
                <a:spcPts val="0"/>
              </a:spcAft>
              <a:buSzPts val="1400"/>
              <a:buFont typeface="Calibri"/>
              <a:buNone/>
              <a:defRPr/>
            </a:lvl2pPr>
            <a:lvl3pPr marL="1371600" indent="-228600">
              <a:spcBef>
                <a:spcPts val="480"/>
              </a:spcBef>
              <a:spcAft>
                <a:spcPts val="0"/>
              </a:spcAft>
              <a:buSzPts val="1400"/>
              <a:buFont typeface="Calibri"/>
              <a:buNone/>
              <a:defRPr/>
            </a:lvl3pPr>
            <a:lvl4pPr marL="1828800" indent="-228600">
              <a:spcBef>
                <a:spcPts val="400"/>
              </a:spcBef>
              <a:spcAft>
                <a:spcPts val="0"/>
              </a:spcAft>
              <a:buSzPts val="1400"/>
              <a:buFont typeface="Calibri"/>
              <a:buNone/>
              <a:defRPr/>
            </a:lvl4pPr>
            <a:lvl5pPr marL="2286000" indent="-228600">
              <a:spcBef>
                <a:spcPts val="400"/>
              </a:spcBef>
              <a:spcAft>
                <a:spcPts val="0"/>
              </a:spcAft>
              <a:buSzPts val="1400"/>
              <a:buFont typeface="Calibri"/>
              <a:buNone/>
              <a:defRPr/>
            </a:lvl5pPr>
            <a:lvl6pPr marL="2743200" indent="-228600">
              <a:spcBef>
                <a:spcPts val="400"/>
              </a:spcBef>
              <a:spcAft>
                <a:spcPts val="0"/>
              </a:spcAft>
              <a:buSzPts val="1400"/>
              <a:buFont typeface="Calibri"/>
              <a:buNone/>
              <a:defRPr/>
            </a:lvl6pPr>
            <a:lvl7pPr marL="3200400" indent="-228600">
              <a:spcBef>
                <a:spcPts val="400"/>
              </a:spcBef>
              <a:spcAft>
                <a:spcPts val="0"/>
              </a:spcAft>
              <a:buSzPts val="1400"/>
              <a:buFont typeface="Calibri"/>
              <a:buNone/>
              <a:defRPr/>
            </a:lvl7pPr>
            <a:lvl8pPr marL="3657600" indent="-228600">
              <a:spcBef>
                <a:spcPts val="400"/>
              </a:spcBef>
              <a:spcAft>
                <a:spcPts val="0"/>
              </a:spcAft>
              <a:buSzPts val="1400"/>
              <a:buFont typeface="Calibri"/>
              <a:buNone/>
              <a:defRPr/>
            </a:lvl8pPr>
            <a:lvl9pPr marL="4114800" indent="-228600">
              <a:spcBef>
                <a:spcPts val="400"/>
              </a:spcBef>
              <a:spcAft>
                <a:spcPts val="0"/>
              </a:spcAft>
              <a:buSzPts val="1400"/>
              <a:buFont typeface="Calibri"/>
              <a:buNone/>
              <a:defRPr/>
            </a:lvl9pPr>
          </a:lstStyle>
          <a:p xmlns:a="http://schemas.openxmlformats.org/drawingml/2006/main"/>
        </p:txBody>
      </p:sp>
      <p:sp>
        <p:nvSpPr>
          <p:cNvPr id="43" name="Google Shape;43;p6">
            <a:extLst xmlns:a="http://schemas.openxmlformats.org/drawingml/2006/main">
              <a:ext uri="{FF2B5EF4-FFF2-40B4-BE49-F238E27FC236}">
                <a16:creationId xmlns:a16="http://schemas.microsoft.com/office/drawing/2014/main" id="{DE3EC24E-1495-48CD-909A-A7ABCF4C2828}"/>
              </a:ext>
            </a:extLst>
          </p:cNvPr>
          <p:cNvSpPr>
            <a:spLocks xmlns:a="http://schemas.openxmlformats.org/drawingml/2006/main" noGrp="1"/>
          </p:cNvSpPr>
          <p:nvPr>
            <p:ph type="body" idx="4"/>
          </p:nvPr>
        </p:nvSpPr>
        <p:spPr>
          <a:xfrm xmlns:a="http://schemas.openxmlformats.org/drawingml/2006/main">
            <a:off x="4645025" y="1631156"/>
            <a:ext cx="4041775" cy="29634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spcBef>
                <a:spcPts val="640"/>
              </a:spcBef>
              <a:spcAft>
                <a:spcPts val="0"/>
              </a:spcAft>
              <a:buSzPts val="1400"/>
              <a:buChar char="•"/>
              <a:defRPr/>
            </a:lvl1pPr>
            <a:lvl2pPr marL="914400" indent="-317500">
              <a:spcBef>
                <a:spcPts val="560"/>
              </a:spcBef>
              <a:spcAft>
                <a:spcPts val="0"/>
              </a:spcAft>
              <a:buSzPts val="1400"/>
              <a:buChar char="–"/>
              <a:defRPr/>
            </a:lvl2pPr>
            <a:lvl3pPr marL="1371600" indent="-317500">
              <a:spcBef>
                <a:spcPts val="480"/>
              </a:spcBef>
              <a:spcAft>
                <a:spcPts val="0"/>
              </a:spcAft>
              <a:buSzPts val="1400"/>
              <a:buChar char="•"/>
              <a:defRPr/>
            </a:lvl3pPr>
            <a:lvl4pPr marL="1828800" indent="-317500">
              <a:spcBef>
                <a:spcPts val="400"/>
              </a:spcBef>
              <a:spcAft>
                <a:spcPts val="0"/>
              </a:spcAft>
              <a:buSzPts val="1400"/>
              <a:buChar char="–"/>
              <a:defRPr/>
            </a:lvl4pPr>
            <a:lvl5pPr marL="2286000" indent="-317500">
              <a:spcBef>
                <a:spcPts val="400"/>
              </a:spcBef>
              <a:spcAft>
                <a:spcPts val="0"/>
              </a:spcAft>
              <a:buSzPts val="1400"/>
              <a:buChar char="»"/>
              <a:defRPr/>
            </a:lvl5pPr>
            <a:lvl6pPr marL="2743200" indent="-317500">
              <a:spcBef>
                <a:spcPts val="400"/>
              </a:spcBef>
              <a:spcAft>
                <a:spcPts val="0"/>
              </a:spcAft>
              <a:buSzPts val="1400"/>
              <a:buChar char="•"/>
              <a:defRPr/>
            </a:lvl6pPr>
            <a:lvl7pPr marL="3200400" indent="-317500">
              <a:spcBef>
                <a:spcPts val="400"/>
              </a:spcBef>
              <a:spcAft>
                <a:spcPts val="0"/>
              </a:spcAft>
              <a:buSzPts val="1400"/>
              <a:buChar char="•"/>
              <a:defRPr/>
            </a:lvl7pPr>
            <a:lvl8pPr marL="3657600" indent="-317500">
              <a:spcBef>
                <a:spcPts val="400"/>
              </a:spcBef>
              <a:spcAft>
                <a:spcPts val="0"/>
              </a:spcAft>
              <a:buSzPts val="1400"/>
              <a:buChar char="•"/>
              <a:defRPr/>
            </a:lvl8pPr>
            <a:lvl9pPr marL="4114800" indent="-317500">
              <a:spcBef>
                <a:spcPts val="400"/>
              </a:spcBef>
              <a:spcAft>
                <a:spcPts val="0"/>
              </a:spcAft>
              <a:buSzPts val="1400"/>
              <a:buChar char="•"/>
              <a:defRPr/>
            </a:lvl9pPr>
          </a:lstStyle>
          <a:p xmlns:a="http://schemas.openxmlformats.org/drawingml/2006/main"/>
        </p:txBody>
      </p:sp>
      <p:sp>
        <p:nvSpPr>
          <p:cNvPr id="44" name="Google Shape;44;p6">
            <a:extLst xmlns:a="http://schemas.openxmlformats.org/drawingml/2006/main">
              <a:ext uri="{FF2B5EF4-FFF2-40B4-BE49-F238E27FC236}">
                <a16:creationId xmlns:a16="http://schemas.microsoft.com/office/drawing/2014/main" id="{7E262F98-45DD-4C59-80D2-81FE28F166BA}"/>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45" name="Google Shape;45;p6">
            <a:extLst xmlns:a="http://schemas.openxmlformats.org/drawingml/2006/main">
              <a:ext uri="{FF2B5EF4-FFF2-40B4-BE49-F238E27FC236}">
                <a16:creationId xmlns:a16="http://schemas.microsoft.com/office/drawing/2014/main" id="{CE9601E0-57F8-47D2-B180-4A521C433FB1}"/>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46" name="Google Shape;46;p6">
            <a:extLst xmlns:a="http://schemas.openxmlformats.org/drawingml/2006/main">
              <a:ext uri="{FF2B5EF4-FFF2-40B4-BE49-F238E27FC236}">
                <a16:creationId xmlns:a16="http://schemas.microsoft.com/office/drawing/2014/main" id="{337F6B4D-02A4-47B8-AE06-8629D860A55B}"/>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6.xml><?xml version="1.0" encoding="utf-8"?>
<p:sldLayout xmlns:p="http://schemas.openxmlformats.org/presentationml/2006/main" matchingName="Titre seul" type="titleOnly">
  <p:cSld name="TITLE_ONLY">
    <p:spTree>
      <p:nvGrpSpPr>
        <p:cNvPr id="1" name=""/>
        <p:cNvGrpSpPr/>
        <p:nvPr/>
      </p:nvGrpSpPr>
      <p:grpSpPr>
        <a:xfrm xmlns:a="http://schemas.openxmlformats.org/drawingml/2006/main"/>
      </p:grpSpPr>
      <p:sp>
        <p:nvSpPr>
          <p:cNvPr id="48" name="Google Shape;48;p7">
            <a:extLst xmlns:a="http://schemas.openxmlformats.org/drawingml/2006/main">
              <a:ext uri="{FF2B5EF4-FFF2-40B4-BE49-F238E27FC236}">
                <a16:creationId xmlns:a16="http://schemas.microsoft.com/office/drawing/2014/main" id="{4F5D428B-CF1E-4847-BB5C-B5688C997A09}"/>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Clr>
                <a:schemeClr val="dk1"/>
              </a:buClr>
              <a:buSzPts val="1400"/>
              <a:buFont typeface="Calibri"/>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49" name="Google Shape;49;p7">
            <a:extLst xmlns:a="http://schemas.openxmlformats.org/drawingml/2006/main">
              <a:ext uri="{FF2B5EF4-FFF2-40B4-BE49-F238E27FC236}">
                <a16:creationId xmlns:a16="http://schemas.microsoft.com/office/drawing/2014/main" id="{07FC665D-111F-4C81-83B7-88A0E1CAFD79}"/>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50" name="Google Shape;50;p7">
            <a:extLst xmlns:a="http://schemas.openxmlformats.org/drawingml/2006/main">
              <a:ext uri="{FF2B5EF4-FFF2-40B4-BE49-F238E27FC236}">
                <a16:creationId xmlns:a16="http://schemas.microsoft.com/office/drawing/2014/main" id="{BDBF9EAF-A313-4AC6-992E-4F5FE37BB8F9}"/>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51" name="Google Shape;51;p7">
            <a:extLst xmlns:a="http://schemas.openxmlformats.org/drawingml/2006/main">
              <a:ext uri="{FF2B5EF4-FFF2-40B4-BE49-F238E27FC236}">
                <a16:creationId xmlns:a16="http://schemas.microsoft.com/office/drawing/2014/main" id="{23A059F1-81EB-4910-9A51-3B96F0030E22}"/>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7.xml><?xml version="1.0" encoding="utf-8"?>
<p:sldLayout xmlns:p="http://schemas.openxmlformats.org/presentationml/2006/main" matchingName="Vide" type="blank">
  <p:cSld name="BLANK">
    <p:spTree>
      <p:nvGrpSpPr>
        <p:cNvPr id="1" name=""/>
        <p:cNvGrpSpPr/>
        <p:nvPr/>
      </p:nvGrpSpPr>
      <p:grpSpPr>
        <a:xfrm xmlns:a="http://schemas.openxmlformats.org/drawingml/2006/main"/>
      </p:grpSpPr>
      <p:sp>
        <p:nvSpPr>
          <p:cNvPr id="53" name="Google Shape;53;p8">
            <a:extLst xmlns:a="http://schemas.openxmlformats.org/drawingml/2006/main">
              <a:ext uri="{FF2B5EF4-FFF2-40B4-BE49-F238E27FC236}">
                <a16:creationId xmlns:a16="http://schemas.microsoft.com/office/drawing/2014/main" id="{762624BF-E21A-46F4-A6EB-8E7858C9D852}"/>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54" name="Google Shape;54;p8">
            <a:extLst xmlns:a="http://schemas.openxmlformats.org/drawingml/2006/main">
              <a:ext uri="{FF2B5EF4-FFF2-40B4-BE49-F238E27FC236}">
                <a16:creationId xmlns:a16="http://schemas.microsoft.com/office/drawing/2014/main" id="{F5444BC5-05E2-499A-A3E2-335037D6C68C}"/>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55" name="Google Shape;55;p8">
            <a:extLst xmlns:a="http://schemas.openxmlformats.org/drawingml/2006/main">
              <a:ext uri="{FF2B5EF4-FFF2-40B4-BE49-F238E27FC236}">
                <a16:creationId xmlns:a16="http://schemas.microsoft.com/office/drawing/2014/main" id="{C8361200-630E-468D-A861-2F116301733E}"/>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8.xml><?xml version="1.0" encoding="utf-8"?>
<p:sldLayout xmlns:p="http://schemas.openxmlformats.org/presentationml/2006/main" matchingName="Contenu avec légende" type="objTx">
  <p:cSld name="OBJECT_WITH_CAPTION_TEXT">
    <p:spTree>
      <p:nvGrpSpPr>
        <p:cNvPr id="1" name=""/>
        <p:cNvGrpSpPr/>
        <p:nvPr/>
      </p:nvGrpSpPr>
      <p:grpSpPr>
        <a:xfrm xmlns:a="http://schemas.openxmlformats.org/drawingml/2006/main"/>
      </p:grpSpPr>
      <p:sp>
        <p:nvSpPr>
          <p:cNvPr id="57" name="Google Shape;57;p9">
            <a:extLst xmlns:a="http://schemas.openxmlformats.org/drawingml/2006/main">
              <a:ext uri="{FF2B5EF4-FFF2-40B4-BE49-F238E27FC236}">
                <a16:creationId xmlns:a16="http://schemas.microsoft.com/office/drawing/2014/main" id="{F24D4C72-B20C-442E-8611-69A225EE3637}"/>
              </a:ext>
            </a:extLst>
          </p:cNvPr>
          <p:cNvSpPr>
            <a:spLocks xmlns:a="http://schemas.openxmlformats.org/drawingml/2006/main" noGrp="1"/>
          </p:cNvSpPr>
          <p:nvPr>
            <p:ph type="title" idx="0"/>
          </p:nvPr>
        </p:nvSpPr>
        <p:spPr>
          <a:xfrm xmlns:a="http://schemas.openxmlformats.org/drawingml/2006/main">
            <a:off x="457200" y="204788"/>
            <a:ext cx="3008313" cy="8715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algn="l">
              <a:spcBef>
                <a:spcPts val="0"/>
              </a:spcBef>
              <a:spcAft>
                <a:spcPts val="0"/>
              </a:spcAft>
              <a:buSzPts val="1400"/>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58" name="Google Shape;58;p9">
            <a:extLst xmlns:a="http://schemas.openxmlformats.org/drawingml/2006/main">
              <a:ext uri="{FF2B5EF4-FFF2-40B4-BE49-F238E27FC236}">
                <a16:creationId xmlns:a16="http://schemas.microsoft.com/office/drawing/2014/main" id="{CBA9CDEF-7C4A-44FC-88F3-18CF4E9B4B01}"/>
              </a:ext>
            </a:extLst>
          </p:cNvPr>
          <p:cNvSpPr>
            <a:spLocks xmlns:a="http://schemas.openxmlformats.org/drawingml/2006/main" noGrp="1"/>
          </p:cNvSpPr>
          <p:nvPr>
            <p:ph type="body" idx="1"/>
          </p:nvPr>
        </p:nvSpPr>
        <p:spPr>
          <a:xfrm xmlns:a="http://schemas.openxmlformats.org/drawingml/2006/main">
            <a:off x="3575050" y="204788"/>
            <a:ext cx="5111750" cy="438983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spcBef>
                <a:spcPts val="640"/>
              </a:spcBef>
              <a:spcAft>
                <a:spcPts val="0"/>
              </a:spcAft>
              <a:buSzPts val="1400"/>
              <a:buChar char="•"/>
              <a:defRPr/>
            </a:lvl1pPr>
            <a:lvl2pPr marL="914400" indent="-317500">
              <a:spcBef>
                <a:spcPts val="560"/>
              </a:spcBef>
              <a:spcAft>
                <a:spcPts val="0"/>
              </a:spcAft>
              <a:buSzPts val="1400"/>
              <a:buChar char="–"/>
              <a:defRPr/>
            </a:lvl2pPr>
            <a:lvl3pPr marL="1371600" indent="-317500">
              <a:spcBef>
                <a:spcPts val="480"/>
              </a:spcBef>
              <a:spcAft>
                <a:spcPts val="0"/>
              </a:spcAft>
              <a:buSzPts val="1400"/>
              <a:buChar char="•"/>
              <a:defRPr/>
            </a:lvl3pPr>
            <a:lvl4pPr marL="1828800" indent="-317500">
              <a:spcBef>
                <a:spcPts val="400"/>
              </a:spcBef>
              <a:spcAft>
                <a:spcPts val="0"/>
              </a:spcAft>
              <a:buSzPts val="1400"/>
              <a:buChar char="–"/>
              <a:defRPr/>
            </a:lvl4pPr>
            <a:lvl5pPr marL="2286000" indent="-317500">
              <a:spcBef>
                <a:spcPts val="400"/>
              </a:spcBef>
              <a:spcAft>
                <a:spcPts val="0"/>
              </a:spcAft>
              <a:buSzPts val="1400"/>
              <a:buChar char="»"/>
              <a:defRPr/>
            </a:lvl5pPr>
            <a:lvl6pPr marL="2743200" indent="-317500">
              <a:spcBef>
                <a:spcPts val="400"/>
              </a:spcBef>
              <a:spcAft>
                <a:spcPts val="0"/>
              </a:spcAft>
              <a:buSzPts val="1400"/>
              <a:buChar char="•"/>
              <a:defRPr/>
            </a:lvl6pPr>
            <a:lvl7pPr marL="3200400" indent="-317500">
              <a:spcBef>
                <a:spcPts val="400"/>
              </a:spcBef>
              <a:spcAft>
                <a:spcPts val="0"/>
              </a:spcAft>
              <a:buSzPts val="1400"/>
              <a:buChar char="•"/>
              <a:defRPr/>
            </a:lvl7pPr>
            <a:lvl8pPr marL="3657600" indent="-317500">
              <a:spcBef>
                <a:spcPts val="400"/>
              </a:spcBef>
              <a:spcAft>
                <a:spcPts val="0"/>
              </a:spcAft>
              <a:buSzPts val="1400"/>
              <a:buChar char="•"/>
              <a:defRPr/>
            </a:lvl8pPr>
            <a:lvl9pPr marL="4114800" indent="-317500">
              <a:spcBef>
                <a:spcPts val="400"/>
              </a:spcBef>
              <a:spcAft>
                <a:spcPts val="0"/>
              </a:spcAft>
              <a:buSzPts val="1400"/>
              <a:buChar char="•"/>
              <a:defRPr/>
            </a:lvl9pPr>
          </a:lstStyle>
          <a:p xmlns:a="http://schemas.openxmlformats.org/drawingml/2006/main"/>
        </p:txBody>
      </p:sp>
      <p:sp>
        <p:nvSpPr>
          <p:cNvPr id="59" name="Google Shape;59;p9">
            <a:extLst xmlns:a="http://schemas.openxmlformats.org/drawingml/2006/main">
              <a:ext uri="{FF2B5EF4-FFF2-40B4-BE49-F238E27FC236}">
                <a16:creationId xmlns:a16="http://schemas.microsoft.com/office/drawing/2014/main" id="{2FF98793-3DE8-47E1-9BC7-3630FABA0309}"/>
              </a:ext>
            </a:extLst>
          </p:cNvPr>
          <p:cNvSpPr>
            <a:spLocks xmlns:a="http://schemas.openxmlformats.org/drawingml/2006/main" noGrp="1"/>
          </p:cNvSpPr>
          <p:nvPr>
            <p:ph type="body" idx="2"/>
          </p:nvPr>
        </p:nvSpPr>
        <p:spPr>
          <a:xfrm xmlns:a="http://schemas.openxmlformats.org/drawingml/2006/main">
            <a:off x="457200" y="1076325"/>
            <a:ext cx="3008313" cy="351829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228600">
              <a:spcBef>
                <a:spcPts val="640"/>
              </a:spcBef>
              <a:spcAft>
                <a:spcPts val="0"/>
              </a:spcAft>
              <a:buSzPts val="1400"/>
              <a:buFont typeface="Calibri"/>
              <a:buNone/>
              <a:defRPr/>
            </a:lvl1pPr>
            <a:lvl2pPr marL="914400" indent="-228600">
              <a:spcBef>
                <a:spcPts val="560"/>
              </a:spcBef>
              <a:spcAft>
                <a:spcPts val="0"/>
              </a:spcAft>
              <a:buSzPts val="1400"/>
              <a:buFont typeface="Calibri"/>
              <a:buNone/>
              <a:defRPr/>
            </a:lvl2pPr>
            <a:lvl3pPr marL="1371600" indent="-228600">
              <a:spcBef>
                <a:spcPts val="480"/>
              </a:spcBef>
              <a:spcAft>
                <a:spcPts val="0"/>
              </a:spcAft>
              <a:buSzPts val="1400"/>
              <a:buFont typeface="Calibri"/>
              <a:buNone/>
              <a:defRPr/>
            </a:lvl3pPr>
            <a:lvl4pPr marL="1828800" indent="-228600">
              <a:spcBef>
                <a:spcPts val="400"/>
              </a:spcBef>
              <a:spcAft>
                <a:spcPts val="0"/>
              </a:spcAft>
              <a:buSzPts val="1400"/>
              <a:buFont typeface="Calibri"/>
              <a:buNone/>
              <a:defRPr/>
            </a:lvl4pPr>
            <a:lvl5pPr marL="2286000" indent="-228600">
              <a:spcBef>
                <a:spcPts val="400"/>
              </a:spcBef>
              <a:spcAft>
                <a:spcPts val="0"/>
              </a:spcAft>
              <a:buSzPts val="1400"/>
              <a:buFont typeface="Calibri"/>
              <a:buNone/>
              <a:defRPr/>
            </a:lvl5pPr>
            <a:lvl6pPr marL="2743200" indent="-228600">
              <a:spcBef>
                <a:spcPts val="400"/>
              </a:spcBef>
              <a:spcAft>
                <a:spcPts val="0"/>
              </a:spcAft>
              <a:buSzPts val="1400"/>
              <a:buFont typeface="Calibri"/>
              <a:buNone/>
              <a:defRPr/>
            </a:lvl6pPr>
            <a:lvl7pPr marL="3200400" indent="-228600">
              <a:spcBef>
                <a:spcPts val="400"/>
              </a:spcBef>
              <a:spcAft>
                <a:spcPts val="0"/>
              </a:spcAft>
              <a:buSzPts val="1400"/>
              <a:buFont typeface="Calibri"/>
              <a:buNone/>
              <a:defRPr/>
            </a:lvl7pPr>
            <a:lvl8pPr marL="3657600" indent="-228600">
              <a:spcBef>
                <a:spcPts val="400"/>
              </a:spcBef>
              <a:spcAft>
                <a:spcPts val="0"/>
              </a:spcAft>
              <a:buSzPts val="1400"/>
              <a:buFont typeface="Calibri"/>
              <a:buNone/>
              <a:defRPr/>
            </a:lvl8pPr>
            <a:lvl9pPr marL="4114800" indent="-228600">
              <a:spcBef>
                <a:spcPts val="400"/>
              </a:spcBef>
              <a:spcAft>
                <a:spcPts val="0"/>
              </a:spcAft>
              <a:buSzPts val="1400"/>
              <a:buFont typeface="Calibri"/>
              <a:buNone/>
              <a:defRPr/>
            </a:lvl9pPr>
          </a:lstStyle>
          <a:p xmlns:a="http://schemas.openxmlformats.org/drawingml/2006/main"/>
        </p:txBody>
      </p:sp>
      <p:sp>
        <p:nvSpPr>
          <p:cNvPr id="60" name="Google Shape;60;p9">
            <a:extLst xmlns:a="http://schemas.openxmlformats.org/drawingml/2006/main">
              <a:ext uri="{FF2B5EF4-FFF2-40B4-BE49-F238E27FC236}">
                <a16:creationId xmlns:a16="http://schemas.microsoft.com/office/drawing/2014/main" id="{1D850D2A-1A61-4FC7-959D-970451A6A3EF}"/>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61" name="Google Shape;61;p9">
            <a:extLst xmlns:a="http://schemas.openxmlformats.org/drawingml/2006/main">
              <a:ext uri="{FF2B5EF4-FFF2-40B4-BE49-F238E27FC236}">
                <a16:creationId xmlns:a16="http://schemas.microsoft.com/office/drawing/2014/main" id="{114190E3-ED39-41AB-A077-40600F39BCA5}"/>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62" name="Google Shape;62;p9">
            <a:extLst xmlns:a="http://schemas.openxmlformats.org/drawingml/2006/main">
              <a:ext uri="{FF2B5EF4-FFF2-40B4-BE49-F238E27FC236}">
                <a16:creationId xmlns:a16="http://schemas.microsoft.com/office/drawing/2014/main" id="{70703FC9-BEB1-40B9-936B-7F798D120E06}"/>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9.xml><?xml version="1.0" encoding="utf-8"?>
<p:sldLayout xmlns:p="http://schemas.openxmlformats.org/presentationml/2006/main" matchingName="Image avec légende" type="picTx">
  <p:cSld name="PICTURE_WITH_CAPTION_TEXT">
    <p:spTree>
      <p:nvGrpSpPr>
        <p:cNvPr id="1" name=""/>
        <p:cNvGrpSpPr/>
        <p:nvPr/>
      </p:nvGrpSpPr>
      <p:grpSpPr>
        <a:xfrm xmlns:a="http://schemas.openxmlformats.org/drawingml/2006/main"/>
      </p:grpSpPr>
      <p:sp>
        <p:nvSpPr>
          <p:cNvPr id="64" name="Google Shape;64;p10">
            <a:extLst xmlns:a="http://schemas.openxmlformats.org/drawingml/2006/main">
              <a:ext uri="{FF2B5EF4-FFF2-40B4-BE49-F238E27FC236}">
                <a16:creationId xmlns:a16="http://schemas.microsoft.com/office/drawing/2014/main" id="{348019B8-D205-4172-A2DE-67EB379DA079}"/>
              </a:ext>
            </a:extLst>
          </p:cNvPr>
          <p:cNvSpPr>
            <a:spLocks xmlns:a="http://schemas.openxmlformats.org/drawingml/2006/main" noGrp="1"/>
          </p:cNvSpPr>
          <p:nvPr>
            <p:ph type="title" idx="0"/>
          </p:nvPr>
        </p:nvSpPr>
        <p:spPr>
          <a:xfrm xmlns:a="http://schemas.openxmlformats.org/drawingml/2006/main">
            <a:off x="1792288" y="3600450"/>
            <a:ext cx="5486400" cy="4250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algn="l">
              <a:spcBef>
                <a:spcPts val="0"/>
              </a:spcBef>
              <a:spcAft>
                <a:spcPts val="0"/>
              </a:spcAft>
              <a:buSzPts val="1400"/>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65" name="Google Shape;65;p10">
            <a:extLst xmlns:a="http://schemas.openxmlformats.org/drawingml/2006/main">
              <a:ext uri="{FF2B5EF4-FFF2-40B4-BE49-F238E27FC236}">
                <a16:creationId xmlns:a16="http://schemas.microsoft.com/office/drawing/2014/main" id="{6FEC9434-EFBD-4B30-8E3F-EF0816B5DBE2}"/>
              </a:ext>
            </a:extLst>
          </p:cNvPr>
          <p:cNvSpPr>
            <a:spLocks xmlns:a="http://schemas.openxmlformats.org/drawingml/2006/main" noGrp="1"/>
          </p:cNvSpPr>
          <p:nvPr>
            <p:ph type="pic" idx="2"/>
          </p:nvPr>
        </p:nvSpPr>
        <p:spPr>
          <a:xfrm xmlns:a="http://schemas.openxmlformats.org/drawingml/2006/main">
            <a:off x="1792288" y="459581"/>
            <a:ext cx="5486400" cy="3086100"/>
          </a:xfrm>
          <a:prstGeom xmlns:a="http://schemas.openxmlformats.org/drawingml/2006/main" prst="rect">
            <a:avLst/>
          </a:prstGeom>
          <a:noFill xmlns:a="http://schemas.openxmlformats.org/drawingml/2006/main"/>
          <a:ln xmlns:a="http://schemas.openxmlformats.org/drawingml/2006/main">
            <a:noFill/>
          </a:ln>
        </p:spPr>
      </p:sp>
      <p:sp>
        <p:nvSpPr>
          <p:cNvPr id="66" name="Google Shape;66;p10">
            <a:extLst xmlns:a="http://schemas.openxmlformats.org/drawingml/2006/main">
              <a:ext uri="{FF2B5EF4-FFF2-40B4-BE49-F238E27FC236}">
                <a16:creationId xmlns:a16="http://schemas.microsoft.com/office/drawing/2014/main" id="{79541278-270C-4E0A-850A-10365BADFAE1}"/>
              </a:ext>
            </a:extLst>
          </p:cNvPr>
          <p:cNvSpPr>
            <a:spLocks xmlns:a="http://schemas.openxmlformats.org/drawingml/2006/main" noGrp="1"/>
          </p:cNvSpPr>
          <p:nvPr>
            <p:ph type="body" idx="1"/>
          </p:nvPr>
        </p:nvSpPr>
        <p:spPr>
          <a:xfrm xmlns:a="http://schemas.openxmlformats.org/drawingml/2006/main">
            <a:off x="1792288" y="4025504"/>
            <a:ext cx="5486400" cy="60364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228600">
              <a:spcBef>
                <a:spcPts val="640"/>
              </a:spcBef>
              <a:spcAft>
                <a:spcPts val="0"/>
              </a:spcAft>
              <a:buSzPts val="1400"/>
              <a:buFont typeface="Calibri"/>
              <a:buNone/>
              <a:defRPr/>
            </a:lvl1pPr>
            <a:lvl2pPr marL="914400" indent="-228600">
              <a:spcBef>
                <a:spcPts val="560"/>
              </a:spcBef>
              <a:spcAft>
                <a:spcPts val="0"/>
              </a:spcAft>
              <a:buSzPts val="1400"/>
              <a:buFont typeface="Calibri"/>
              <a:buNone/>
              <a:defRPr/>
            </a:lvl2pPr>
            <a:lvl3pPr marL="1371600" indent="-228600">
              <a:spcBef>
                <a:spcPts val="480"/>
              </a:spcBef>
              <a:spcAft>
                <a:spcPts val="0"/>
              </a:spcAft>
              <a:buSzPts val="1400"/>
              <a:buFont typeface="Calibri"/>
              <a:buNone/>
              <a:defRPr/>
            </a:lvl3pPr>
            <a:lvl4pPr marL="1828800" indent="-228600">
              <a:spcBef>
                <a:spcPts val="400"/>
              </a:spcBef>
              <a:spcAft>
                <a:spcPts val="0"/>
              </a:spcAft>
              <a:buSzPts val="1400"/>
              <a:buFont typeface="Calibri"/>
              <a:buNone/>
              <a:defRPr/>
            </a:lvl4pPr>
            <a:lvl5pPr marL="2286000" indent="-228600">
              <a:spcBef>
                <a:spcPts val="400"/>
              </a:spcBef>
              <a:spcAft>
                <a:spcPts val="0"/>
              </a:spcAft>
              <a:buSzPts val="1400"/>
              <a:buFont typeface="Calibri"/>
              <a:buNone/>
              <a:defRPr/>
            </a:lvl5pPr>
            <a:lvl6pPr marL="2743200" indent="-228600">
              <a:spcBef>
                <a:spcPts val="400"/>
              </a:spcBef>
              <a:spcAft>
                <a:spcPts val="0"/>
              </a:spcAft>
              <a:buSzPts val="1400"/>
              <a:buFont typeface="Calibri"/>
              <a:buNone/>
              <a:defRPr/>
            </a:lvl6pPr>
            <a:lvl7pPr marL="3200400" indent="-228600">
              <a:spcBef>
                <a:spcPts val="400"/>
              </a:spcBef>
              <a:spcAft>
                <a:spcPts val="0"/>
              </a:spcAft>
              <a:buSzPts val="1400"/>
              <a:buFont typeface="Calibri"/>
              <a:buNone/>
              <a:defRPr/>
            </a:lvl7pPr>
            <a:lvl8pPr marL="3657600" indent="-228600">
              <a:spcBef>
                <a:spcPts val="400"/>
              </a:spcBef>
              <a:spcAft>
                <a:spcPts val="0"/>
              </a:spcAft>
              <a:buSzPts val="1400"/>
              <a:buFont typeface="Calibri"/>
              <a:buNone/>
              <a:defRPr/>
            </a:lvl8pPr>
            <a:lvl9pPr marL="4114800" indent="-228600">
              <a:spcBef>
                <a:spcPts val="400"/>
              </a:spcBef>
              <a:spcAft>
                <a:spcPts val="0"/>
              </a:spcAft>
              <a:buSzPts val="1400"/>
              <a:buFont typeface="Calibri"/>
              <a:buNone/>
              <a:defRPr/>
            </a:lvl9pPr>
          </a:lstStyle>
          <a:p xmlns:a="http://schemas.openxmlformats.org/drawingml/2006/main"/>
        </p:txBody>
      </p:sp>
      <p:sp>
        <p:nvSpPr>
          <p:cNvPr id="67" name="Google Shape;67;p10">
            <a:extLst xmlns:a="http://schemas.openxmlformats.org/drawingml/2006/main">
              <a:ext uri="{FF2B5EF4-FFF2-40B4-BE49-F238E27FC236}">
                <a16:creationId xmlns:a16="http://schemas.microsoft.com/office/drawing/2014/main" id="{DA41B48E-8969-4C20-81A2-083A35A64B4A}"/>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68" name="Google Shape;68;p10">
            <a:extLst xmlns:a="http://schemas.openxmlformats.org/drawingml/2006/main">
              <a:ext uri="{FF2B5EF4-FFF2-40B4-BE49-F238E27FC236}">
                <a16:creationId xmlns:a16="http://schemas.microsoft.com/office/drawing/2014/main" id="{3D92903C-E4B9-4C76-BA86-DB24D20DF0E8}"/>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69" name="Google Shape;69;p10">
            <a:extLst xmlns:a="http://schemas.openxmlformats.org/drawingml/2006/main">
              <a:ext uri="{FF2B5EF4-FFF2-40B4-BE49-F238E27FC236}">
                <a16:creationId xmlns:a16="http://schemas.microsoft.com/office/drawing/2014/main" id="{C6605F9E-91C3-4AA1-95BA-3746556646B8}"/>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10.xml><?xml version="1.0" encoding="utf-8"?>
<p:sldLayout xmlns:p="http://schemas.openxmlformats.org/presentationml/2006/main" matchingName="Titre et texte vertical" type="vertTx">
  <p:cSld name="VERTICAL_TEXT">
    <p:spTree>
      <p:nvGrpSpPr>
        <p:cNvPr id="1" name=""/>
        <p:cNvGrpSpPr/>
        <p:nvPr/>
      </p:nvGrpSpPr>
      <p:grpSpPr>
        <a:xfrm xmlns:a="http://schemas.openxmlformats.org/drawingml/2006/main"/>
      </p:grpSpPr>
      <p:sp>
        <p:nvSpPr>
          <p:cNvPr id="71" name="Google Shape;71;p11">
            <a:extLst xmlns:a="http://schemas.openxmlformats.org/drawingml/2006/main">
              <a:ext uri="{FF2B5EF4-FFF2-40B4-BE49-F238E27FC236}">
                <a16:creationId xmlns:a16="http://schemas.microsoft.com/office/drawing/2014/main" id="{394D95B3-459C-48C4-9556-12B496B67C63}"/>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Clr>
                <a:schemeClr val="dk1"/>
              </a:buClr>
              <a:buSzPts val="1400"/>
              <a:buFont typeface="Calibri"/>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72" name="Google Shape;72;p11">
            <a:extLst xmlns:a="http://schemas.openxmlformats.org/drawingml/2006/main">
              <a:ext uri="{FF2B5EF4-FFF2-40B4-BE49-F238E27FC236}">
                <a16:creationId xmlns:a16="http://schemas.microsoft.com/office/drawing/2014/main" id="{A2E155EA-4AB7-4BC8-9028-B247AD29D9BE}"/>
              </a:ext>
            </a:extLst>
          </p:cNvPr>
          <p:cNvSpPr>
            <a:spLocks xmlns:a="http://schemas.openxmlformats.org/drawingml/2006/main" noGrp="1"/>
          </p:cNvSpPr>
          <p:nvPr>
            <p:ph type="body" idx="1"/>
          </p:nvPr>
        </p:nvSpPr>
        <p:spPr>
          <a:xfrm xmlns:a="http://schemas.openxmlformats.org/drawingml/2006/main" rot="5400000">
            <a:off x="2874764" y="-1217414"/>
            <a:ext cx="3394472" cy="822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lgn="l">
              <a:spcBef>
                <a:spcPts val="640"/>
              </a:spcBef>
              <a:spcAft>
                <a:spcPts val="0"/>
              </a:spcAft>
              <a:buClr>
                <a:schemeClr val="dk1"/>
              </a:buClr>
              <a:buSzPts val="1400"/>
              <a:buFont typeface="Calibri"/>
              <a:buChar char="•"/>
              <a:defRPr/>
            </a:lvl1pPr>
            <a:lvl2pPr marL="914400" indent="-317500" algn="l">
              <a:spcBef>
                <a:spcPts val="560"/>
              </a:spcBef>
              <a:spcAft>
                <a:spcPts val="0"/>
              </a:spcAft>
              <a:buClr>
                <a:schemeClr val="dk1"/>
              </a:buClr>
              <a:buSzPts val="1400"/>
              <a:buFont typeface="Calibri"/>
              <a:buChar char="–"/>
              <a:defRPr/>
            </a:lvl2pPr>
            <a:lvl3pPr marL="1371600" indent="-317500" algn="l">
              <a:spcBef>
                <a:spcPts val="480"/>
              </a:spcBef>
              <a:spcAft>
                <a:spcPts val="0"/>
              </a:spcAft>
              <a:buClr>
                <a:schemeClr val="dk1"/>
              </a:buClr>
              <a:buSzPts val="1400"/>
              <a:buFont typeface="Calibri"/>
              <a:buChar char="•"/>
              <a:defRPr/>
            </a:lvl3pPr>
            <a:lvl4pPr marL="1828800" indent="-317500" algn="l">
              <a:spcBef>
                <a:spcPts val="400"/>
              </a:spcBef>
              <a:spcAft>
                <a:spcPts val="0"/>
              </a:spcAft>
              <a:buClr>
                <a:schemeClr val="dk1"/>
              </a:buClr>
              <a:buSzPts val="1400"/>
              <a:buFont typeface="Calibri"/>
              <a:buChar char="–"/>
              <a:defRPr/>
            </a:lvl4pPr>
            <a:lvl5pPr marL="2286000" indent="-317500" algn="l">
              <a:spcBef>
                <a:spcPts val="400"/>
              </a:spcBef>
              <a:spcAft>
                <a:spcPts val="0"/>
              </a:spcAft>
              <a:buClr>
                <a:schemeClr val="dk1"/>
              </a:buClr>
              <a:buSzPts val="1400"/>
              <a:buFont typeface="Calibri"/>
              <a:buChar char="»"/>
              <a:defRPr/>
            </a:lvl5pPr>
            <a:lvl6pPr marL="2743200" indent="-317500" algn="l">
              <a:spcBef>
                <a:spcPts val="400"/>
              </a:spcBef>
              <a:spcAft>
                <a:spcPts val="0"/>
              </a:spcAft>
              <a:buClr>
                <a:schemeClr val="dk1"/>
              </a:buClr>
              <a:buSzPts val="1400"/>
              <a:buFont typeface="Calibri"/>
              <a:buChar char="•"/>
              <a:defRPr/>
            </a:lvl6pPr>
            <a:lvl7pPr marL="3200400" indent="-317500" algn="l">
              <a:spcBef>
                <a:spcPts val="400"/>
              </a:spcBef>
              <a:spcAft>
                <a:spcPts val="0"/>
              </a:spcAft>
              <a:buClr>
                <a:schemeClr val="dk1"/>
              </a:buClr>
              <a:buSzPts val="1400"/>
              <a:buFont typeface="Calibri"/>
              <a:buChar char="•"/>
              <a:defRPr/>
            </a:lvl7pPr>
            <a:lvl8pPr marL="3657600" indent="-317500" algn="l">
              <a:spcBef>
                <a:spcPts val="400"/>
              </a:spcBef>
              <a:spcAft>
                <a:spcPts val="0"/>
              </a:spcAft>
              <a:buClr>
                <a:schemeClr val="dk1"/>
              </a:buClr>
              <a:buSzPts val="1400"/>
              <a:buFont typeface="Calibri"/>
              <a:buChar char="•"/>
              <a:defRPr/>
            </a:lvl8pPr>
            <a:lvl9pPr marL="4114800" indent="-317500" algn="l">
              <a:spcBef>
                <a:spcPts val="400"/>
              </a:spcBef>
              <a:spcAft>
                <a:spcPts val="0"/>
              </a:spcAft>
              <a:buClr>
                <a:schemeClr val="dk1"/>
              </a:buClr>
              <a:buSzPts val="1400"/>
              <a:buFont typeface="Calibri"/>
              <a:buChar char="•"/>
              <a:defRPr/>
            </a:lvl9pPr>
          </a:lstStyle>
          <a:p xmlns:a="http://schemas.openxmlformats.org/drawingml/2006/main"/>
        </p:txBody>
      </p:sp>
      <p:sp>
        <p:nvSpPr>
          <p:cNvPr id="73" name="Google Shape;73;p11">
            <a:extLst xmlns:a="http://schemas.openxmlformats.org/drawingml/2006/main">
              <a:ext uri="{FF2B5EF4-FFF2-40B4-BE49-F238E27FC236}">
                <a16:creationId xmlns:a16="http://schemas.microsoft.com/office/drawing/2014/main" id="{9479962D-22EB-41E5-906F-DF402A3B6BC0}"/>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74" name="Google Shape;74;p11">
            <a:extLst xmlns:a="http://schemas.openxmlformats.org/drawingml/2006/main">
              <a:ext uri="{FF2B5EF4-FFF2-40B4-BE49-F238E27FC236}">
                <a16:creationId xmlns:a16="http://schemas.microsoft.com/office/drawing/2014/main" id="{EF2A4BAD-4C80-4C43-A468-9C55D8A0908C}"/>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75" name="Google Shape;75;p11">
            <a:extLst xmlns:a="http://schemas.openxmlformats.org/drawingml/2006/main">
              <a:ext uri="{FF2B5EF4-FFF2-40B4-BE49-F238E27FC236}">
                <a16:creationId xmlns:a16="http://schemas.microsoft.com/office/drawing/2014/main" id="{D1DC1DBC-008A-49F2-922A-7D9243EC0648}"/>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Layouts/slideLayout11.xml><?xml version="1.0" encoding="utf-8"?>
<p:sldLayout xmlns:p="http://schemas.openxmlformats.org/presentationml/2006/main" matchingName="Titre vertical et texte" type="vertTitleAndTx">
  <p:cSld name="VERTICAL_TITLE_AND_VERTICAL_TEXT">
    <p:spTree>
      <p:nvGrpSpPr>
        <p:cNvPr id="1" name=""/>
        <p:cNvGrpSpPr/>
        <p:nvPr/>
      </p:nvGrpSpPr>
      <p:grpSpPr>
        <a:xfrm xmlns:a="http://schemas.openxmlformats.org/drawingml/2006/main"/>
      </p:grpSpPr>
      <p:sp>
        <p:nvSpPr>
          <p:cNvPr id="77" name="Google Shape;77;p12">
            <a:extLst xmlns:a="http://schemas.openxmlformats.org/drawingml/2006/main">
              <a:ext uri="{FF2B5EF4-FFF2-40B4-BE49-F238E27FC236}">
                <a16:creationId xmlns:a16="http://schemas.microsoft.com/office/drawing/2014/main" id="{2E7FB18C-1877-432F-B101-C70D20FE4DB1}"/>
              </a:ext>
            </a:extLst>
          </p:cNvPr>
          <p:cNvSpPr>
            <a:spLocks xmlns:a="http://schemas.openxmlformats.org/drawingml/2006/main" noGrp="1"/>
          </p:cNvSpPr>
          <p:nvPr>
            <p:ph type="title" idx="0"/>
          </p:nvPr>
        </p:nvSpPr>
        <p:spPr>
          <a:xfrm xmlns:a="http://schemas.openxmlformats.org/drawingml/2006/main" rot="5400000">
            <a:off x="5463778" y="1371600"/>
            <a:ext cx="4388644" cy="20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Clr>
                <a:schemeClr val="dk1"/>
              </a:buClr>
              <a:buSzPts val="1400"/>
              <a:buFont typeface="Calibri"/>
              <a:buNone/>
              <a:defRPr/>
            </a:lvl1pPr>
            <a:lvl2pPr>
              <a:spcBef>
                <a:spcPts val="0"/>
              </a:spcBef>
              <a:spcAft>
                <a:spcPts val="0"/>
              </a:spcAft>
              <a:buSzPts val="1400"/>
              <a:buChar char="○"/>
              <a:defRPr/>
            </a:lvl2pPr>
            <a:lvl3pPr>
              <a:spcBef>
                <a:spcPts val="0"/>
              </a:spcBef>
              <a:spcAft>
                <a:spcPts val="0"/>
              </a:spcAft>
              <a:buSzPts val="1400"/>
              <a:buChar char="■"/>
              <a:defRPr/>
            </a:lvl3pPr>
            <a:lvl4pPr>
              <a:spcBef>
                <a:spcPts val="0"/>
              </a:spcBef>
              <a:spcAft>
                <a:spcPts val="0"/>
              </a:spcAft>
              <a:buSzPts val="1400"/>
              <a:buChar char="●"/>
              <a:defRPr/>
            </a:lvl4pPr>
            <a:lvl5pPr>
              <a:spcBef>
                <a:spcPts val="0"/>
              </a:spcBef>
              <a:spcAft>
                <a:spcPts val="0"/>
              </a:spcAft>
              <a:buSzPts val="1400"/>
              <a:buChar char="○"/>
              <a:defRPr/>
            </a:lvl5pPr>
            <a:lvl6pPr>
              <a:spcBef>
                <a:spcPts val="0"/>
              </a:spcBef>
              <a:spcAft>
                <a:spcPts val="0"/>
              </a:spcAft>
              <a:buSzPts val="1400"/>
              <a:buChar char="■"/>
              <a:defRPr/>
            </a:lvl6pPr>
            <a:lvl7pPr>
              <a:spcBef>
                <a:spcPts val="0"/>
              </a:spcBef>
              <a:spcAft>
                <a:spcPts val="0"/>
              </a:spcAft>
              <a:buSzPts val="1400"/>
              <a:buChar char="●"/>
              <a:defRPr/>
            </a:lvl7pPr>
            <a:lvl8pPr>
              <a:spcBef>
                <a:spcPts val="0"/>
              </a:spcBef>
              <a:spcAft>
                <a:spcPts val="0"/>
              </a:spcAft>
              <a:buSzPts val="1400"/>
              <a:buChar char="○"/>
              <a:defRPr/>
            </a:lvl8pPr>
            <a:lvl9pPr>
              <a:spcBef>
                <a:spcPts val="0"/>
              </a:spcBef>
              <a:spcAft>
                <a:spcPts val="0"/>
              </a:spcAft>
              <a:buSzPts val="1400"/>
              <a:buChar char="■"/>
              <a:defRPr/>
            </a:lvl9pPr>
          </a:lstStyle>
          <a:p xmlns:a="http://schemas.openxmlformats.org/drawingml/2006/main"/>
        </p:txBody>
      </p:sp>
      <p:sp>
        <p:nvSpPr>
          <p:cNvPr id="78" name="Google Shape;78;p12">
            <a:extLst xmlns:a="http://schemas.openxmlformats.org/drawingml/2006/main">
              <a:ext uri="{FF2B5EF4-FFF2-40B4-BE49-F238E27FC236}">
                <a16:creationId xmlns:a16="http://schemas.microsoft.com/office/drawing/2014/main" id="{90EE8ACD-8038-4801-BC0E-3ECC86357DFA}"/>
              </a:ext>
            </a:extLst>
          </p:cNvPr>
          <p:cNvSpPr>
            <a:spLocks xmlns:a="http://schemas.openxmlformats.org/drawingml/2006/main" noGrp="1"/>
          </p:cNvSpPr>
          <p:nvPr>
            <p:ph type="body" idx="1"/>
          </p:nvPr>
        </p:nvSpPr>
        <p:spPr>
          <a:xfrm xmlns:a="http://schemas.openxmlformats.org/drawingml/2006/main" rot="5400000">
            <a:off x="1272778" y="-609599"/>
            <a:ext cx="4388644" cy="6019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17500" algn="l">
              <a:spcBef>
                <a:spcPts val="640"/>
              </a:spcBef>
              <a:spcAft>
                <a:spcPts val="0"/>
              </a:spcAft>
              <a:buClr>
                <a:schemeClr val="dk1"/>
              </a:buClr>
              <a:buSzPts val="1400"/>
              <a:buFont typeface="Calibri"/>
              <a:buChar char="•"/>
              <a:defRPr/>
            </a:lvl1pPr>
            <a:lvl2pPr marL="914400" indent="-317500" algn="l">
              <a:spcBef>
                <a:spcPts val="560"/>
              </a:spcBef>
              <a:spcAft>
                <a:spcPts val="0"/>
              </a:spcAft>
              <a:buClr>
                <a:schemeClr val="dk1"/>
              </a:buClr>
              <a:buSzPts val="1400"/>
              <a:buFont typeface="Calibri"/>
              <a:buChar char="–"/>
              <a:defRPr/>
            </a:lvl2pPr>
            <a:lvl3pPr marL="1371600" indent="-317500" algn="l">
              <a:spcBef>
                <a:spcPts val="480"/>
              </a:spcBef>
              <a:spcAft>
                <a:spcPts val="0"/>
              </a:spcAft>
              <a:buClr>
                <a:schemeClr val="dk1"/>
              </a:buClr>
              <a:buSzPts val="1400"/>
              <a:buFont typeface="Calibri"/>
              <a:buChar char="•"/>
              <a:defRPr/>
            </a:lvl3pPr>
            <a:lvl4pPr marL="1828800" indent="-317500" algn="l">
              <a:spcBef>
                <a:spcPts val="400"/>
              </a:spcBef>
              <a:spcAft>
                <a:spcPts val="0"/>
              </a:spcAft>
              <a:buClr>
                <a:schemeClr val="dk1"/>
              </a:buClr>
              <a:buSzPts val="1400"/>
              <a:buFont typeface="Calibri"/>
              <a:buChar char="–"/>
              <a:defRPr/>
            </a:lvl4pPr>
            <a:lvl5pPr marL="2286000" indent="-317500" algn="l">
              <a:spcBef>
                <a:spcPts val="400"/>
              </a:spcBef>
              <a:spcAft>
                <a:spcPts val="0"/>
              </a:spcAft>
              <a:buClr>
                <a:schemeClr val="dk1"/>
              </a:buClr>
              <a:buSzPts val="1400"/>
              <a:buFont typeface="Calibri"/>
              <a:buChar char="»"/>
              <a:defRPr/>
            </a:lvl5pPr>
            <a:lvl6pPr marL="2743200" indent="-317500" algn="l">
              <a:spcBef>
                <a:spcPts val="400"/>
              </a:spcBef>
              <a:spcAft>
                <a:spcPts val="0"/>
              </a:spcAft>
              <a:buClr>
                <a:schemeClr val="dk1"/>
              </a:buClr>
              <a:buSzPts val="1400"/>
              <a:buFont typeface="Calibri"/>
              <a:buChar char="•"/>
              <a:defRPr/>
            </a:lvl6pPr>
            <a:lvl7pPr marL="3200400" indent="-317500" algn="l">
              <a:spcBef>
                <a:spcPts val="400"/>
              </a:spcBef>
              <a:spcAft>
                <a:spcPts val="0"/>
              </a:spcAft>
              <a:buClr>
                <a:schemeClr val="dk1"/>
              </a:buClr>
              <a:buSzPts val="1400"/>
              <a:buFont typeface="Calibri"/>
              <a:buChar char="•"/>
              <a:defRPr/>
            </a:lvl7pPr>
            <a:lvl8pPr marL="3657600" indent="-317500" algn="l">
              <a:spcBef>
                <a:spcPts val="400"/>
              </a:spcBef>
              <a:spcAft>
                <a:spcPts val="0"/>
              </a:spcAft>
              <a:buClr>
                <a:schemeClr val="dk1"/>
              </a:buClr>
              <a:buSzPts val="1400"/>
              <a:buFont typeface="Calibri"/>
              <a:buChar char="•"/>
              <a:defRPr/>
            </a:lvl8pPr>
            <a:lvl9pPr marL="4114800" indent="-317500" algn="l">
              <a:spcBef>
                <a:spcPts val="400"/>
              </a:spcBef>
              <a:spcAft>
                <a:spcPts val="0"/>
              </a:spcAft>
              <a:buClr>
                <a:schemeClr val="dk1"/>
              </a:buClr>
              <a:buSzPts val="1400"/>
              <a:buFont typeface="Calibri"/>
              <a:buChar char="•"/>
              <a:defRPr/>
            </a:lvl9pPr>
          </a:lstStyle>
          <a:p xmlns:a="http://schemas.openxmlformats.org/drawingml/2006/main"/>
        </p:txBody>
      </p:sp>
      <p:sp>
        <p:nvSpPr>
          <p:cNvPr id="79" name="Google Shape;79;p12">
            <a:extLst xmlns:a="http://schemas.openxmlformats.org/drawingml/2006/main">
              <a:ext uri="{FF2B5EF4-FFF2-40B4-BE49-F238E27FC236}">
                <a16:creationId xmlns:a16="http://schemas.microsoft.com/office/drawing/2014/main" id="{FA449A60-9546-4C5B-80E3-BEEE695B59EB}"/>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80" name="Google Shape;80;p12">
            <a:extLst xmlns:a="http://schemas.openxmlformats.org/drawingml/2006/main">
              <a:ext uri="{FF2B5EF4-FFF2-40B4-BE49-F238E27FC236}">
                <a16:creationId xmlns:a16="http://schemas.microsoft.com/office/drawing/2014/main" id="{55786C1C-726F-4163-9630-3B74222A5A84}"/>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81" name="Google Shape;81;p12">
            <a:extLst xmlns:a="http://schemas.openxmlformats.org/drawingml/2006/main">
              <a:ext uri="{FF2B5EF4-FFF2-40B4-BE49-F238E27FC236}">
                <a16:creationId xmlns:a16="http://schemas.microsoft.com/office/drawing/2014/main" id="{7F9F7159-E90E-4B11-98D1-A191E799E358}"/>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6bf04ec3c31e4e59" /><Relationship Type="http://schemas.openxmlformats.org/officeDocument/2006/relationships/theme" Target="/ppt/slideMasters/theme/theme2.xml" Id="R20f31fdd828c4ab4" /><Relationship Type="http://schemas.openxmlformats.org/officeDocument/2006/relationships/slideLayout" Target="/ppt/slideLayouts/slideLayout1.xml" Id="R4c7c534dc9b54a2e" /><Relationship Type="http://schemas.openxmlformats.org/officeDocument/2006/relationships/slideLayout" Target="/ppt/slideLayouts/slideLayout2.xml" Id="R3f48bd6f56ba4f6a" /><Relationship Type="http://schemas.openxmlformats.org/officeDocument/2006/relationships/slideLayout" Target="/ppt/slideLayouts/slideLayout3.xml" Id="R2241c8abfa6d4367" /><Relationship Type="http://schemas.openxmlformats.org/officeDocument/2006/relationships/slideLayout" Target="/ppt/slideLayouts/slideLayout4.xml" Id="R53e0cb3bd5d64781" /><Relationship Type="http://schemas.openxmlformats.org/officeDocument/2006/relationships/slideLayout" Target="/ppt/slideLayouts/slideLayout5.xml" Id="R38db9ab47fd54781" /><Relationship Type="http://schemas.openxmlformats.org/officeDocument/2006/relationships/slideLayout" Target="/ppt/slideLayouts/slideLayout6.xml" Id="R77aa4500e0e84d3d" /><Relationship Type="http://schemas.openxmlformats.org/officeDocument/2006/relationships/slideLayout" Target="/ppt/slideLayouts/slideLayout7.xml" Id="Rf2f31f89f8814530" /><Relationship Type="http://schemas.openxmlformats.org/officeDocument/2006/relationships/slideLayout" Target="/ppt/slideLayouts/slideLayout8.xml" Id="Rc268fc40fe984f29" /><Relationship Type="http://schemas.openxmlformats.org/officeDocument/2006/relationships/slideLayout" Target="/ppt/slideLayouts/slideLayout9.xml" Id="R0a6586aa01a34c8f" /><Relationship Type="http://schemas.openxmlformats.org/officeDocument/2006/relationships/slideLayout" Target="/ppt/slideLayouts/slideLayout10.xml" Id="R7325bf2a31d84fb3" /><Relationship Type="http://schemas.openxmlformats.org/officeDocument/2006/relationships/slideLayout" Target="/ppt/slideLayouts/slideLayout11.xml" Id="R7be426c4d90044b3"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90C04EBB-BFE5-48BA-B23C-11BA4C769365}"/>
              </a:ext>
            </a:extLst>
          </p:cNvPr>
          <p:cNvSpPr>
            <a:spLocks xmlns:a="http://schemas.openxmlformats.org/drawingml/2006/main" noGrp="1"/>
          </p:cNvSpPr>
          <p:nvPr>
            <p:ph type="title" idx="0"/>
          </p:nvPr>
        </p:nvSpPr>
        <p:spPr>
          <a:xfrm xmlns:a="http://schemas.openxmlformats.org/drawingml/2006/main">
            <a:off x="457200" y="205978"/>
            <a:ext cx="82296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ctr">
              <a:spcBef>
                <a:spcPts val="0"/>
              </a:spcBef>
              <a:spcAft>
                <a:spcPts val="0"/>
              </a:spcAft>
              <a:buClr>
                <a:schemeClr val="dk1"/>
              </a:buClr>
              <a:buSzPts val="1400"/>
              <a:buFont typeface="Calibri"/>
              <a:buNone/>
              <a:defRPr/>
            </a:lvl1pPr>
            <a:lvl2pPr marL="0" marR="0" indent="-88900" algn="l">
              <a:spcBef>
                <a:spcPts val="0"/>
              </a:spcBef>
              <a:spcAft>
                <a:spcPts val="0"/>
              </a:spcAft>
              <a:buSzPts val="1400"/>
              <a:buChar char="○"/>
              <a:defRPr/>
            </a:lvl2pPr>
            <a:lvl3pPr marL="0" marR="0" indent="-88900" algn="l">
              <a:spcBef>
                <a:spcPts val="0"/>
              </a:spcBef>
              <a:spcAft>
                <a:spcPts val="0"/>
              </a:spcAft>
              <a:buSzPts val="1400"/>
              <a:buChar char="■"/>
              <a:defRPr/>
            </a:lvl3pPr>
            <a:lvl4pPr marL="0" marR="0" indent="-88900" algn="l">
              <a:spcBef>
                <a:spcPts val="0"/>
              </a:spcBef>
              <a:spcAft>
                <a:spcPts val="0"/>
              </a:spcAft>
              <a:buSzPts val="1400"/>
              <a:buChar char="●"/>
              <a:defRPr/>
            </a:lvl4pPr>
            <a:lvl5pPr marL="0" marR="0" indent="-88900" algn="l">
              <a:spcBef>
                <a:spcPts val="0"/>
              </a:spcBef>
              <a:spcAft>
                <a:spcPts val="0"/>
              </a:spcAft>
              <a:buSzPts val="1400"/>
              <a:buChar char="○"/>
              <a:defRPr/>
            </a:lvl5pPr>
            <a:lvl6pPr marL="0" marR="0" indent="-88900" algn="l">
              <a:spcBef>
                <a:spcPts val="0"/>
              </a:spcBef>
              <a:spcAft>
                <a:spcPts val="0"/>
              </a:spcAft>
              <a:buSzPts val="1400"/>
              <a:buChar char="■"/>
              <a:defRPr/>
            </a:lvl6pPr>
            <a:lvl7pPr marL="0" marR="0" indent="-88900" algn="l">
              <a:spcBef>
                <a:spcPts val="0"/>
              </a:spcBef>
              <a:spcAft>
                <a:spcPts val="0"/>
              </a:spcAft>
              <a:buSzPts val="1400"/>
              <a:buChar char="●"/>
              <a:defRPr/>
            </a:lvl7pPr>
            <a:lvl8pPr marL="0" marR="0" indent="-88900" algn="l">
              <a:spcBef>
                <a:spcPts val="0"/>
              </a:spcBef>
              <a:spcAft>
                <a:spcPts val="0"/>
              </a:spcAft>
              <a:buSzPts val="1400"/>
              <a:buChar char="○"/>
              <a:defRPr/>
            </a:lvl8pPr>
            <a:lvl9pPr marL="0" marR="0" indent="-88900" algn="l">
              <a:spcBef>
                <a:spcPts val="0"/>
              </a:spcBef>
              <a:spcAft>
                <a:spcPts val="0"/>
              </a:spcAft>
              <a:buSzPts val="1400"/>
              <a:buChar char="■"/>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12127873-84B3-4F77-A943-810576D4A20B}"/>
              </a:ext>
            </a:extLst>
          </p:cNvPr>
          <p:cNvSpPr>
            <a:spLocks xmlns:a="http://schemas.openxmlformats.org/drawingml/2006/main" noGrp="1"/>
          </p:cNvSpPr>
          <p:nvPr>
            <p:ph type="body" idx="1"/>
          </p:nvPr>
        </p:nvSpPr>
        <p:spPr>
          <a:xfrm xmlns:a="http://schemas.openxmlformats.org/drawingml/2006/main">
            <a:off x="457200" y="1200150"/>
            <a:ext cx="8229600" cy="33944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317500" algn="l">
              <a:spcBef>
                <a:spcPts val="640"/>
              </a:spcBef>
              <a:spcAft>
                <a:spcPts val="0"/>
              </a:spcAft>
              <a:buClr>
                <a:schemeClr val="dk1"/>
              </a:buClr>
              <a:buSzPts val="1400"/>
              <a:buFont typeface="Calibri"/>
              <a:buChar char="•"/>
              <a:defRPr/>
            </a:lvl1pPr>
            <a:lvl2pPr marL="914400" marR="0" indent="-317500" algn="l">
              <a:spcBef>
                <a:spcPts val="560"/>
              </a:spcBef>
              <a:spcAft>
                <a:spcPts val="0"/>
              </a:spcAft>
              <a:buClr>
                <a:schemeClr val="dk1"/>
              </a:buClr>
              <a:buSzPts val="1400"/>
              <a:buFont typeface="Calibri"/>
              <a:buChar char="–"/>
              <a:defRPr/>
            </a:lvl2pPr>
            <a:lvl3pPr marL="1371600" marR="0" indent="-317500" algn="l">
              <a:spcBef>
                <a:spcPts val="480"/>
              </a:spcBef>
              <a:spcAft>
                <a:spcPts val="0"/>
              </a:spcAft>
              <a:buClr>
                <a:schemeClr val="dk1"/>
              </a:buClr>
              <a:buSzPts val="1400"/>
              <a:buFont typeface="Calibri"/>
              <a:buChar char="•"/>
              <a:defRPr/>
            </a:lvl3pPr>
            <a:lvl4pPr marL="1828800" marR="0" indent="-317500" algn="l">
              <a:spcBef>
                <a:spcPts val="400"/>
              </a:spcBef>
              <a:spcAft>
                <a:spcPts val="0"/>
              </a:spcAft>
              <a:buClr>
                <a:schemeClr val="dk1"/>
              </a:buClr>
              <a:buSzPts val="1400"/>
              <a:buFont typeface="Calibri"/>
              <a:buChar char="–"/>
              <a:defRPr/>
            </a:lvl4pPr>
            <a:lvl5pPr marL="2286000" marR="0" indent="-317500" algn="l">
              <a:spcBef>
                <a:spcPts val="400"/>
              </a:spcBef>
              <a:spcAft>
                <a:spcPts val="0"/>
              </a:spcAft>
              <a:buClr>
                <a:schemeClr val="dk1"/>
              </a:buClr>
              <a:buSzPts val="1400"/>
              <a:buFont typeface="Calibri"/>
              <a:buChar char="»"/>
              <a:defRPr/>
            </a:lvl5pPr>
            <a:lvl6pPr marL="2743200" marR="0" indent="-317500" algn="l">
              <a:spcBef>
                <a:spcPts val="400"/>
              </a:spcBef>
              <a:spcAft>
                <a:spcPts val="0"/>
              </a:spcAft>
              <a:buClr>
                <a:schemeClr val="dk1"/>
              </a:buClr>
              <a:buSzPts val="1400"/>
              <a:buFont typeface="Calibri"/>
              <a:buChar char="•"/>
              <a:defRPr/>
            </a:lvl6pPr>
            <a:lvl7pPr marL="3200400" marR="0" indent="-317500" algn="l">
              <a:spcBef>
                <a:spcPts val="400"/>
              </a:spcBef>
              <a:spcAft>
                <a:spcPts val="0"/>
              </a:spcAft>
              <a:buClr>
                <a:schemeClr val="dk1"/>
              </a:buClr>
              <a:buSzPts val="1400"/>
              <a:buFont typeface="Calibri"/>
              <a:buChar char="•"/>
              <a:defRPr/>
            </a:lvl7pPr>
            <a:lvl8pPr marL="3657600" marR="0" indent="-317500" algn="l">
              <a:spcBef>
                <a:spcPts val="400"/>
              </a:spcBef>
              <a:spcAft>
                <a:spcPts val="0"/>
              </a:spcAft>
              <a:buClr>
                <a:schemeClr val="dk1"/>
              </a:buClr>
              <a:buSzPts val="1400"/>
              <a:buFont typeface="Calibri"/>
              <a:buChar char="•"/>
              <a:defRPr/>
            </a:lvl8pPr>
            <a:lvl9pPr marL="4114800" marR="0" indent="-317500" algn="l">
              <a:spcBef>
                <a:spcPts val="400"/>
              </a:spcBef>
              <a:spcAft>
                <a:spcPts val="0"/>
              </a:spcAft>
              <a:buClr>
                <a:schemeClr val="dk1"/>
              </a:buClr>
              <a:buSzPts val="1400"/>
              <a:buFont typeface="Calibri"/>
              <a:buChar char="•"/>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AA648261-972A-4C71-AF32-F0B31F178A06}"/>
              </a:ext>
            </a:extLst>
          </p:cNvPr>
          <p:cNvSpPr>
            <a:spLocks xmlns:a="http://schemas.openxmlformats.org/drawingml/2006/main" noGrp="1"/>
          </p:cNvSpPr>
          <p:nvPr>
            <p:ph type="dt" idx="10"/>
          </p:nvPr>
        </p:nvSpPr>
        <p:spPr>
          <a:xfrm xmlns:a="http://schemas.openxmlformats.org/drawingml/2006/main">
            <a:off x="457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l">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9" name="Google Shape;9;p1">
            <a:extLst xmlns:a="http://schemas.openxmlformats.org/drawingml/2006/main">
              <a:ext uri="{FF2B5EF4-FFF2-40B4-BE49-F238E27FC236}">
                <a16:creationId xmlns:a16="http://schemas.microsoft.com/office/drawing/2014/main" id="{DB705857-5546-47C7-9AD7-52F89AFA6546}"/>
              </a:ext>
            </a:extLst>
          </p:cNvPr>
          <p:cNvSpPr>
            <a:spLocks xmlns:a="http://schemas.openxmlformats.org/drawingml/2006/main" noGrp="1"/>
          </p:cNvSpPr>
          <p:nvPr>
            <p:ph type="ftr" idx="11"/>
          </p:nvPr>
        </p:nvSpPr>
        <p:spPr>
          <a:xfrm xmlns:a="http://schemas.openxmlformats.org/drawingml/2006/main">
            <a:off x="3124200" y="4767263"/>
            <a:ext cx="2895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88900" algn="ctr">
              <a:spcBef>
                <a:spcPts val="0"/>
              </a:spcBef>
              <a:spcAft>
                <a:spcPts val="0"/>
              </a:spcAft>
              <a:buSzPts val="1400"/>
              <a:buChar char="●"/>
              <a:defRPr/>
            </a:lvl1pPr>
            <a:lvl2pPr marL="457200" marR="0" indent="-88900" algn="l">
              <a:spcBef>
                <a:spcPts val="0"/>
              </a:spcBef>
              <a:spcAft>
                <a:spcPts val="0"/>
              </a:spcAft>
              <a:buSzPts val="1400"/>
              <a:buChar char="○"/>
              <a:defRPr/>
            </a:lvl2pPr>
            <a:lvl3pPr marL="914400" marR="0" indent="-88900" algn="l">
              <a:spcBef>
                <a:spcPts val="0"/>
              </a:spcBef>
              <a:spcAft>
                <a:spcPts val="0"/>
              </a:spcAft>
              <a:buSzPts val="1400"/>
              <a:buChar char="■"/>
              <a:defRPr/>
            </a:lvl3pPr>
            <a:lvl4pPr marL="1371600" marR="0" indent="-88900" algn="l">
              <a:spcBef>
                <a:spcPts val="0"/>
              </a:spcBef>
              <a:spcAft>
                <a:spcPts val="0"/>
              </a:spcAft>
              <a:buSzPts val="1400"/>
              <a:buChar char="●"/>
              <a:defRPr/>
            </a:lvl4pPr>
            <a:lvl5pPr marL="1828800" marR="0" indent="-88900" algn="l">
              <a:spcBef>
                <a:spcPts val="0"/>
              </a:spcBef>
              <a:spcAft>
                <a:spcPts val="0"/>
              </a:spcAft>
              <a:buSzPts val="1400"/>
              <a:buChar char="○"/>
              <a:defRPr/>
            </a:lvl5pPr>
            <a:lvl6pPr marL="2286000" marR="0" indent="-88900" algn="l">
              <a:spcBef>
                <a:spcPts val="0"/>
              </a:spcBef>
              <a:spcAft>
                <a:spcPts val="0"/>
              </a:spcAft>
              <a:buSzPts val="1400"/>
              <a:buChar char="■"/>
              <a:defRPr/>
            </a:lvl6pPr>
            <a:lvl7pPr marL="2743200" marR="0" indent="-88900" algn="l">
              <a:spcBef>
                <a:spcPts val="0"/>
              </a:spcBef>
              <a:spcAft>
                <a:spcPts val="0"/>
              </a:spcAft>
              <a:buSzPts val="1400"/>
              <a:buChar char="●"/>
              <a:defRPr/>
            </a:lvl7pPr>
            <a:lvl8pPr marL="3200400" marR="0" indent="-88900" algn="l">
              <a:spcBef>
                <a:spcPts val="0"/>
              </a:spcBef>
              <a:spcAft>
                <a:spcPts val="0"/>
              </a:spcAft>
              <a:buSzPts val="1400"/>
              <a:buChar char="○"/>
              <a:defRPr/>
            </a:lvl8pPr>
            <a:lvl9pPr marL="3657600" marR="0" indent="-88900" algn="l">
              <a:spcBef>
                <a:spcPts val="0"/>
              </a:spcBef>
              <a:spcAft>
                <a:spcPts val="0"/>
              </a:spcAft>
              <a:buSzPts val="1400"/>
              <a:buChar char="■"/>
              <a:defRPr/>
            </a:lvl9pPr>
          </a:lstStyle>
          <a:p xmlns:a="http://schemas.openxmlformats.org/drawingml/2006/main"/>
        </p:txBody>
      </p:sp>
      <p:sp>
        <p:nvSpPr>
          <p:cNvPr id="10" name="Google Shape;10;p1">
            <a:extLst xmlns:a="http://schemas.openxmlformats.org/drawingml/2006/main">
              <a:ext uri="{FF2B5EF4-FFF2-40B4-BE49-F238E27FC236}">
                <a16:creationId xmlns:a16="http://schemas.microsoft.com/office/drawing/2014/main" id="{86503882-5EE0-4BCD-8898-FBD3046AEDF9}"/>
              </a:ext>
            </a:extLst>
          </p:cNvPr>
          <p:cNvSpPr>
            <a:spLocks xmlns:a="http://schemas.openxmlformats.org/drawingml/2006/main" noGrp="1"/>
          </p:cNvSpPr>
          <p:nvPr>
            <p:ph type="sldNum" idx="12"/>
          </p:nvPr>
        </p:nvSpPr>
        <p:spPr>
          <a:xfrm xmlns:a="http://schemas.openxmlformats.org/drawingml/2006/main">
            <a:off x="6553200" y="4767263"/>
            <a:ext cx="21336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buNone/>
              <a:defRPr/>
            </a:lvl1pPr>
            <a:lvl2pPr marL="0" marR="0" indent="0" algn="r">
              <a:buNone/>
              <a:defRPr/>
            </a:lvl2pPr>
            <a:lvl3pPr marL="0" marR="0" indent="0" algn="r">
              <a:buNone/>
              <a:defRPr/>
            </a:lvl3pPr>
            <a:lvl4pPr marL="0" marR="0" indent="0" algn="r">
              <a:buNone/>
              <a:defRPr/>
            </a:lvl4pPr>
            <a:lvl5pPr marL="0" marR="0" indent="0" algn="r">
              <a:buNone/>
              <a:defRPr/>
            </a:lvl5pPr>
            <a:lvl6pPr marL="0" marR="0" indent="0" algn="r">
              <a:buNone/>
              <a:defRPr/>
            </a:lvl6pPr>
            <a:lvl7pPr marL="0" marR="0" indent="0" algn="r">
              <a:buNone/>
              <a:defRPr/>
            </a:lvl7pPr>
            <a:lvl8pPr marL="0" marR="0" indent="0" algn="r">
              <a:buNone/>
              <a:defRPr/>
            </a:lvl8pPr>
            <a:lvl9pPr marL="0" marR="0" indent="0" algn="r">
              <a:buNone/>
              <a:defRPr/>
            </a:lvl9pPr>
          </a:lstStyle>
          <a:p xmlns:a="http://schemas.openxmlformats.org/drawingml/2006/main">
            <a:pPr marL="0" lvl="0" indent="-88900" algn="r">
              <a:spcBef>
                <a:spcPts val="0"/>
              </a:spcBef>
              <a:spcAft>
                <a:spcPts val="0"/>
              </a:spcAft>
              <a:buSzPts val="1400"/>
              <a:buChar char="●"/>
            </a:pPr>
            <a:r>
              <a:t/>
            </a:r>
            <a:endParaRPr/>
          </a:p>
          <a:p xmlns:a="http://schemas.openxmlformats.org/drawingml/2006/main">
            <a:pPr marL="457200" lvl="1" indent="-88900" algn="l">
              <a:spcBef>
                <a:spcPts val="0"/>
              </a:spcBef>
              <a:spcAft>
                <a:spcPts val="0"/>
              </a:spcAft>
              <a:buSzPts val="1400"/>
              <a:buChar char="○"/>
            </a:pPr>
            <a:r>
              <a:t/>
            </a:r>
            <a:endParaRPr/>
          </a:p>
          <a:p xmlns:a="http://schemas.openxmlformats.org/drawingml/2006/main">
            <a:pPr marL="914400" lvl="2" indent="-88900" algn="l">
              <a:spcBef>
                <a:spcPts val="0"/>
              </a:spcBef>
              <a:spcAft>
                <a:spcPts val="0"/>
              </a:spcAft>
              <a:buSzPts val="1400"/>
              <a:buChar char="■"/>
            </a:pPr>
            <a:r>
              <a:t/>
            </a:r>
            <a:endParaRPr/>
          </a:p>
          <a:p xmlns:a="http://schemas.openxmlformats.org/drawingml/2006/main">
            <a:pPr marL="1371600" lvl="3" indent="-88900" algn="l">
              <a:spcBef>
                <a:spcPts val="0"/>
              </a:spcBef>
              <a:spcAft>
                <a:spcPts val="0"/>
              </a:spcAft>
              <a:buSzPts val="1400"/>
              <a:buChar char="●"/>
            </a:pPr>
            <a:r>
              <a:t/>
            </a:r>
            <a:endParaRPr/>
          </a:p>
          <a:p xmlns:a="http://schemas.openxmlformats.org/drawingml/2006/main">
            <a:pPr marL="1828800" lvl="4" indent="-88900" algn="l">
              <a:spcBef>
                <a:spcPts val="0"/>
              </a:spcBef>
              <a:spcAft>
                <a:spcPts val="0"/>
              </a:spcAft>
              <a:buSzPts val="1400"/>
              <a:buChar char="○"/>
            </a:pPr>
            <a:r>
              <a:t/>
            </a:r>
            <a:endParaRPr/>
          </a:p>
          <a:p xmlns:a="http://schemas.openxmlformats.org/drawingml/2006/main">
            <a:pPr marL="2286000" lvl="5" indent="-88900" algn="l">
              <a:spcBef>
                <a:spcPts val="0"/>
              </a:spcBef>
              <a:spcAft>
                <a:spcPts val="0"/>
              </a:spcAft>
              <a:buSzPts val="1400"/>
              <a:buChar char="■"/>
            </a:pPr>
            <a:r>
              <a:t/>
            </a:r>
            <a:endParaRPr/>
          </a:p>
          <a:p xmlns:a="http://schemas.openxmlformats.org/drawingml/2006/main">
            <a:pPr marL="2743200" lvl="6" indent="-88900" algn="l">
              <a:spcBef>
                <a:spcPts val="0"/>
              </a:spcBef>
              <a:spcAft>
                <a:spcPts val="0"/>
              </a:spcAft>
              <a:buSzPts val="1400"/>
              <a:buChar char="●"/>
            </a:pPr>
            <a:r>
              <a:t/>
            </a:r>
            <a:endParaRPr/>
          </a:p>
          <a:p xmlns:a="http://schemas.openxmlformats.org/drawingml/2006/main">
            <a:pPr marL="3200400" lvl="7" indent="-88900" algn="l">
              <a:spcBef>
                <a:spcPts val="0"/>
              </a:spcBef>
              <a:spcAft>
                <a:spcPts val="0"/>
              </a:spcAft>
              <a:buSzPts val="1400"/>
              <a:buChar char="○"/>
            </a:pPr>
            <a:r>
              <a:t/>
            </a:r>
            <a:endParaRPr/>
          </a:p>
          <a:p xmlns:a="http://schemas.openxmlformats.org/drawingml/2006/main">
            <a:pPr marL="3657600" lvl="8" indent="-88900" algn="l">
              <a:spcBef>
                <a:spcPts val="0"/>
              </a:spcBef>
              <a:spcAft>
                <a:spcPts val="0"/>
              </a:spcAft>
              <a:buSzPts val="1400"/>
              <a:buChar char="■"/>
            </a:pPr>
            <a:r>
              <a:t/>
            </a:r>
            <a:endParaRPr/>
          </a:p>
        </p:txBody>
      </p:sp>
      <p:sp>
        <p:nvSpPr>
          <p:cNvPr id="11" name="Google Shape;11;p1">
            <a:extLst xmlns:a="http://schemas.openxmlformats.org/drawingml/2006/main">
              <a:ext uri="{FF2B5EF4-FFF2-40B4-BE49-F238E27FC236}">
                <a16:creationId xmlns:a16="http://schemas.microsoft.com/office/drawing/2014/main" id="{6A7B7F87-5645-4BB3-B3DA-0D85756BFF71}"/>
              </a:ext>
            </a:extLst>
          </p:cNvPr>
          <p:cNvSpPr>
            <a:spLocks xmlns:a="http://schemas.openxmlformats.org/drawingml/2006/main" noGrp="1"/>
          </p:cNvSpPr>
          <p:nvPr/>
        </p:nvSpPr>
        <p:spPr>
          <a:xfrm xmlns:a="http://schemas.openxmlformats.org/drawingml/2006/main">
            <a:off x="-14941" y="5056026"/>
            <a:ext cx="9180512" cy="108012"/>
          </a:xfrm>
          <a:prstGeom xmlns:a="http://schemas.openxmlformats.org/drawingml/2006/main" prst="rect">
            <a:avLst/>
          </a:prstGeom>
          <a:solidFill xmlns:a="http://schemas.openxmlformats.org/drawingml/2006/main">
            <a:srgbClr val="57068C"/>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lt1"/>
              </a:solidFill>
              <a:latin typeface="Calibri"/>
              <a:ea typeface="Calibri"/>
              <a:cs typeface="Calibri"/>
            </a:endParaRPr>
          </a:p>
        </p:txBody>
      </p:sp>
      <p:pic>
        <p:nvPicPr>
          <p:cNvPr id="19" name="Google Shape;12;p1"/>
          <p:cNvPicPr>
            <a:picLocks xmlns:a="http://schemas.openxmlformats.org/drawingml/2006/main" noChangeAspect="1"/>
          </p:cNvPicPr>
          <p:nvPr/>
        </p:nvPicPr>
        <p:blipFill>
          <a:blip xmlns:r="http://schemas.openxmlformats.org/officeDocument/2006/relationships" xmlns:a="http://schemas.openxmlformats.org/drawingml/2006/main" r:embed="R6bf04ec3c31e4e59">
            <a:alphaModFix/>
          </a:blip>
          <a:stretch xmlns:a="http://schemas.openxmlformats.org/drawingml/2006/main">
            <a:fillRect l="0" t="0" r="0" b="0"/>
          </a:stretch>
        </p:blipFill>
        <p:spPr>
          <a:xfrm xmlns:a="http://schemas.openxmlformats.org/drawingml/2006/main">
            <a:off x="7955675" y="0"/>
            <a:ext cx="1188326" cy="579650"/>
          </a:xfrm>
          <a:prstGeom xmlns:a="http://schemas.openxmlformats.org/drawingml/2006/main" prst="rect">
            <a:avLst/>
          </a:prstGeom>
          <a:ln xmlns:a="http://schemas.openxmlformats.org/drawingml/2006/main">
            <a:noFill/>
          </a:ln>
        </p:spPr>
      </p:pic>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4c7c534dc9b54a2e"/>
    <p:sldLayoutId xmlns:r="http://schemas.openxmlformats.org/officeDocument/2006/relationships" id="2147483650" r:id="R3f48bd6f56ba4f6a"/>
    <p:sldLayoutId xmlns:r="http://schemas.openxmlformats.org/officeDocument/2006/relationships" id="2147483651" r:id="R2241c8abfa6d4367"/>
    <p:sldLayoutId xmlns:r="http://schemas.openxmlformats.org/officeDocument/2006/relationships" id="2147483652" r:id="R53e0cb3bd5d64781"/>
    <p:sldLayoutId xmlns:r="http://schemas.openxmlformats.org/officeDocument/2006/relationships" id="2147483653" r:id="R38db9ab47fd54781"/>
    <p:sldLayoutId xmlns:r="http://schemas.openxmlformats.org/officeDocument/2006/relationships" id="2147483654" r:id="R77aa4500e0e84d3d"/>
    <p:sldLayoutId xmlns:r="http://schemas.openxmlformats.org/officeDocument/2006/relationships" id="2147483655" r:id="Rf2f31f89f8814530"/>
    <p:sldLayoutId xmlns:r="http://schemas.openxmlformats.org/officeDocument/2006/relationships" id="2147483656" r:id="Rc268fc40fe984f29"/>
    <p:sldLayoutId xmlns:r="http://schemas.openxmlformats.org/officeDocument/2006/relationships" id="2147483657" r:id="R0a6586aa01a34c8f"/>
    <p:sldLayoutId xmlns:r="http://schemas.openxmlformats.org/officeDocument/2006/relationships" id="2147483658" r:id="R7325bf2a31d84fb3"/>
    <p:sldLayoutId xmlns:r="http://schemas.openxmlformats.org/officeDocument/2006/relationships" id="2147483659" r:id="R7be426c4d90044b3"/>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NYUAD Hackathon">
  <a:themeElements>
    <a:clrScheme name="Bureau">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78cc9fa7adb441b" /><Relationship Type="http://schemas.openxmlformats.org/officeDocument/2006/relationships/notesSlide" Target="/ppt/notesSlides/notesSlide1.xml" Id="R7bb2e4c7493146f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a0fa5b23f9e4ea7" /><Relationship Type="http://schemas.openxmlformats.org/officeDocument/2006/relationships/notesSlide" Target="/ppt/notesSlides/notesSlide2.xml" Id="Re0289f704cfd4d2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f0bc84124d247ad" /><Relationship Type="http://schemas.openxmlformats.org/officeDocument/2006/relationships/notesSlide" Target="/ppt/notesSlides/notesSlide3.xml" Id="Rd2c61837f04b4e2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1f2be8e3a3148f5" /><Relationship Type="http://schemas.openxmlformats.org/officeDocument/2006/relationships/chart" Target="/ppt/slides/charts/chart1.xml" Id="Rd5b46b957c9c4b1b" /><Relationship Type="http://schemas.openxmlformats.org/officeDocument/2006/relationships/notesSlide" Target="/ppt/notesSlides/notesSlide4.xml" Id="R5400a086b2ad487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46a1ae6ccbb4865" /><Relationship Type="http://schemas.openxmlformats.org/officeDocument/2006/relationships/notesSlide" Target="/ppt/notesSlides/notesSlide5.xml" Id="R960d5bd2fb9f4b7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Optical error</c:v>
          </c:tx>
          <c:spPr>
            <a:solidFill xmlns:a="http://schemas.openxmlformats.org/drawingml/2006/main">
              <a:srgbClr val="555555"/>
            </a:solidFill>
            <a:ln xmlns:a="http://schemas.openxmlformats.org/drawingml/2006/main" w="23813">
              <a:solidFill>
                <a:srgbClr val="555555"/>
              </a:solidFill>
            </a:ln>
          </c:spPr>
          <c:cat>
            <c:strRef>
              <c:f>'Chart Data'!$A$2:$A$4</c:f>
              <c:strCache>
                <c:ptCount val="3"/>
                <c:pt idx="0">
                  <c:v>Coherent</c:v>
                </c:pt>
                <c:pt idx="1">
                  <c:v>Independent squeezed</c:v>
                </c:pt>
                <c:pt idx="2">
                  <c:v>Distributed squeezed</c:v>
                </c:pt>
              </c:strCache>
            </c:strRef>
          </c:cat>
          <c:val>
            <c:numRef>
              <c:f>'Chart Data'!$B$2:$B$4</c:f>
              <c:numCache>
                <c:formatCode>0.##</c:formatCode>
                <c:ptCount val="3"/>
                <c:pt idx="0">
                  <c:v>0.07961902554</c:v>
                </c:pt>
                <c:pt idx="1">
                  <c:v>0.0647329637</c:v>
                </c:pt>
                <c:pt idx="2">
                  <c:v>0.04758283976</c:v>
                </c:pt>
              </c:numCache>
            </c:numRef>
          </c:val>
        </c:ser>
        <c:ser>
          <c:idx val="1"/>
          <c:order val="1"/>
          <c:tx>
            <c:v>Total error</c:v>
          </c:tx>
          <c:spPr>
            <a:solidFill xmlns:a="http://schemas.openxmlformats.org/drawingml/2006/main">
              <a:srgbClr val="16877B"/>
            </a:solidFill>
            <a:ln xmlns:a="http://schemas.openxmlformats.org/drawingml/2006/main" w="23813">
              <a:solidFill>
                <a:srgbClr val="16877B"/>
              </a:solidFill>
            </a:ln>
          </c:spPr>
          <c:cat>
            <c:strRef>
              <c:f>'Chart Data'!$C$2:$C$4</c:f>
              <c:strCache>
                <c:ptCount val="3"/>
                <c:pt idx="0">
                  <c:v>Coherent</c:v>
                </c:pt>
                <c:pt idx="1">
                  <c:v>Independent squeezed</c:v>
                </c:pt>
                <c:pt idx="2">
                  <c:v>Distributed squeezed</c:v>
                </c:pt>
              </c:strCache>
            </c:strRef>
          </c:cat>
          <c:val>
            <c:numRef>
              <c:f>'Chart Data'!$D$2:$D$4</c:f>
              <c:numCache>
                <c:formatCode>0.##</c:formatCode>
                <c:ptCount val="3"/>
                <c:pt idx="0">
                  <c:v>0.09210106368</c:v>
                </c:pt>
                <c:pt idx="1">
                  <c:v>0.0795850067</c:v>
                </c:pt>
                <c:pt idx="2">
                  <c:v>0.06638933154</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050">
                    <a:solidFill>
                      <a:srgbClr val="333333"/>
                    </a:solidFill>
                    <a:latin typeface="Arial"/>
                    <a:ea typeface="Arial"/>
                    <a:cs typeface="Arial"/>
                  </a:rPr>
                  <a:t>Probe strategy</a:t>
                </a:r>
              </a:p>
            </c:rich>
          </c:tx>
          <c:overlay val="0"/>
          <c:txPr>
            <a:bodyPr xmlns:a="http://schemas.openxmlformats.org/drawingml/2006/main" anchorCtr="1"/>
            <a:lstStyle xmlns:a="http://schemas.openxmlformats.org/drawingml/2006/main"/>
            <a:p xmlns:a="http://schemas.openxmlformats.org/drawingml/2006/main">
              <a:pPr>
                <a:defRPr sz="105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900">
                <a:solidFill>
                  <a:srgbClr val="555555"/>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DDDDD"/>
              </a:solidFill>
            </a:ln>
          </c:spPr>
        </c:majorGridlines>
        <c:title>
          <c:tx>
            <c:rich>
              <a:bodyPr xmlns:a="http://schemas.openxmlformats.org/drawingml/2006/main"/>
              <a:lstStyle xmlns:a="http://schemas.openxmlformats.org/drawingml/2006/main"/>
              <a:p xmlns:a="http://schemas.openxmlformats.org/drawingml/2006/main">
                <a:r>
                  <a:rPr sz="1050">
                    <a:solidFill>
                      <a:srgbClr val="333333"/>
                    </a:solidFill>
                    <a:latin typeface="Arial"/>
                    <a:ea typeface="Arial"/>
                    <a:cs typeface="Arial"/>
                  </a:rPr>
                  <a:t>RMSE (mg/kg)</a:t>
                </a:r>
              </a:p>
            </c:rich>
          </c:tx>
          <c:overlay val="0"/>
          <c:txPr>
            <a:bodyPr xmlns:a="http://schemas.openxmlformats.org/drawingml/2006/main" anchorCtr="1"/>
            <a:lstStyle xmlns:a="http://schemas.openxmlformats.org/drawingml/2006/main"/>
            <a:p xmlns:a="http://schemas.openxmlformats.org/drawingml/2006/main">
              <a:pPr>
                <a:defRPr sz="1050">
                  <a:solidFill>
                    <a:srgbClr val="333333"/>
                  </a:solidFill>
                  <a:latin typeface="Arial"/>
                  <a:ea typeface="Arial"/>
                  <a:cs typeface="Arial"/>
                </a:defRPr>
              </a:pPr>
            </a:p>
          </c:txPr>
        </c:title>
        <c:numFmt formatCode="0.##"/>
        <c:majorTickMark val="none"/>
        <c:minorTickMark val="none"/>
        <c:spPr>
          <a:ln xmlns:a="http://schemas.openxmlformats.org/drawingml/2006/main" w="9525">
            <a:solidFill>
              <a:srgbClr val="999999"/>
            </a:solidFill>
          </a:ln>
        </c:spPr>
        <c:txPr>
          <a:bodyPr xmlns:a="http://schemas.openxmlformats.org/drawingml/2006/main" anchorCtr="1"/>
          <a:lstStyle xmlns:a="http://schemas.openxmlformats.org/drawingml/2006/main"/>
          <a:p xmlns:a="http://schemas.openxmlformats.org/drawingml/2006/main">
            <a:pPr>
              <a:defRPr sz="900">
                <a:solidFill>
                  <a:srgbClr val="555555"/>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222222"/>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6" name="Google Shape;86;p13">
            <a:extLst xmlns:a="http://schemas.openxmlformats.org/drawingml/2006/main">
              <a:ext uri="{FF2B5EF4-FFF2-40B4-BE49-F238E27FC236}">
                <a16:creationId xmlns:a16="http://schemas.microsoft.com/office/drawing/2014/main" id="{74999A71-06B1-495A-8F8D-6BC4528FEE15}"/>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spcBef>
                <a:spcPts val="0"/>
              </a:spcBef>
              <a:spcAft>
                <a:spcPts val="0"/>
              </a:spcAft>
              <a:buNone/>
            </a:pPr>
            <a:r>
              <a:rPr sz="3400" b="1">
                <a:solidFill>
                  <a:schemeClr val="dk1"/>
                </a:solidFill>
              </a:rPr>
              <a:t/>
            </a:r>
            <a:endParaRPr sz="3600" b="1">
              <a:solidFill>
                <a:schemeClr val="dk1"/>
              </a:solidFill>
            </a:endParaRPr>
          </a:p>
        </p:txBody>
      </p:sp>
      <p:sp>
        <p:nvSpPr>
          <p:cNvPr id="87" name="Google Shape;87;p13">
            <a:extLst xmlns:a="http://schemas.openxmlformats.org/drawingml/2006/main">
              <a:ext uri="{FF2B5EF4-FFF2-40B4-BE49-F238E27FC236}">
                <a16:creationId xmlns:a16="http://schemas.microsoft.com/office/drawing/2014/main" id="{F57F4A55-0976-4B12-8984-C52E05215FB1}"/>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spcBef>
                <a:spcPts val="400"/>
              </a:spcBef>
              <a:spcAft>
                <a:spcPts val="0"/>
              </a:spcAft>
              <a:buNone/>
            </a:pPr>
            <a:r>
              <a:rPr sz="2000">
                <a:solidFill>
                  <a:srgbClr val="B7B7B7"/>
                </a:solidFill>
              </a:rPr>
              <a:t/>
            </a:r>
            <a:endParaRPr sz="2000">
              <a:solidFill>
                <a:srgbClr val="B7B7B7"/>
              </a:solidFill>
            </a:endParaRPr>
          </a:p>
        </p:txBody>
      </p:sp>
      <p:sp>
        <p:nvSpPr>
          <p:cNvPr id="88" name="Google Shape;88;p13">
            <a:extLst xmlns:a="http://schemas.openxmlformats.org/drawingml/2006/main">
              <a:ext uri="{FF2B5EF4-FFF2-40B4-BE49-F238E27FC236}">
                <a16:creationId xmlns:a16="http://schemas.microsoft.com/office/drawing/2014/main" id="{08428025-BCDD-42C8-911D-23B5217B3861}"/>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spcBef>
                <a:spcPts val="400"/>
              </a:spcBef>
              <a:spcAft>
                <a:spcPts val="0"/>
              </a:spcAft>
              <a:buNone/>
            </a:pPr>
            <a:r>
              <a:rPr sz="2000">
                <a:solidFill>
                  <a:srgbClr val="B7B7B7"/>
                </a:solidFill>
              </a:rPr>
              <a:t/>
            </a:r>
            <a:endParaRPr sz="2000">
              <a:solidFill>
                <a:srgbClr val="B7B7B7"/>
              </a:solidFill>
            </a:endParaRPr>
          </a:p>
        </p:txBody>
      </p:sp>
      <p:sp>
        <p:nvSpPr>
          <p:cNvPr id="89" name="Google Shape;89;p13">
            <a:extLst xmlns:a="http://schemas.openxmlformats.org/drawingml/2006/main">
              <a:ext uri="{FF2B5EF4-FFF2-40B4-BE49-F238E27FC236}">
                <a16:creationId xmlns:a16="http://schemas.microsoft.com/office/drawing/2014/main" id="{CB322E64-53CF-483E-8DBE-FA71B30224F9}"/>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spcBef>
                <a:spcPts val="0"/>
              </a:spcBef>
              <a:spcAft>
                <a:spcPts val="0"/>
              </a:spcAft>
              <a:buNone/>
            </a:pPr>
            <a:r>
              <a:rPr>
                <a:solidFill>
                  <a:srgbClr val="B7B7B7"/>
                </a:solidFill>
              </a:rPr>
              <a:t/>
            </a:r>
            <a:endParaRPr>
              <a:solidFill>
                <a:srgbClr val="B7B7B7"/>
              </a:solidFill>
            </a:endParaRPr>
          </a:p>
        </p:txBody>
      </p:sp>
      <p:sp>
        <p:nvSpPr>
          <p:cNvPr id="90" name="Google Shape;90;p13">
            <a:extLst xmlns:a="http://schemas.openxmlformats.org/drawingml/2006/main">
              <a:ext uri="{FF2B5EF4-FFF2-40B4-BE49-F238E27FC236}">
                <a16:creationId xmlns:a16="http://schemas.microsoft.com/office/drawing/2014/main" id="{F96C7DFA-C0F2-4042-8D74-1D6DECB16FA4}"/>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spcBef>
                <a:spcPts val="0"/>
              </a:spcBef>
              <a:spcAft>
                <a:spcPts val="0"/>
              </a:spcAft>
              <a:buNone/>
            </a:pPr>
            <a:r>
              <a:rPr sz="3600" b="1">
                <a:solidFill>
                  <a:schemeClr val="dk1"/>
                </a:solidFill>
              </a:rPr>
              <a:t/>
            </a:r>
            <a:endParaRPr sz="3600" b="1">
              <a:solidFill>
                <a:schemeClr val="dk1"/>
              </a:solidFill>
            </a:endParaRPr>
          </a:p>
        </p:txBody>
      </p:sp>
      <p:sp>
        <p:nvSpPr>
          <p:cNvPr id="91" name="Water-quality changes across sampling taps">
            <a:extLst xmlns:a="http://schemas.openxmlformats.org/drawingml/2006/main">
              <a:ext uri="{FF2B5EF4-FFF2-40B4-BE49-F238E27FC236}">
                <a16:creationId xmlns:a16="http://schemas.microsoft.com/office/drawing/2014/main" id="{62C82F01-CC37-4593-B081-CAC1FFF2C8ED}"/>
              </a:ext>
            </a:extLst>
          </p:cNvPr>
          <p:cNvSpPr>
            <a:spLocks xmlns:a="http://schemas.openxmlformats.org/drawingml/2006/main" noGrp="1"/>
          </p:cNvSpPr>
          <p:nvPr/>
        </p:nvSpPr>
        <p:spPr>
          <a:xfrm xmlns:a="http://schemas.openxmlformats.org/drawingml/2006/main">
            <a:off x="609600" y="638175"/>
            <a:ext cx="7867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00000"/>
                </a:solidFill>
                <a:latin typeface="Arial"/>
                <a:ea typeface="Arial"/>
                <a:cs typeface="Arial"/>
              </a:defRPr>
            </a:pPr>
            <a:r>
              <a:rPr sz="2700" b="1">
                <a:solidFill>
                  <a:srgbClr val="000000"/>
                </a:solidFill>
                <a:latin typeface="Arial"/>
                <a:ea typeface="Arial"/>
                <a:cs typeface="Arial"/>
              </a:rPr>
              <a:t>Water-quality changes across sampling taps</a:t>
            </a:r>
          </a:p>
        </p:txBody>
      </p:sp>
      <p:sp>
        <p:nvSpPr>
          <p:cNvPr id="92" name="Team 7 • Ideation • SDG 6: Clean Water and Sa">
            <a:extLst xmlns:a="http://schemas.openxmlformats.org/drawingml/2006/main">
              <a:ext uri="{FF2B5EF4-FFF2-40B4-BE49-F238E27FC236}">
                <a16:creationId xmlns:a16="http://schemas.microsoft.com/office/drawing/2014/main" id="{BB654272-E80C-483E-BA81-F5A0458CBF5C}"/>
              </a:ext>
            </a:extLst>
          </p:cNvPr>
          <p:cNvSpPr>
            <a:spLocks xmlns:a="http://schemas.openxmlformats.org/drawingml/2006/main" noGrp="1"/>
          </p:cNvSpPr>
          <p:nvPr/>
        </p:nvSpPr>
        <p:spPr>
          <a:xfrm xmlns:a="http://schemas.openxmlformats.org/drawingml/2006/main">
            <a:off x="609600" y="1171575"/>
            <a:ext cx="78676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65656"/>
                </a:solidFill>
                <a:latin typeface="Arial"/>
                <a:ea typeface="Arial"/>
                <a:cs typeface="Arial"/>
              </a:defRPr>
            </a:pPr>
            <a:r>
              <a:rPr sz="1575" b="0">
                <a:solidFill>
                  <a:srgbClr val="565656"/>
                </a:solidFill>
                <a:latin typeface="Arial"/>
                <a:ea typeface="Arial"/>
                <a:cs typeface="Arial"/>
              </a:rPr>
              <a:t>Team 7 • Ideation • SDG 6: Clean Water and Sanitation</a:t>
            </a:r>
          </a:p>
        </p:txBody>
      </p:sp>
      <p:sp>
        <p:nvSpPr>
          <p:cNvPr id="93" name="Problem: small water-quality changes can be h">
            <a:extLst xmlns:a="http://schemas.openxmlformats.org/drawingml/2006/main">
              <a:ext uri="{FF2B5EF4-FFF2-40B4-BE49-F238E27FC236}">
                <a16:creationId xmlns:a16="http://schemas.microsoft.com/office/drawing/2014/main" id="{1985955A-B4E2-4259-8C20-8B0192EADFD5}"/>
              </a:ext>
            </a:extLst>
          </p:cNvPr>
          <p:cNvSpPr>
            <a:spLocks xmlns:a="http://schemas.openxmlformats.org/drawingml/2006/main" noGrp="1"/>
          </p:cNvSpPr>
          <p:nvPr/>
        </p:nvSpPr>
        <p:spPr>
          <a:xfrm xmlns:a="http://schemas.openxmlformats.org/drawingml/2006/main">
            <a:off x="628650" y="18669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Problem: small water-quality changes can be hard to resolve across multiple taps.</a:t>
            </a:r>
          </a:p>
        </p:txBody>
      </p:sp>
      <p:sp>
        <p:nvSpPr>
          <p:cNvPr id="94" name="User: a treatment or reuse operator deciding ">
            <a:extLst xmlns:a="http://schemas.openxmlformats.org/drawingml/2006/main">
              <a:ext uri="{FF2B5EF4-FFF2-40B4-BE49-F238E27FC236}">
                <a16:creationId xmlns:a16="http://schemas.microsoft.com/office/drawing/2014/main" id="{A072A4F0-BF58-46E6-9700-0F53D1B452C4}"/>
              </a:ext>
            </a:extLst>
          </p:cNvPr>
          <p:cNvSpPr>
            <a:spLocks xmlns:a="http://schemas.openxmlformats.org/drawingml/2006/main" noGrp="1"/>
          </p:cNvSpPr>
          <p:nvPr/>
        </p:nvSpPr>
        <p:spPr>
          <a:xfrm xmlns:a="http://schemas.openxmlformats.org/drawingml/2006/main">
            <a:off x="628650" y="2562225"/>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User: a treatment or reuse operator deciding when to investigate a change.</a:t>
            </a:r>
          </a:p>
        </p:txBody>
      </p:sp>
      <p:sp>
        <p:nvSpPr>
          <p:cNvPr id="95" name="SDG 6.3: improve water-quality monitoring and">
            <a:extLst xmlns:a="http://schemas.openxmlformats.org/drawingml/2006/main">
              <a:ext uri="{FF2B5EF4-FFF2-40B4-BE49-F238E27FC236}">
                <a16:creationId xmlns:a16="http://schemas.microsoft.com/office/drawing/2014/main" id="{89EDAAC7-FA76-48A5-BF89-B46DF9FB5392}"/>
              </a:ext>
            </a:extLst>
          </p:cNvPr>
          <p:cNvSpPr>
            <a:spLocks xmlns:a="http://schemas.openxmlformats.org/drawingml/2006/main" noGrp="1"/>
          </p:cNvSpPr>
          <p:nvPr/>
        </p:nvSpPr>
        <p:spPr>
          <a:xfrm xmlns:a="http://schemas.openxmlformats.org/drawingml/2006/main">
            <a:off x="628650" y="325755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SDG 6.3: improve water-quality monitoring and support safer reuse decisions.</a:t>
            </a:r>
          </a:p>
        </p:txBody>
      </p:sp>
      <p:sp>
        <p:nvSpPr>
          <p:cNvPr id="96" name="SDG 6.4: potential water-efficiency benefit; ">
            <a:extLst xmlns:a="http://schemas.openxmlformats.org/drawingml/2006/main">
              <a:ext uri="{FF2B5EF4-FFF2-40B4-BE49-F238E27FC236}">
                <a16:creationId xmlns:a16="http://schemas.microsoft.com/office/drawing/2014/main" id="{7B066EEF-AD73-4616-A023-7FACA175ED77}"/>
              </a:ext>
            </a:extLst>
          </p:cNvPr>
          <p:cNvSpPr>
            <a:spLocks xmlns:a="http://schemas.openxmlformats.org/drawingml/2006/main" noGrp="1"/>
          </p:cNvSpPr>
          <p:nvPr/>
        </p:nvSpPr>
        <p:spPr>
          <a:xfrm xmlns:a="http://schemas.openxmlformats.org/drawingml/2006/main">
            <a:off x="628650" y="3952875"/>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55555"/>
                </a:solidFill>
                <a:latin typeface="Arial"/>
                <a:ea typeface="Arial"/>
                <a:cs typeface="Arial"/>
              </a:defRPr>
            </a:pPr>
            <a:r>
              <a:rPr sz="1800" b="0">
                <a:solidFill>
                  <a:srgbClr val="555555"/>
                </a:solidFill>
                <a:latin typeface="Arial"/>
                <a:ea typeface="Arial"/>
                <a:cs typeface="Arial"/>
              </a:rPr>
              <a:t>SDG 6.4: potential water-efficiency benefit; water saved is not yet measured.</a:t>
            </a:r>
          </a:p>
        </p:txBody>
      </p:sp>
      <p:sp>
        <p:nvSpPr>
          <p:cNvPr id="97" name="TEAM 7  •  IDEATION / SIMULATION">
            <a:extLst xmlns:a="http://schemas.openxmlformats.org/drawingml/2006/main">
              <a:ext uri="{FF2B5EF4-FFF2-40B4-BE49-F238E27FC236}">
                <a16:creationId xmlns:a16="http://schemas.microsoft.com/office/drawing/2014/main" id="{ACB795EB-8389-4A7B-AB0D-C5531FF69A18}"/>
              </a:ext>
            </a:extLst>
          </p:cNvPr>
          <p:cNvSpPr>
            <a:spLocks xmlns:a="http://schemas.openxmlformats.org/drawingml/2006/main" noGrp="1"/>
          </p:cNvSpPr>
          <p:nvPr/>
        </p:nvSpPr>
        <p:spPr>
          <a:xfrm xmlns:a="http://schemas.openxmlformats.org/drawingml/2006/main">
            <a:off x="609600" y="4876800"/>
            <a:ext cx="7048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6666"/>
                </a:solidFill>
                <a:latin typeface="Arial"/>
                <a:ea typeface="Arial"/>
                <a:cs typeface="Arial"/>
              </a:defRPr>
            </a:pPr>
            <a:r>
              <a:rPr sz="825" b="0">
                <a:solidFill>
                  <a:srgbClr val="666666"/>
                </a:solidFill>
                <a:latin typeface="Arial"/>
                <a:ea typeface="Arial"/>
                <a:cs typeface="Arial"/>
              </a:rPr>
              <a:t>TEAM 7  •  IDEATION / SIMULATION</a:t>
            </a:r>
          </a:p>
        </p:txBody>
      </p:sp>
      <p:sp>
        <p:nvSpPr>
          <p:cNvPr id="98" name="1 / 5">
            <a:extLst xmlns:a="http://schemas.openxmlformats.org/drawingml/2006/main">
              <a:ext uri="{FF2B5EF4-FFF2-40B4-BE49-F238E27FC236}">
                <a16:creationId xmlns:a16="http://schemas.microsoft.com/office/drawing/2014/main" id="{8C1949A1-9A4F-45A5-AA09-D55923D06886}"/>
              </a:ext>
            </a:extLst>
          </p:cNvPr>
          <p:cNvSpPr>
            <a:spLocks xmlns:a="http://schemas.openxmlformats.org/drawingml/2006/main" noGrp="1"/>
          </p:cNvSpPr>
          <p:nvPr/>
        </p:nvSpPr>
        <p:spPr>
          <a:xfrm xmlns:a="http://schemas.openxmlformats.org/drawingml/2006/main">
            <a:off x="8058150" y="4876800"/>
            <a:ext cx="571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6666"/>
                </a:solidFill>
                <a:latin typeface="Arial"/>
                <a:ea typeface="Arial"/>
                <a:cs typeface="Arial"/>
              </a:defRPr>
            </a:pPr>
            <a:r>
              <a:rPr sz="825" b="0">
                <a:solidFill>
                  <a:srgbClr val="666666"/>
                </a:solidFill>
                <a:latin typeface="Arial"/>
                <a:ea typeface="Arial"/>
                <a:cs typeface="Arial"/>
              </a:rPr>
              <a:t>1 / 5</a:t>
            </a:r>
          </a:p>
        </p:txBody>
      </p:sp>
    </p:spTree>
    <p:extLst>
      <p:ext uri="{BB962C8B-B14F-4D97-AF65-F5344CB8AC3E}">
        <p14:creationId xmlns:p14="http://schemas.microsoft.com/office/powerpoint/2010/main" val="152951279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5" name="Google Shape;95;p14">
            <a:extLst xmlns:a="http://schemas.openxmlformats.org/drawingml/2006/main">
              <a:ext uri="{FF2B5EF4-FFF2-40B4-BE49-F238E27FC236}">
                <a16:creationId xmlns:a16="http://schemas.microsoft.com/office/drawing/2014/main" id="{B3F6EA0A-BB7F-41CB-BF8B-42D117F72BF6}"/>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lvl="0" indent="0" algn="ctr">
              <a:lnSpc>
                <a:spcPct val="115000"/>
              </a:lnSpc>
              <a:spcBef>
                <a:spcPts val="0"/>
              </a:spcBef>
              <a:spcAft>
                <a:spcPts val="0"/>
              </a:spcAft>
              <a:buClr>
                <a:schemeClr val="dk1"/>
              </a:buClr>
              <a:buSzPts val="1800"/>
              <a:buFont typeface="Arial"/>
              <a:buNone/>
            </a:pPr>
            <a:r>
              <a:rPr sz="3600" b="1">
                <a:solidFill>
                  <a:schemeClr val="dk1"/>
                </a:solidFill>
              </a:rPr>
              <a:t/>
            </a:r>
            <a:endParaRPr sz="3600" b="1"/>
          </a:p>
        </p:txBody>
      </p:sp>
      <p:sp>
        <p:nvSpPr>
          <p:cNvPr id="96" name="Google Shape;96;p14">
            <a:extLst xmlns:a="http://schemas.openxmlformats.org/drawingml/2006/main">
              <a:ext uri="{FF2B5EF4-FFF2-40B4-BE49-F238E27FC236}">
                <a16:creationId xmlns:a16="http://schemas.microsoft.com/office/drawing/2014/main" id="{7ACF8FCF-3D39-4F5D-AC52-E809DB632251}"/>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lvl="0" indent="0" algn="ctr">
              <a:spcBef>
                <a:spcPts val="0"/>
              </a:spcBef>
              <a:spcAft>
                <a:spcPts val="0"/>
              </a:spcAft>
              <a:buClr>
                <a:schemeClr val="dk1"/>
              </a:buClr>
              <a:buFont typeface="Arial"/>
              <a:buNone/>
            </a:pPr>
            <a:r>
              <a:rPr sz="3600" b="1">
                <a:solidFill>
                  <a:schemeClr val="dk1"/>
                </a:solidFill>
              </a:rPr>
              <a:t/>
            </a:r>
            <a:endParaRPr sz="3600" b="1">
              <a:solidFill>
                <a:schemeClr val="dk1"/>
              </a:solidFill>
            </a:endParaRPr>
          </a:p>
        </p:txBody>
      </p:sp>
      <p:sp>
        <p:nvSpPr>
          <p:cNvPr id="97" name="Google Shape;97;p14">
            <a:extLst xmlns:a="http://schemas.openxmlformats.org/drawingml/2006/main">
              <a:ext uri="{FF2B5EF4-FFF2-40B4-BE49-F238E27FC236}">
                <a16:creationId xmlns:a16="http://schemas.microsoft.com/office/drawing/2014/main" id="{13279EFC-A57D-4C1B-8617-0C10CEBD2E68}"/>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000000"/>
              </a:buClr>
              <a:buFont typeface="Arial"/>
              <a:buNone/>
            </a:pPr>
            <a:r>
              <a:rPr sz="1600" b="1"/>
              <a:t/>
            </a:r>
            <a:endParaRPr sz="1600" b="1"/>
          </a:p>
        </p:txBody>
      </p:sp>
      <p:sp>
        <p:nvSpPr>
          <p:cNvPr id="98" name="Google Shape;98;p14">
            <a:extLst xmlns:a="http://schemas.openxmlformats.org/drawingml/2006/main">
              <a:ext uri="{FF2B5EF4-FFF2-40B4-BE49-F238E27FC236}">
                <a16:creationId xmlns:a16="http://schemas.microsoft.com/office/drawing/2014/main" id="{C8B67BC2-CE36-4EA4-9A0D-2A3D112D81B6}"/>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000000"/>
              </a:buClr>
              <a:buFont typeface="Arial"/>
              <a:buNone/>
            </a:pPr>
            <a:r>
              <a:rPr sz="3600" b="1" i="0" u="none" cap="none">
                <a:solidFill>
                  <a:srgbClr val="000000"/>
                </a:solidFill>
                <a:latin typeface="Arial"/>
                <a:ea typeface="Arial"/>
                <a:cs typeface="Arial"/>
              </a:rPr>
              <a:t/>
            </a:r>
            <a:endParaRPr sz="3600" b="1"/>
          </a:p>
        </p:txBody>
      </p:sp>
      <p:sp>
        <p:nvSpPr>
          <p:cNvPr id="99" name="Proposed solution: correlated optical sensing">
            <a:extLst xmlns:a="http://schemas.openxmlformats.org/drawingml/2006/main">
              <a:ext uri="{FF2B5EF4-FFF2-40B4-BE49-F238E27FC236}">
                <a16:creationId xmlns:a16="http://schemas.microsoft.com/office/drawing/2014/main" id="{7F113740-739E-4227-B5E8-17E074EF686C}"/>
              </a:ext>
            </a:extLst>
          </p:cNvPr>
          <p:cNvSpPr>
            <a:spLocks xmlns:a="http://schemas.openxmlformats.org/drawingml/2006/main" noGrp="1"/>
          </p:cNvSpPr>
          <p:nvPr/>
        </p:nvSpPr>
        <p:spPr>
          <a:xfrm xmlns:a="http://schemas.openxmlformats.org/drawingml/2006/main">
            <a:off x="609600" y="638175"/>
            <a:ext cx="7867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00000"/>
                </a:solidFill>
                <a:latin typeface="Arial"/>
                <a:ea typeface="Arial"/>
                <a:cs typeface="Arial"/>
              </a:defRPr>
            </a:pPr>
            <a:r>
              <a:rPr sz="2700" b="1">
                <a:solidFill>
                  <a:srgbClr val="000000"/>
                </a:solidFill>
                <a:latin typeface="Arial"/>
                <a:ea typeface="Arial"/>
                <a:cs typeface="Arial"/>
              </a:rPr>
              <a:t>Proposed solution: correlated optical sensing</a:t>
            </a:r>
          </a:p>
        </p:txBody>
      </p:sp>
      <p:sp>
        <p:nvSpPr>
          <p:cNvPr id="100" name="Squeezed light → water taps → homodyne readou">
            <a:extLst xmlns:a="http://schemas.openxmlformats.org/drawingml/2006/main">
              <a:ext uri="{FF2B5EF4-FFF2-40B4-BE49-F238E27FC236}">
                <a16:creationId xmlns:a16="http://schemas.microsoft.com/office/drawing/2014/main" id="{D9DDDF39-FB18-44AA-8534-C23B225DADEE}"/>
              </a:ext>
            </a:extLst>
          </p:cNvPr>
          <p:cNvSpPr>
            <a:spLocks xmlns:a="http://schemas.openxmlformats.org/drawingml/2006/main" noGrp="1"/>
          </p:cNvSpPr>
          <p:nvPr/>
        </p:nvSpPr>
        <p:spPr>
          <a:xfrm xmlns:a="http://schemas.openxmlformats.org/drawingml/2006/main">
            <a:off x="609600" y="1171575"/>
            <a:ext cx="78676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65656"/>
                </a:solidFill>
                <a:latin typeface="Arial"/>
                <a:ea typeface="Arial"/>
                <a:cs typeface="Arial"/>
              </a:defRPr>
            </a:pPr>
            <a:r>
              <a:rPr sz="1575" b="0">
                <a:solidFill>
                  <a:srgbClr val="565656"/>
                </a:solidFill>
                <a:latin typeface="Arial"/>
                <a:ea typeface="Arial"/>
                <a:cs typeface="Arial"/>
              </a:rPr>
              <a:t>Squeezed light → water taps → homodyne readout → mean-change estimate</a:t>
            </a:r>
          </a:p>
        </p:txBody>
      </p:sp>
      <p:sp>
        <p:nvSpPr>
          <p:cNvPr id="101" name="Measure dissolved-salt changes through refrac">
            <a:extLst xmlns:a="http://schemas.openxmlformats.org/drawingml/2006/main">
              <a:ext uri="{FF2B5EF4-FFF2-40B4-BE49-F238E27FC236}">
                <a16:creationId xmlns:a16="http://schemas.microsoft.com/office/drawing/2014/main" id="{F78894CB-CC1A-4BE7-876F-C669F07308BF}"/>
              </a:ext>
            </a:extLst>
          </p:cNvPr>
          <p:cNvSpPr>
            <a:spLocks xmlns:a="http://schemas.openxmlformats.org/drawingml/2006/main" noGrp="1"/>
          </p:cNvSpPr>
          <p:nvPr/>
        </p:nvSpPr>
        <p:spPr>
          <a:xfrm xmlns:a="http://schemas.openxmlformats.org/drawingml/2006/main">
            <a:off x="628650" y="18669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Measure dissolved-salt changes through refractive index at 1550 nm.</a:t>
            </a:r>
          </a:p>
        </p:txBody>
      </p:sp>
      <p:sp>
        <p:nvSpPr>
          <p:cNvPr id="102" name="Distribute one squeezed mode: correlated nois">
            <a:extLst xmlns:a="http://schemas.openxmlformats.org/drawingml/2006/main">
              <a:ext uri="{FF2B5EF4-FFF2-40B4-BE49-F238E27FC236}">
                <a16:creationId xmlns:a16="http://schemas.microsoft.com/office/drawing/2014/main" id="{A73461E0-8CD2-4C00-9E7A-1692E5F2F3B9}"/>
              </a:ext>
            </a:extLst>
          </p:cNvPr>
          <p:cNvSpPr>
            <a:spLocks xmlns:a="http://schemas.openxmlformats.org/drawingml/2006/main" noGrp="1"/>
          </p:cNvSpPr>
          <p:nvPr/>
        </p:nvSpPr>
        <p:spPr>
          <a:xfrm xmlns:a="http://schemas.openxmlformats.org/drawingml/2006/main">
            <a:off x="628650" y="2562225"/>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Distribute one squeezed mode: correlated noise cancels partly in the mean.</a:t>
            </a:r>
          </a:p>
        </p:txBody>
      </p:sp>
      <p:sp>
        <p:nvSpPr>
          <p:cNvPr id="103" name="Estimate q̂ = Σ yᵢ / M with a classical Gauss">
            <a:extLst xmlns:a="http://schemas.openxmlformats.org/drawingml/2006/main">
              <a:ext uri="{FF2B5EF4-FFF2-40B4-BE49-F238E27FC236}">
                <a16:creationId xmlns:a16="http://schemas.microsoft.com/office/drawing/2014/main" id="{DA895DF9-1E73-4C48-84CA-42EBFDBF8092}"/>
              </a:ext>
            </a:extLst>
          </p:cNvPr>
          <p:cNvSpPr>
            <a:spLocks xmlns:a="http://schemas.openxmlformats.org/drawingml/2006/main" noGrp="1"/>
          </p:cNvSpPr>
          <p:nvPr/>
        </p:nvSpPr>
        <p:spPr>
          <a:xfrm xmlns:a="http://schemas.openxmlformats.org/drawingml/2006/main">
            <a:off x="628650" y="325755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Estimate q̂ = Σ yᵢ / M with a classical Gaussian model and linear estimator.</a:t>
            </a:r>
          </a:p>
        </p:txBody>
      </p:sp>
      <p:sp>
        <p:nvSpPr>
          <p:cNvPr id="104" name="Quantum sensing advantage is proposed; no qua">
            <a:extLst xmlns:a="http://schemas.openxmlformats.org/drawingml/2006/main">
              <a:ext uri="{FF2B5EF4-FFF2-40B4-BE49-F238E27FC236}">
                <a16:creationId xmlns:a16="http://schemas.microsoft.com/office/drawing/2014/main" id="{0BF16210-5993-4847-99F9-173E810E0FFE}"/>
              </a:ext>
            </a:extLst>
          </p:cNvPr>
          <p:cNvSpPr>
            <a:spLocks xmlns:a="http://schemas.openxmlformats.org/drawingml/2006/main" noGrp="1"/>
          </p:cNvSpPr>
          <p:nvPr/>
        </p:nvSpPr>
        <p:spPr>
          <a:xfrm xmlns:a="http://schemas.openxmlformats.org/drawingml/2006/main">
            <a:off x="628650" y="3952875"/>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55555"/>
                </a:solidFill>
                <a:latin typeface="Arial"/>
                <a:ea typeface="Arial"/>
                <a:cs typeface="Arial"/>
              </a:defRPr>
            </a:pPr>
            <a:r>
              <a:rPr sz="1800" b="0">
                <a:solidFill>
                  <a:srgbClr val="555555"/>
                </a:solidFill>
                <a:latin typeface="Arial"/>
                <a:ea typeface="Arial"/>
                <a:cs typeface="Arial"/>
              </a:rPr>
              <a:t>Quantum sensing advantage is proposed; no quantum-computing speedup is claimed.</a:t>
            </a:r>
          </a:p>
        </p:txBody>
      </p:sp>
      <p:sp>
        <p:nvSpPr>
          <p:cNvPr id="105" name="TEAM 7  •  IDEATION / SIMULATION">
            <a:extLst xmlns:a="http://schemas.openxmlformats.org/drawingml/2006/main">
              <a:ext uri="{FF2B5EF4-FFF2-40B4-BE49-F238E27FC236}">
                <a16:creationId xmlns:a16="http://schemas.microsoft.com/office/drawing/2014/main" id="{670E8A52-B529-45B9-95D9-8A97951BCE6A}"/>
              </a:ext>
            </a:extLst>
          </p:cNvPr>
          <p:cNvSpPr>
            <a:spLocks xmlns:a="http://schemas.openxmlformats.org/drawingml/2006/main" noGrp="1"/>
          </p:cNvSpPr>
          <p:nvPr/>
        </p:nvSpPr>
        <p:spPr>
          <a:xfrm xmlns:a="http://schemas.openxmlformats.org/drawingml/2006/main">
            <a:off x="609600" y="4876800"/>
            <a:ext cx="7048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6666"/>
                </a:solidFill>
                <a:latin typeface="Arial"/>
                <a:ea typeface="Arial"/>
                <a:cs typeface="Arial"/>
              </a:defRPr>
            </a:pPr>
            <a:r>
              <a:rPr sz="825" b="0">
                <a:solidFill>
                  <a:srgbClr val="666666"/>
                </a:solidFill>
                <a:latin typeface="Arial"/>
                <a:ea typeface="Arial"/>
                <a:cs typeface="Arial"/>
              </a:rPr>
              <a:t>TEAM 7  •  IDEATION / SIMULATION</a:t>
            </a:r>
          </a:p>
        </p:txBody>
      </p:sp>
      <p:sp>
        <p:nvSpPr>
          <p:cNvPr id="106" name="2 / 5">
            <a:extLst xmlns:a="http://schemas.openxmlformats.org/drawingml/2006/main">
              <a:ext uri="{FF2B5EF4-FFF2-40B4-BE49-F238E27FC236}">
                <a16:creationId xmlns:a16="http://schemas.microsoft.com/office/drawing/2014/main" id="{C44D4385-D4AA-4952-A6C5-A466F6EE6299}"/>
              </a:ext>
            </a:extLst>
          </p:cNvPr>
          <p:cNvSpPr>
            <a:spLocks xmlns:a="http://schemas.openxmlformats.org/drawingml/2006/main" noGrp="1"/>
          </p:cNvSpPr>
          <p:nvPr/>
        </p:nvSpPr>
        <p:spPr>
          <a:xfrm xmlns:a="http://schemas.openxmlformats.org/drawingml/2006/main">
            <a:off x="8058150" y="4876800"/>
            <a:ext cx="571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6666"/>
                </a:solidFill>
                <a:latin typeface="Arial"/>
                <a:ea typeface="Arial"/>
                <a:cs typeface="Arial"/>
              </a:defRPr>
            </a:pPr>
            <a:r>
              <a:rPr sz="825" b="0">
                <a:solidFill>
                  <a:srgbClr val="666666"/>
                </a:solidFill>
                <a:latin typeface="Arial"/>
                <a:ea typeface="Arial"/>
                <a:cs typeface="Arial"/>
              </a:rPr>
              <a:t>2 / 5</a:t>
            </a:r>
          </a:p>
        </p:txBody>
      </p:sp>
    </p:spTree>
    <p:extLst>
      <p:ext uri="{BB962C8B-B14F-4D97-AF65-F5344CB8AC3E}">
        <p14:creationId xmlns:p14="http://schemas.microsoft.com/office/powerpoint/2010/main" val="80153731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3" name="Google Shape;103;p15">
            <a:extLst xmlns:a="http://schemas.openxmlformats.org/drawingml/2006/main">
              <a:ext uri="{FF2B5EF4-FFF2-40B4-BE49-F238E27FC236}">
                <a16:creationId xmlns:a16="http://schemas.microsoft.com/office/drawing/2014/main" id="{BBE82479-812C-4197-BD8B-2F130A67B7EA}"/>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000000"/>
              </a:buClr>
              <a:buFont typeface="Arial"/>
              <a:buNone/>
            </a:pPr>
            <a:r>
              <a:rPr sz="3600" b="1"/>
              <a:t/>
            </a:r>
            <a:endParaRPr sz="1200" b="1"/>
          </a:p>
        </p:txBody>
      </p:sp>
      <p:sp>
        <p:nvSpPr>
          <p:cNvPr id="104" name="Google Shape;104;p15">
            <a:extLst xmlns:a="http://schemas.openxmlformats.org/drawingml/2006/main">
              <a:ext uri="{FF2B5EF4-FFF2-40B4-BE49-F238E27FC236}">
                <a16:creationId xmlns:a16="http://schemas.microsoft.com/office/drawing/2014/main" id="{2B8378AE-FA99-4DBC-8788-1BB7558C3274}"/>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000000"/>
              </a:buClr>
              <a:buFont typeface="Arial"/>
              <a:buNone/>
            </a:pPr>
            <a:r>
              <a:rPr sz="3600" b="1"/>
              <a:t/>
            </a:r>
            <a:endParaRPr sz="1800">
              <a:solidFill>
                <a:srgbClr val="B7B7B7"/>
              </a:solidFill>
            </a:endParaRPr>
          </a:p>
        </p:txBody>
      </p:sp>
      <p:sp>
        <p:nvSpPr>
          <p:cNvPr id="105" name="Google Shape;105;p15">
            <a:extLst xmlns:a="http://schemas.openxmlformats.org/drawingml/2006/main">
              <a:ext uri="{FF2B5EF4-FFF2-40B4-BE49-F238E27FC236}">
                <a16:creationId xmlns:a16="http://schemas.microsoft.com/office/drawing/2014/main" id="{68DD299F-E90D-40F5-9E03-4F79646B2EFE}"/>
              </a:ext>
            </a:extLst>
          </p:cNvPr>
          <p:cNvSpPr>
            <a:spLocks xmlns:a="http://schemas.openxmlformats.org/drawingml/2006/main" noGrp="1"/>
          </p:cNvSpPr>
          <p:nvPr>
            <p:ph type="ctr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ctr">
              <a:spcBef>
                <a:spcPts val="0"/>
              </a:spcBef>
              <a:spcAft>
                <a:spcPts val="0"/>
              </a:spcAft>
              <a:buClr>
                <a:srgbClr val="000000"/>
              </a:buClr>
              <a:buFont typeface="Arial"/>
              <a:buNone/>
            </a:pPr>
            <a:r>
              <a:rPr sz="3600" b="1"/>
              <a:t/>
            </a:r>
            <a:endParaRPr sz="1800" i="0" u="none" cap="none">
              <a:solidFill>
                <a:srgbClr val="B7B7B7"/>
              </a:solidFill>
            </a:endParaRPr>
          </a:p>
        </p:txBody>
      </p:sp>
      <p:sp>
        <p:nvSpPr>
          <p:cNvPr id="106" name="Simulation design and evidence">
            <a:extLst xmlns:a="http://schemas.openxmlformats.org/drawingml/2006/main">
              <a:ext uri="{FF2B5EF4-FFF2-40B4-BE49-F238E27FC236}">
                <a16:creationId xmlns:a16="http://schemas.microsoft.com/office/drawing/2014/main" id="{E40FE4CA-8EC7-4352-977F-F2217F68DD8B}"/>
              </a:ext>
            </a:extLst>
          </p:cNvPr>
          <p:cNvSpPr>
            <a:spLocks xmlns:a="http://schemas.openxmlformats.org/drawingml/2006/main" noGrp="1"/>
          </p:cNvSpPr>
          <p:nvPr/>
        </p:nvSpPr>
        <p:spPr>
          <a:xfrm xmlns:a="http://schemas.openxmlformats.org/drawingml/2006/main">
            <a:off x="609600" y="638175"/>
            <a:ext cx="7867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00000"/>
                </a:solidFill>
                <a:latin typeface="Arial"/>
                <a:ea typeface="Arial"/>
                <a:cs typeface="Arial"/>
              </a:defRPr>
            </a:pPr>
            <a:r>
              <a:rPr sz="2700" b="1">
                <a:solidFill>
                  <a:srgbClr val="000000"/>
                </a:solidFill>
                <a:latin typeface="Arial"/>
                <a:ea typeface="Arial"/>
                <a:cs typeface="Arial"/>
              </a:rPr>
              <a:t>Simulation design and evidence</a:t>
            </a:r>
          </a:p>
        </p:txBody>
      </p:sp>
      <p:sp>
        <p:nvSpPr>
          <p:cNvPr id="107" name="Continuous-variable optics • Continuous monit">
            <a:extLst xmlns:a="http://schemas.openxmlformats.org/drawingml/2006/main">
              <a:ext uri="{FF2B5EF4-FFF2-40B4-BE49-F238E27FC236}">
                <a16:creationId xmlns:a16="http://schemas.microsoft.com/office/drawing/2014/main" id="{C8D43E58-4F3C-489F-886E-B1A08F43B9DD}"/>
              </a:ext>
            </a:extLst>
          </p:cNvPr>
          <p:cNvSpPr>
            <a:spLocks xmlns:a="http://schemas.openxmlformats.org/drawingml/2006/main" noGrp="1"/>
          </p:cNvSpPr>
          <p:nvPr/>
        </p:nvSpPr>
        <p:spPr>
          <a:xfrm xmlns:a="http://schemas.openxmlformats.org/drawingml/2006/main">
            <a:off x="609600" y="1171575"/>
            <a:ext cx="78676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65656"/>
                </a:solidFill>
                <a:latin typeface="Arial"/>
                <a:ea typeface="Arial"/>
                <a:cs typeface="Arial"/>
              </a:defRPr>
            </a:pPr>
            <a:r>
              <a:rPr sz="1575" b="0">
                <a:solidFill>
                  <a:srgbClr val="565656"/>
                </a:solidFill>
                <a:latin typeface="Arial"/>
                <a:ea typeface="Arial"/>
                <a:cs typeface="Arial"/>
              </a:rPr>
              <a:t>Continuous-variable optics • Continuous monitoring • Matched probe photons</a:t>
            </a:r>
          </a:p>
        </p:txBody>
      </p:sp>
      <p:sp>
        <p:nvSpPr>
          <p:cNvPr id="108" name="Baselines: coherent light, independent squeez">
            <a:extLst xmlns:a="http://schemas.openxmlformats.org/drawingml/2006/main">
              <a:ext uri="{FF2B5EF4-FFF2-40B4-BE49-F238E27FC236}">
                <a16:creationId xmlns:a16="http://schemas.microsoft.com/office/drawing/2014/main" id="{C5CE7202-4E6C-4FBF-A88C-AE1B894D5354}"/>
              </a:ext>
            </a:extLst>
          </p:cNvPr>
          <p:cNvSpPr>
            <a:spLocks xmlns:a="http://schemas.openxmlformats.org/drawingml/2006/main" noGrp="1"/>
          </p:cNvSpPr>
          <p:nvPr/>
        </p:nvSpPr>
        <p:spPr>
          <a:xfrm xmlns:a="http://schemas.openxmlformats.org/drawingml/2006/main">
            <a:off x="628650" y="18669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Baselines: coherent light, independent squeezing and optimized classical power.</a:t>
            </a:r>
          </a:p>
        </p:txBody>
      </p:sp>
      <p:sp>
        <p:nvSpPr>
          <p:cNvPr id="109" name="Experiments: 1–64 taps; fiber loss, thermal d">
            <a:extLst xmlns:a="http://schemas.openxmlformats.org/drawingml/2006/main">
              <a:ext uri="{FF2B5EF4-FFF2-40B4-BE49-F238E27FC236}">
                <a16:creationId xmlns:a16="http://schemas.microsoft.com/office/drawing/2014/main" id="{09BB03D3-1387-449B-9979-A7D26966651D}"/>
              </a:ext>
            </a:extLst>
          </p:cNvPr>
          <p:cNvSpPr>
            <a:spLocks xmlns:a="http://schemas.openxmlformats.org/drawingml/2006/main" noGrp="1"/>
          </p:cNvSpPr>
          <p:nvPr/>
        </p:nvSpPr>
        <p:spPr>
          <a:xfrm xmlns:a="http://schemas.openxmlformats.org/drawingml/2006/main">
            <a:off x="628650" y="2562225"/>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Experiments: 1–64 taps; fiber loss, thermal drift, power and synthetic events.</a:t>
            </a:r>
          </a:p>
        </p:txBody>
      </p:sp>
      <p:sp>
        <p:nvSpPr>
          <p:cNvPr id="110" name="Published anchors: NaCl response, fiber atten">
            <a:extLst xmlns:a="http://schemas.openxmlformats.org/drawingml/2006/main">
              <a:ext uri="{FF2B5EF4-FFF2-40B4-BE49-F238E27FC236}">
                <a16:creationId xmlns:a16="http://schemas.microsoft.com/office/drawing/2014/main" id="{0A2E6A85-6225-4554-8703-39A5D8878A1F}"/>
              </a:ext>
            </a:extLst>
          </p:cNvPr>
          <p:cNvSpPr>
            <a:spLocks xmlns:a="http://schemas.openxmlformats.org/drawingml/2006/main" noGrp="1"/>
          </p:cNvSpPr>
          <p:nvPr/>
        </p:nvSpPr>
        <p:spPr>
          <a:xfrm xmlns:a="http://schemas.openxmlformats.org/drawingml/2006/main">
            <a:off x="628650" y="325755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Published anchors: NaCl response, fiber attenuation and demonstrated squeezing.</a:t>
            </a:r>
          </a:p>
        </p:txBody>
      </p:sp>
      <p:sp>
        <p:nvSpPr>
          <p:cNvPr id="111" name="Assumed pilot: 16 taps, 100 m links, 10 nW/ta">
            <a:extLst xmlns:a="http://schemas.openxmlformats.org/drawingml/2006/main">
              <a:ext uri="{FF2B5EF4-FFF2-40B4-BE49-F238E27FC236}">
                <a16:creationId xmlns:a16="http://schemas.microsoft.com/office/drawing/2014/main" id="{469B447C-00B9-466B-8924-A97B0DE19433}"/>
              </a:ext>
            </a:extLst>
          </p:cNvPr>
          <p:cNvSpPr>
            <a:spLocks xmlns:a="http://schemas.openxmlformats.org/drawingml/2006/main" noGrp="1"/>
          </p:cNvSpPr>
          <p:nvPr/>
        </p:nvSpPr>
        <p:spPr>
          <a:xfrm xmlns:a="http://schemas.openxmlformats.org/drawingml/2006/main">
            <a:off x="628650" y="3952875"/>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55555"/>
                </a:solidFill>
                <a:latin typeface="Arial"/>
                <a:ea typeface="Arial"/>
                <a:cs typeface="Arial"/>
              </a:defRPr>
            </a:pPr>
            <a:r>
              <a:rPr sz="1800" b="0">
                <a:solidFill>
                  <a:srgbClr val="555555"/>
                </a:solidFill>
                <a:latin typeface="Arial"/>
                <a:ea typeface="Arial"/>
                <a:cs typeface="Arial"/>
              </a:rPr>
              <a:t>Assumed pilot: 16 taps, 100 m links, 10 nW/tap, 1 s windows, 50 µK residual.</a:t>
            </a:r>
          </a:p>
        </p:txBody>
      </p:sp>
      <p:sp>
        <p:nvSpPr>
          <p:cNvPr id="112" name="TEAM 7  •  IDEATION / SIMULATION">
            <a:extLst xmlns:a="http://schemas.openxmlformats.org/drawingml/2006/main">
              <a:ext uri="{FF2B5EF4-FFF2-40B4-BE49-F238E27FC236}">
                <a16:creationId xmlns:a16="http://schemas.microsoft.com/office/drawing/2014/main" id="{914826F4-6D35-4241-820C-A7F9882632DF}"/>
              </a:ext>
            </a:extLst>
          </p:cNvPr>
          <p:cNvSpPr>
            <a:spLocks xmlns:a="http://schemas.openxmlformats.org/drawingml/2006/main" noGrp="1"/>
          </p:cNvSpPr>
          <p:nvPr/>
        </p:nvSpPr>
        <p:spPr>
          <a:xfrm xmlns:a="http://schemas.openxmlformats.org/drawingml/2006/main">
            <a:off x="609600" y="4876800"/>
            <a:ext cx="7048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6666"/>
                </a:solidFill>
                <a:latin typeface="Arial"/>
                <a:ea typeface="Arial"/>
                <a:cs typeface="Arial"/>
              </a:defRPr>
            </a:pPr>
            <a:r>
              <a:rPr sz="825" b="0">
                <a:solidFill>
                  <a:srgbClr val="666666"/>
                </a:solidFill>
                <a:latin typeface="Arial"/>
                <a:ea typeface="Arial"/>
                <a:cs typeface="Arial"/>
              </a:rPr>
              <a:t>TEAM 7  •  IDEATION / SIMULATION</a:t>
            </a:r>
          </a:p>
        </p:txBody>
      </p:sp>
      <p:sp>
        <p:nvSpPr>
          <p:cNvPr id="113" name="3 / 5">
            <a:extLst xmlns:a="http://schemas.openxmlformats.org/drawingml/2006/main">
              <a:ext uri="{FF2B5EF4-FFF2-40B4-BE49-F238E27FC236}">
                <a16:creationId xmlns:a16="http://schemas.microsoft.com/office/drawing/2014/main" id="{E2326610-CDA7-4DC2-BD3D-6F5F0145E2F2}"/>
              </a:ext>
            </a:extLst>
          </p:cNvPr>
          <p:cNvSpPr>
            <a:spLocks xmlns:a="http://schemas.openxmlformats.org/drawingml/2006/main" noGrp="1"/>
          </p:cNvSpPr>
          <p:nvPr/>
        </p:nvSpPr>
        <p:spPr>
          <a:xfrm xmlns:a="http://schemas.openxmlformats.org/drawingml/2006/main">
            <a:off x="8058150" y="4876800"/>
            <a:ext cx="571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6666"/>
                </a:solidFill>
                <a:latin typeface="Arial"/>
                <a:ea typeface="Arial"/>
                <a:cs typeface="Arial"/>
              </a:defRPr>
            </a:pPr>
            <a:r>
              <a:rPr sz="825" b="0">
                <a:solidFill>
                  <a:srgbClr val="666666"/>
                </a:solidFill>
                <a:latin typeface="Arial"/>
                <a:ea typeface="Arial"/>
                <a:cs typeface="Arial"/>
              </a:rPr>
              <a:t>3 / 5</a:t>
            </a:r>
          </a:p>
        </p:txBody>
      </p:sp>
    </p:spTree>
    <p:extLst>
      <p:ext uri="{BB962C8B-B14F-4D97-AF65-F5344CB8AC3E}">
        <p14:creationId xmlns:p14="http://schemas.microsoft.com/office/powerpoint/2010/main" val="58889105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0" name="Google Shape;110;p16">
            <a:extLst xmlns:a="http://schemas.openxmlformats.org/drawingml/2006/main">
              <a:ext uri="{FF2B5EF4-FFF2-40B4-BE49-F238E27FC236}">
                <a16:creationId xmlns:a16="http://schemas.microsoft.com/office/drawing/2014/main" id="{3A85FDE6-AE43-414B-A2F0-192DB1D29818}"/>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highlight>
                <a:srgbClr val="EFEFEF"/>
              </a:highlight>
            </a:endParaRPr>
          </a:p>
        </p:txBody>
      </p:sp>
      <p:sp>
        <p:nvSpPr>
          <p:cNvPr id="111" name="Google Shape;111;p16">
            <a:extLst xmlns:a="http://schemas.openxmlformats.org/drawingml/2006/main">
              <a:ext uri="{FF2B5EF4-FFF2-40B4-BE49-F238E27FC236}">
                <a16:creationId xmlns:a16="http://schemas.microsoft.com/office/drawing/2014/main" id="{2CE5DFFB-606B-4416-96F1-D8C49865A8C1}"/>
              </a:ext>
            </a:extLst>
          </p:cNvPr>
          <p:cNvSpPr>
            <a:spLocks xmlns:a="http://schemas.openxmlformats.org/drawingml/2006/main" noGrp="1"/>
          </p:cNvSpPr>
          <p:nvPr>
            <p:ph type="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rPr sz="3600" b="1"/>
              <a:t/>
            </a:r>
            <a:endParaRPr sz="3600" b="1"/>
          </a:p>
        </p:txBody>
      </p:sp>
      <p:sp>
        <p:nvSpPr>
          <p:cNvPr id="112" name="Google Shape;112;p16">
            <a:extLst xmlns:a="http://schemas.openxmlformats.org/drawingml/2006/main">
              <a:ext uri="{FF2B5EF4-FFF2-40B4-BE49-F238E27FC236}">
                <a16:creationId xmlns:a16="http://schemas.microsoft.com/office/drawing/2014/main" id="{0ED6DF78-2EAA-495A-9A7D-706EC268CA2F}"/>
              </a:ext>
            </a:extLst>
          </p:cNvPr>
          <p:cNvSpPr>
            <a:spLocks xmlns:a="http://schemas.openxmlformats.org/drawingml/2006/main" noGrp="1"/>
          </p:cNvSpPr>
          <p:nvPr>
            <p:ph type="body" idx="1"/>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640"/>
              </a:spcBef>
              <a:spcAft>
                <a:spcPts val="0"/>
              </a:spcAft>
              <a:buNone/>
            </a:pPr>
            <a:r>
              <a:rPr sz="1000" b="1"/>
              <a:t/>
            </a:r>
            <a:endParaRPr sz="1000" b="1"/>
          </a:p>
        </p:txBody>
      </p:sp>
      <p:sp>
        <p:nvSpPr>
          <p:cNvPr id="113" name="Current result: 28% lower modeled error">
            <a:extLst xmlns:a="http://schemas.openxmlformats.org/drawingml/2006/main">
              <a:ext uri="{FF2B5EF4-FFF2-40B4-BE49-F238E27FC236}">
                <a16:creationId xmlns:a16="http://schemas.microsoft.com/office/drawing/2014/main" id="{E018C8A7-44B1-4AC2-83E9-8B958EFA034D}"/>
              </a:ext>
            </a:extLst>
          </p:cNvPr>
          <p:cNvSpPr>
            <a:spLocks xmlns:a="http://schemas.openxmlformats.org/drawingml/2006/main" noGrp="1"/>
          </p:cNvSpPr>
          <p:nvPr/>
        </p:nvSpPr>
        <p:spPr>
          <a:xfrm xmlns:a="http://schemas.openxmlformats.org/drawingml/2006/main">
            <a:off x="609600" y="638175"/>
            <a:ext cx="7867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00000"/>
                </a:solidFill>
                <a:latin typeface="Arial"/>
                <a:ea typeface="Arial"/>
                <a:cs typeface="Arial"/>
              </a:defRPr>
            </a:pPr>
            <a:r>
              <a:rPr sz="2700" b="1">
                <a:solidFill>
                  <a:srgbClr val="000000"/>
                </a:solidFill>
                <a:latin typeface="Arial"/>
                <a:ea typeface="Arial"/>
                <a:cs typeface="Arial"/>
              </a:rPr>
              <a:t>Current result: 28% lower modeled error</a:t>
            </a:r>
          </a:p>
        </p:txBody>
      </p:sp>
      <p:sp>
        <p:nvSpPr>
          <p:cNvPr id="114" name="Controlled 16-tap pilot • Differential NaCl-e">
            <a:extLst xmlns:a="http://schemas.openxmlformats.org/drawingml/2006/main">
              <a:ext uri="{FF2B5EF4-FFF2-40B4-BE49-F238E27FC236}">
                <a16:creationId xmlns:a16="http://schemas.microsoft.com/office/drawing/2014/main" id="{B6D8689D-A6FF-4852-8610-A45517F19A94}"/>
              </a:ext>
            </a:extLst>
          </p:cNvPr>
          <p:cNvSpPr>
            <a:spLocks xmlns:a="http://schemas.openxmlformats.org/drawingml/2006/main" noGrp="1"/>
          </p:cNvSpPr>
          <p:nvPr/>
        </p:nvSpPr>
        <p:spPr>
          <a:xfrm xmlns:a="http://schemas.openxmlformats.org/drawingml/2006/main">
            <a:off x="609600" y="1171575"/>
            <a:ext cx="78676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65656"/>
                </a:solidFill>
                <a:latin typeface="Arial"/>
                <a:ea typeface="Arial"/>
                <a:cs typeface="Arial"/>
              </a:defRPr>
            </a:pPr>
            <a:r>
              <a:rPr sz="1575" b="0">
                <a:solidFill>
                  <a:srgbClr val="565656"/>
                </a:solidFill>
                <a:latin typeface="Arial"/>
                <a:ea typeface="Arial"/>
                <a:cs typeface="Arial"/>
              </a:rPr>
              <a:t>Controlled 16-tap pilot • Differential NaCl-equivalent concentration</a:t>
            </a:r>
          </a:p>
        </p:txBody>
      </p:sp>
      <p:graphicFrame>
        <p:nvGraphicFramePr>
          <p:cNvPr id="125" name="Chart"/>
          <p:cNvGraphicFramePr/>
          <p:nvPr/>
        </p:nvGraphicFramePr>
        <p:xfrm>
          <a:off xmlns:a="http://schemas.openxmlformats.org/drawingml/2006/main" x="619125" y="1724025"/>
          <a:ext xmlns:a="http://schemas.openxmlformats.org/drawingml/2006/main" cx="7886700" cy="2428875"/>
        </p:xfrm>
        <a:graphic xmlns:a="http://schemas.openxmlformats.org/drawingml/2006/main">
          <a:graphicData uri="http://schemas.openxmlformats.org/drawingml/2006/chart">
            <c:chart xmlns:r="http://schemas.openxmlformats.org/officeDocument/2006/relationships" xmlns:c="http://schemas.openxmlformats.org/drawingml/2006/chart" r:id="Rd5b46b957c9c4b1b"/>
          </a:graphicData>
        </a:graphic>
      </p:graphicFrame>
      <p:sp>
        <p:nvSpPr>
          <p:cNvPr id="116" name="Total RMSE: 0.0921 → 0.0664 mg/kg; optical pr">
            <a:extLst xmlns:a="http://schemas.openxmlformats.org/drawingml/2006/main">
              <a:ext uri="{FF2B5EF4-FFF2-40B4-BE49-F238E27FC236}">
                <a16:creationId xmlns:a16="http://schemas.microsoft.com/office/drawing/2014/main" id="{81544EA3-323B-4E2F-BD87-61B6CDD897B7}"/>
              </a:ext>
            </a:extLst>
          </p:cNvPr>
          <p:cNvSpPr>
            <a:spLocks xmlns:a="http://schemas.openxmlformats.org/drawingml/2006/main" noGrp="1"/>
          </p:cNvSpPr>
          <p:nvPr/>
        </p:nvSpPr>
        <p:spPr>
          <a:xfrm xmlns:a="http://schemas.openxmlformats.org/drawingml/2006/main">
            <a:off x="628650" y="4248150"/>
            <a:ext cx="788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7068C"/>
                </a:solidFill>
                <a:latin typeface="Arial"/>
                <a:ea typeface="Arial"/>
                <a:cs typeface="Arial"/>
              </a:defRPr>
            </a:pPr>
            <a:r>
              <a:rPr sz="1350" b="1">
                <a:solidFill>
                  <a:srgbClr val="57068C"/>
                </a:solidFill>
                <a:latin typeface="Arial"/>
                <a:ea typeface="Arial"/>
                <a:cs typeface="Arial"/>
              </a:rPr>
              <a:t>Total RMSE: 0.0921 → 0.0664 mg/kg; optical precision improves 1.67×</a:t>
            </a:r>
          </a:p>
        </p:txBody>
      </p:sp>
      <p:sp>
        <p:nvSpPr>
          <p:cNvPr id="117" name="64-site gain is only 1.11×; at 10 mK drift, u">
            <a:extLst xmlns:a="http://schemas.openxmlformats.org/drawingml/2006/main">
              <a:ext uri="{FF2B5EF4-FFF2-40B4-BE49-F238E27FC236}">
                <a16:creationId xmlns:a16="http://schemas.microsoft.com/office/drawing/2014/main" id="{CF465E3A-72E2-4894-B81E-D42D7D7C2435}"/>
              </a:ext>
            </a:extLst>
          </p:cNvPr>
          <p:cNvSpPr>
            <a:spLocks xmlns:a="http://schemas.openxmlformats.org/drawingml/2006/main" noGrp="1"/>
          </p:cNvSpPr>
          <p:nvPr/>
        </p:nvSpPr>
        <p:spPr>
          <a:xfrm xmlns:a="http://schemas.openxmlformats.org/drawingml/2006/main">
            <a:off x="628650" y="4514850"/>
            <a:ext cx="788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44444"/>
                </a:solidFill>
                <a:latin typeface="Arial"/>
                <a:ea typeface="Arial"/>
                <a:cs typeface="Arial"/>
              </a:defRPr>
            </a:pPr>
            <a:r>
              <a:rPr sz="1350" b="0">
                <a:solidFill>
                  <a:srgbClr val="444444"/>
                </a:solidFill>
                <a:latin typeface="Arial"/>
                <a:ea typeface="Arial"/>
                <a:cs typeface="Arial"/>
              </a:rPr>
              <a:t>64-site gain is only 1.11×; at 10 mK drift, useful advantage disappears</a:t>
            </a:r>
          </a:p>
        </p:txBody>
      </p:sp>
      <p:sp>
        <p:nvSpPr>
          <p:cNvPr id="118" name="TEAM 7  •  IDEATION / SIMULATION">
            <a:extLst xmlns:a="http://schemas.openxmlformats.org/drawingml/2006/main">
              <a:ext uri="{FF2B5EF4-FFF2-40B4-BE49-F238E27FC236}">
                <a16:creationId xmlns:a16="http://schemas.microsoft.com/office/drawing/2014/main" id="{F2BF79DC-571A-4C5B-8D2D-3B56167F4863}"/>
              </a:ext>
            </a:extLst>
          </p:cNvPr>
          <p:cNvSpPr>
            <a:spLocks xmlns:a="http://schemas.openxmlformats.org/drawingml/2006/main" noGrp="1"/>
          </p:cNvSpPr>
          <p:nvPr/>
        </p:nvSpPr>
        <p:spPr>
          <a:xfrm xmlns:a="http://schemas.openxmlformats.org/drawingml/2006/main">
            <a:off x="609600" y="4876800"/>
            <a:ext cx="7048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6666"/>
                </a:solidFill>
                <a:latin typeface="Arial"/>
                <a:ea typeface="Arial"/>
                <a:cs typeface="Arial"/>
              </a:defRPr>
            </a:pPr>
            <a:r>
              <a:rPr sz="825" b="0">
                <a:solidFill>
                  <a:srgbClr val="666666"/>
                </a:solidFill>
                <a:latin typeface="Arial"/>
                <a:ea typeface="Arial"/>
                <a:cs typeface="Arial"/>
              </a:rPr>
              <a:t>TEAM 7  •  IDEATION / SIMULATION</a:t>
            </a:r>
          </a:p>
        </p:txBody>
      </p:sp>
      <p:sp>
        <p:nvSpPr>
          <p:cNvPr id="119" name="4 / 5">
            <a:extLst xmlns:a="http://schemas.openxmlformats.org/drawingml/2006/main">
              <a:ext uri="{FF2B5EF4-FFF2-40B4-BE49-F238E27FC236}">
                <a16:creationId xmlns:a16="http://schemas.microsoft.com/office/drawing/2014/main" id="{F7215E2B-3727-41F7-A43A-F4E00FC81A59}"/>
              </a:ext>
            </a:extLst>
          </p:cNvPr>
          <p:cNvSpPr>
            <a:spLocks xmlns:a="http://schemas.openxmlformats.org/drawingml/2006/main" noGrp="1"/>
          </p:cNvSpPr>
          <p:nvPr/>
        </p:nvSpPr>
        <p:spPr>
          <a:xfrm xmlns:a="http://schemas.openxmlformats.org/drawingml/2006/main">
            <a:off x="8058150" y="4876800"/>
            <a:ext cx="571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6666"/>
                </a:solidFill>
                <a:latin typeface="Arial"/>
                <a:ea typeface="Arial"/>
                <a:cs typeface="Arial"/>
              </a:defRPr>
            </a:pPr>
            <a:r>
              <a:rPr sz="825" b="0">
                <a:solidFill>
                  <a:srgbClr val="666666"/>
                </a:solidFill>
                <a:latin typeface="Arial"/>
                <a:ea typeface="Arial"/>
                <a:cs typeface="Arial"/>
              </a:rPr>
              <a:t>4 / 5</a:t>
            </a:r>
          </a:p>
        </p:txBody>
      </p:sp>
    </p:spTree>
    <p:extLst>
      <p:ext uri="{BB962C8B-B14F-4D97-AF65-F5344CB8AC3E}">
        <p14:creationId xmlns:p14="http://schemas.microsoft.com/office/powerpoint/2010/main" val="111495234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7" name="Google Shape;117;p17">
            <a:extLst xmlns:a="http://schemas.openxmlformats.org/drawingml/2006/main">
              <a:ext uri="{FF2B5EF4-FFF2-40B4-BE49-F238E27FC236}">
                <a16:creationId xmlns:a16="http://schemas.microsoft.com/office/drawing/2014/main" id="{49CACA94-854A-4D49-8A4D-121855191AA4}"/>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highlight>
                <a:srgbClr val="EFEFEF"/>
              </a:highlight>
            </a:endParaRPr>
          </a:p>
        </p:txBody>
      </p:sp>
      <p:sp>
        <p:nvSpPr>
          <p:cNvPr id="118" name="Google Shape;118;p17">
            <a:extLst xmlns:a="http://schemas.openxmlformats.org/drawingml/2006/main">
              <a:ext uri="{FF2B5EF4-FFF2-40B4-BE49-F238E27FC236}">
                <a16:creationId xmlns:a16="http://schemas.microsoft.com/office/drawing/2014/main" id="{0AB4A487-1BCE-4C85-A58C-7215FF7D92FE}"/>
              </a:ext>
            </a:extLst>
          </p:cNvPr>
          <p:cNvSpPr>
            <a:spLocks xmlns:a="http://schemas.openxmlformats.org/drawingml/2006/main" noGrp="1"/>
          </p:cNvSpPr>
          <p:nvPr>
            <p:ph type="title" idx="0"/>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rPr sz="3600" b="1"/>
              <a:t/>
            </a:r>
            <a:endParaRPr sz="3600" b="1"/>
          </a:p>
        </p:txBody>
      </p:sp>
      <p:sp>
        <p:nvSpPr>
          <p:cNvPr id="119" name="Google Shape;119;p17">
            <a:extLst xmlns:a="http://schemas.openxmlformats.org/drawingml/2006/main">
              <a:ext uri="{FF2B5EF4-FFF2-40B4-BE49-F238E27FC236}">
                <a16:creationId xmlns:a16="http://schemas.microsoft.com/office/drawing/2014/main" id="{6E60EB9C-B9C2-4928-A7CC-1D1DFC8C6F58}"/>
              </a:ext>
            </a:extLst>
          </p:cNvPr>
          <p:cNvSpPr>
            <a:spLocks xmlns:a="http://schemas.openxmlformats.org/drawingml/2006/main" noGrp="1"/>
          </p:cNvSpPr>
          <p:nvPr>
            <p:ph type="body" idx="1"/>
          </p:nvPr>
        </p:nvSpPr>
        <p:spPr>
          <a:xfrm xmlns:a="http://schemas.openxmlformats.org/drawingml/2006/main">
            <a:off x="0" y="0"/>
            <a:ext cx="9525" cy="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640"/>
              </a:spcBef>
              <a:spcAft>
                <a:spcPts val="0"/>
              </a:spcAft>
              <a:buNone/>
            </a:pPr>
            <a:r>
              <a:t/>
            </a:r>
            <a:endParaRPr sz="1000" b="1"/>
          </a:p>
        </p:txBody>
      </p:sp>
      <p:sp>
        <p:nvSpPr>
          <p:cNvPr id="120" name="Impact, sustainability and next steps">
            <a:extLst xmlns:a="http://schemas.openxmlformats.org/drawingml/2006/main">
              <a:ext uri="{FF2B5EF4-FFF2-40B4-BE49-F238E27FC236}">
                <a16:creationId xmlns:a16="http://schemas.microsoft.com/office/drawing/2014/main" id="{595A27D6-39BC-4FB0-B7AC-71E37941DF2E}"/>
              </a:ext>
            </a:extLst>
          </p:cNvPr>
          <p:cNvSpPr>
            <a:spLocks xmlns:a="http://schemas.openxmlformats.org/drawingml/2006/main" noGrp="1"/>
          </p:cNvSpPr>
          <p:nvPr/>
        </p:nvSpPr>
        <p:spPr>
          <a:xfrm xmlns:a="http://schemas.openxmlformats.org/drawingml/2006/main">
            <a:off x="609600" y="638175"/>
            <a:ext cx="7867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00000"/>
                </a:solidFill>
                <a:latin typeface="Arial"/>
                <a:ea typeface="Arial"/>
                <a:cs typeface="Arial"/>
              </a:defRPr>
            </a:pPr>
            <a:r>
              <a:rPr sz="2700" b="1">
                <a:solidFill>
                  <a:srgbClr val="000000"/>
                </a:solidFill>
                <a:latin typeface="Arial"/>
                <a:ea typeface="Arial"/>
                <a:cs typeface="Arial"/>
              </a:rPr>
              <a:t>Impact, sustainability and next steps</a:t>
            </a:r>
          </a:p>
        </p:txBody>
      </p:sp>
      <p:sp>
        <p:nvSpPr>
          <p:cNvPr id="121" name="Three measurable KPIs • A laboratory pilot be">
            <a:extLst xmlns:a="http://schemas.openxmlformats.org/drawingml/2006/main">
              <a:ext uri="{FF2B5EF4-FFF2-40B4-BE49-F238E27FC236}">
                <a16:creationId xmlns:a16="http://schemas.microsoft.com/office/drawing/2014/main" id="{8131C0F9-4941-49DC-9566-DF36567FE5E1}"/>
              </a:ext>
            </a:extLst>
          </p:cNvPr>
          <p:cNvSpPr>
            <a:spLocks xmlns:a="http://schemas.openxmlformats.org/drawingml/2006/main" noGrp="1"/>
          </p:cNvSpPr>
          <p:nvPr/>
        </p:nvSpPr>
        <p:spPr>
          <a:xfrm xmlns:a="http://schemas.openxmlformats.org/drawingml/2006/main">
            <a:off x="609600" y="1171575"/>
            <a:ext cx="78676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65656"/>
                </a:solidFill>
                <a:latin typeface="Arial"/>
                <a:ea typeface="Arial"/>
                <a:cs typeface="Arial"/>
              </a:defRPr>
            </a:pPr>
            <a:r>
              <a:rPr sz="1575" b="0">
                <a:solidFill>
                  <a:srgbClr val="565656"/>
                </a:solidFill>
                <a:latin typeface="Arial"/>
                <a:ea typeface="Arial"/>
                <a:cs typeface="Arial"/>
              </a:rPr>
              <a:t>Three measurable KPIs • A laboratory pilot before deployment</a:t>
            </a:r>
          </a:p>
        </p:txBody>
      </p:sp>
      <p:sp>
        <p:nvSpPr>
          <p:cNvPr id="122" name="Estimation: 28% lower simulated RMSE at the s">
            <a:extLst xmlns:a="http://schemas.openxmlformats.org/drawingml/2006/main">
              <a:ext uri="{FF2B5EF4-FFF2-40B4-BE49-F238E27FC236}">
                <a16:creationId xmlns:a16="http://schemas.microsoft.com/office/drawing/2014/main" id="{2DBDF420-86FD-418B-A750-481FDCFB9C4B}"/>
              </a:ext>
            </a:extLst>
          </p:cNvPr>
          <p:cNvSpPr>
            <a:spLocks xmlns:a="http://schemas.openxmlformats.org/drawingml/2006/main" noGrp="1"/>
          </p:cNvSpPr>
          <p:nvPr/>
        </p:nvSpPr>
        <p:spPr>
          <a:xfrm xmlns:a="http://schemas.openxmlformats.org/drawingml/2006/main">
            <a:off x="628650" y="18669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Estimation: 28% lower simulated RMSE at the same launched probe-photon budget.</a:t>
            </a:r>
          </a:p>
        </p:txBody>
      </p:sp>
      <p:sp>
        <p:nvSpPr>
          <p:cNvPr id="123" name="Monitoring: step detection 24% → 47% at 1% fa">
            <a:extLst xmlns:a="http://schemas.openxmlformats.org/drawingml/2006/main">
              <a:ext uri="{FF2B5EF4-FFF2-40B4-BE49-F238E27FC236}">
                <a16:creationId xmlns:a16="http://schemas.microsoft.com/office/drawing/2014/main" id="{C0EC9062-44BB-4E21-91CC-6BDCFCAFE8B2}"/>
              </a:ext>
            </a:extLst>
          </p:cNvPr>
          <p:cNvSpPr>
            <a:spLocks xmlns:a="http://schemas.openxmlformats.org/drawingml/2006/main" noGrp="1"/>
          </p:cNvSpPr>
          <p:nvPr/>
        </p:nvSpPr>
        <p:spPr>
          <a:xfrm xmlns:a="http://schemas.openxmlformats.org/drawingml/2006/main">
            <a:off x="628650" y="2562225"/>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Monitoring: step detection 24% → 47% at 1% false alarm per decision; no liters saved yet.</a:t>
            </a:r>
          </a:p>
        </p:txBody>
      </p:sp>
      <p:sp>
        <p:nvSpPr>
          <p:cNvPr id="124" name="Resources: 160 nJ probe/window for both; tota">
            <a:extLst xmlns:a="http://schemas.openxmlformats.org/drawingml/2006/main">
              <a:ext uri="{FF2B5EF4-FFF2-40B4-BE49-F238E27FC236}">
                <a16:creationId xmlns:a16="http://schemas.microsoft.com/office/drawing/2014/main" id="{3BFAC522-6C7C-49F9-897D-4A233F8E5CCF}"/>
              </a:ext>
            </a:extLst>
          </p:cNvPr>
          <p:cNvSpPr>
            <a:spLocks xmlns:a="http://schemas.openxmlformats.org/drawingml/2006/main" noGrp="1"/>
          </p:cNvSpPr>
          <p:nvPr/>
        </p:nvSpPr>
        <p:spPr>
          <a:xfrm xmlns:a="http://schemas.openxmlformats.org/drawingml/2006/main">
            <a:off x="628650" y="325755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11111"/>
                </a:solidFill>
                <a:latin typeface="Arial"/>
                <a:ea typeface="Arial"/>
                <a:cs typeface="Arial"/>
              </a:defRPr>
            </a:pPr>
            <a:r>
              <a:rPr sz="1800" b="0">
                <a:solidFill>
                  <a:srgbClr val="111111"/>
                </a:solidFill>
                <a:latin typeface="Arial"/>
                <a:ea typeface="Arial"/>
                <a:cs typeface="Arial"/>
              </a:rPr>
              <a:t>Resources: 160 nJ probe/window for both; total energy and cost remain unmeasured.</a:t>
            </a:r>
          </a:p>
        </p:txBody>
      </p:sp>
      <p:sp>
        <p:nvSpPr>
          <p:cNvPr id="125" name="Next: calibrate one cell, test four taps blin">
            <a:extLst xmlns:a="http://schemas.openxmlformats.org/drawingml/2006/main">
              <a:ext uri="{FF2B5EF4-FFF2-40B4-BE49-F238E27FC236}">
                <a16:creationId xmlns:a16="http://schemas.microsoft.com/office/drawing/2014/main" id="{90142A15-C6A4-4C2C-9773-EEC87D78FA2C}"/>
              </a:ext>
            </a:extLst>
          </p:cNvPr>
          <p:cNvSpPr>
            <a:spLocks xmlns:a="http://schemas.openxmlformats.org/drawingml/2006/main" noGrp="1"/>
          </p:cNvSpPr>
          <p:nvPr/>
        </p:nvSpPr>
        <p:spPr>
          <a:xfrm xmlns:a="http://schemas.openxmlformats.org/drawingml/2006/main">
            <a:off x="628650" y="3952875"/>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55555"/>
                </a:solidFill>
                <a:latin typeface="Arial"/>
                <a:ea typeface="Arial"/>
                <a:cs typeface="Arial"/>
              </a:defRPr>
            </a:pPr>
            <a:r>
              <a:rPr sz="1800" b="0">
                <a:solidFill>
                  <a:srgbClr val="555555"/>
                </a:solidFill>
                <a:latin typeface="Arial"/>
                <a:ea typeface="Arial"/>
                <a:cs typeface="Arial"/>
              </a:rPr>
              <a:t>Next: calibrate one cell, test four taps blindly, then measure energy and alarm rates.</a:t>
            </a:r>
          </a:p>
        </p:txBody>
      </p:sp>
      <p:sp>
        <p:nvSpPr>
          <p:cNvPr id="126" name="TEAM 7  •  IDEATION / SIMULATION">
            <a:extLst xmlns:a="http://schemas.openxmlformats.org/drawingml/2006/main">
              <a:ext uri="{FF2B5EF4-FFF2-40B4-BE49-F238E27FC236}">
                <a16:creationId xmlns:a16="http://schemas.microsoft.com/office/drawing/2014/main" id="{F70A4814-E5BD-4F7C-90D1-4A70E88E6F11}"/>
              </a:ext>
            </a:extLst>
          </p:cNvPr>
          <p:cNvSpPr>
            <a:spLocks xmlns:a="http://schemas.openxmlformats.org/drawingml/2006/main" noGrp="1"/>
          </p:cNvSpPr>
          <p:nvPr/>
        </p:nvSpPr>
        <p:spPr>
          <a:xfrm xmlns:a="http://schemas.openxmlformats.org/drawingml/2006/main">
            <a:off x="609600" y="4876800"/>
            <a:ext cx="7048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6666"/>
                </a:solidFill>
                <a:latin typeface="Arial"/>
                <a:ea typeface="Arial"/>
                <a:cs typeface="Arial"/>
              </a:defRPr>
            </a:pPr>
            <a:r>
              <a:rPr sz="825" b="0">
                <a:solidFill>
                  <a:srgbClr val="666666"/>
                </a:solidFill>
                <a:latin typeface="Arial"/>
                <a:ea typeface="Arial"/>
                <a:cs typeface="Arial"/>
              </a:rPr>
              <a:t>TEAM 7  •  IDEATION / SIMULATION</a:t>
            </a:r>
          </a:p>
        </p:txBody>
      </p:sp>
      <p:sp>
        <p:nvSpPr>
          <p:cNvPr id="127" name="5 / 5">
            <a:extLst xmlns:a="http://schemas.openxmlformats.org/drawingml/2006/main">
              <a:ext uri="{FF2B5EF4-FFF2-40B4-BE49-F238E27FC236}">
                <a16:creationId xmlns:a16="http://schemas.microsoft.com/office/drawing/2014/main" id="{CE2EDD04-3919-4F1D-8B3A-0E0202AE51F2}"/>
              </a:ext>
            </a:extLst>
          </p:cNvPr>
          <p:cNvSpPr>
            <a:spLocks xmlns:a="http://schemas.openxmlformats.org/drawingml/2006/main" noGrp="1"/>
          </p:cNvSpPr>
          <p:nvPr/>
        </p:nvSpPr>
        <p:spPr>
          <a:xfrm xmlns:a="http://schemas.openxmlformats.org/drawingml/2006/main">
            <a:off x="8058150" y="4876800"/>
            <a:ext cx="571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666666"/>
                </a:solidFill>
                <a:latin typeface="Arial"/>
                <a:ea typeface="Arial"/>
                <a:cs typeface="Arial"/>
              </a:defRPr>
            </a:pPr>
            <a:r>
              <a:rPr sz="825" b="0">
                <a:solidFill>
                  <a:srgbClr val="666666"/>
                </a:solidFill>
                <a:latin typeface="Arial"/>
                <a:ea typeface="Arial"/>
                <a:cs typeface="Arial"/>
              </a:rPr>
              <a:t>5 / 5</a:t>
            </a:r>
          </a:p>
        </p:txBody>
      </p:sp>
    </p:spTree>
    <p:extLst>
      <p:ext uri="{BB962C8B-B14F-4D97-AF65-F5344CB8AC3E}">
        <p14:creationId xmlns:p14="http://schemas.microsoft.com/office/powerpoint/2010/main" val="2042590000"/>
      </p:ext>
    </p:extLst>
  </p:cSld>
</p:sld>
</file>

<file path=ppt/theme/theme1.xml><?xml version="1.0" encoding="utf-8"?>
<a:theme xmlns:a="http://schemas.openxmlformats.org/drawingml/2006/main" name="NYUAD Hackathon">
  <a:themeElements>
    <a:clrScheme name="Bureau">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2026-10-06T16:48:15.5300000Z</dcterms:created>
  <dcterms:modified xsi:type="dcterms:W3CDTF">2026-10-06T16:48:15.5300000Z</dcterms:modified>
</coreProperties>
</file>