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9722fafd054567" /><Relationship Type="http://schemas.openxmlformats.org/officeDocument/2006/relationships/extended-properties" Target="/docProps/app.xml" Id="R1a971409a98a440b" /><Relationship Type="http://schemas.openxmlformats.org/officeDocument/2006/relationships/officeDocument" Target="/ppt/presentation.xml" Id="R89cc6238f6e34b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fa3e19afa34201"/>
  </p:sldMasterIdLst>
  <p:notesMasterIdLst>
    <p:notesMasterId xmlns:r="http://schemas.openxmlformats.org/officeDocument/2006/relationships" r:id="R275fed29dc754727"/>
  </p:notesMasterIdLst>
  <p:sldIdLst>
    <p:sldId xmlns:r="http://schemas.openxmlformats.org/officeDocument/2006/relationships" id="256" r:id="R0a04e87a5d0345b5"/>
    <p:sldId xmlns:r="http://schemas.openxmlformats.org/officeDocument/2006/relationships" id="257" r:id="R382aac37fbc046c4"/>
    <p:sldId xmlns:r="http://schemas.openxmlformats.org/officeDocument/2006/relationships" id="258" r:id="Refbda8e007564935"/>
    <p:sldId xmlns:r="http://schemas.openxmlformats.org/officeDocument/2006/relationships" id="259" r:id="Rc9935900ae9b43e7"/>
    <p:sldId xmlns:r="http://schemas.openxmlformats.org/officeDocument/2006/relationships" id="260" r:id="R75c7bc7109f44374"/>
    <p:sldId xmlns:r="http://schemas.openxmlformats.org/officeDocument/2006/relationships" id="261" r:id="R9c40b8bcbb014ac1"/>
    <p:sldId xmlns:r="http://schemas.openxmlformats.org/officeDocument/2006/relationships" id="262" r:id="R29d8f3b6c162430e"/>
    <p:sldId xmlns:r="http://schemas.openxmlformats.org/officeDocument/2006/relationships" id="263" r:id="R0d240dbe9afb4a50"/>
    <p:sldId xmlns:r="http://schemas.openxmlformats.org/officeDocument/2006/relationships" id="264" r:id="Re92bbf4db45e402e"/>
    <p:sldId xmlns:r="http://schemas.openxmlformats.org/officeDocument/2006/relationships" id="265" r:id="Re79ac57e643f435e"/>
    <p:sldId xmlns:r="http://schemas.openxmlformats.org/officeDocument/2006/relationships" id="266" r:id="Rf9bd4258b89e4095"/>
    <p:sldId xmlns:r="http://schemas.openxmlformats.org/officeDocument/2006/relationships" id="267" r:id="R7f07e32e7c1945ae"/>
    <p:sldId xmlns:r="http://schemas.openxmlformats.org/officeDocument/2006/relationships" id="268" r:id="R2e528e53b2aa4757"/>
    <p:sldId xmlns:r="http://schemas.openxmlformats.org/officeDocument/2006/relationships" id="269" r:id="Rb930503bf5e64060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b70aa9f9874e7b" /><Relationship Type="http://schemas.openxmlformats.org/officeDocument/2006/relationships/slideMaster" Target="/ppt/slideMasters/slideMaster1.xml" Id="R8afa3e19afa34201" /><Relationship Type="http://schemas.openxmlformats.org/officeDocument/2006/relationships/notesMaster" Target="/ppt/notesMasters/notesMaster1.xml" Id="R275fed29dc754727" /><Relationship Type="http://schemas.openxmlformats.org/officeDocument/2006/relationships/presProps" Target="/ppt/presProps.xml" Id="R50d85bd9eadb45c0" /><Relationship Type="http://schemas.openxmlformats.org/officeDocument/2006/relationships/tableStyles" Target="/ppt/tableStyles.xml" Id="R0a9236ca5edd409a" /><Relationship Type="http://schemas.openxmlformats.org/officeDocument/2006/relationships/slide" Target="/ppt/slides/slide1.xml" Id="R0a04e87a5d0345b5" /><Relationship Type="http://schemas.openxmlformats.org/officeDocument/2006/relationships/slide" Target="/ppt/slides/slide2.xml" Id="R382aac37fbc046c4" /><Relationship Type="http://schemas.openxmlformats.org/officeDocument/2006/relationships/slide" Target="/ppt/slides/slide3.xml" Id="Refbda8e007564935" /><Relationship Type="http://schemas.openxmlformats.org/officeDocument/2006/relationships/slide" Target="/ppt/slides/slide4.xml" Id="Rc9935900ae9b43e7" /><Relationship Type="http://schemas.openxmlformats.org/officeDocument/2006/relationships/slide" Target="/ppt/slides/slide5.xml" Id="R75c7bc7109f44374" /><Relationship Type="http://schemas.openxmlformats.org/officeDocument/2006/relationships/slide" Target="/ppt/slides/slide6.xml" Id="R9c40b8bcbb014ac1" /><Relationship Type="http://schemas.openxmlformats.org/officeDocument/2006/relationships/slide" Target="/ppt/slides/slide7.xml" Id="R29d8f3b6c162430e" /><Relationship Type="http://schemas.openxmlformats.org/officeDocument/2006/relationships/slide" Target="/ppt/slides/slide8.xml" Id="R0d240dbe9afb4a50" /><Relationship Type="http://schemas.openxmlformats.org/officeDocument/2006/relationships/slide" Target="/ppt/slides/slide9.xml" Id="Re92bbf4db45e402e" /><Relationship Type="http://schemas.openxmlformats.org/officeDocument/2006/relationships/slide" Target="/ppt/slides/slide10.xml" Id="Re79ac57e643f435e" /><Relationship Type="http://schemas.openxmlformats.org/officeDocument/2006/relationships/slide" Target="/ppt/slides/slide11.xml" Id="Rf9bd4258b89e4095" /><Relationship Type="http://schemas.openxmlformats.org/officeDocument/2006/relationships/slide" Target="/ppt/slides/slide12.xml" Id="R7f07e32e7c1945ae" /><Relationship Type="http://schemas.openxmlformats.org/officeDocument/2006/relationships/slide" Target="/ppt/slides/slide13.xml" Id="R2e528e53b2aa4757" /><Relationship Type="http://schemas.openxmlformats.org/officeDocument/2006/relationships/slide" Target="/ppt/slides/slide14.xml" Id="Rb930503bf5e640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19e513271a45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NYUAD Hackathon">
  <a:themeElements>
    <a:clrScheme name="Burea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dbcdc40a4d4b98" /><Relationship Type="http://schemas.openxmlformats.org/officeDocument/2006/relationships/notesMaster" Target="/ppt/notesMasters/notesMaster1.xml" Id="Rb4b3e1ece9c442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5744ff971349c9" /><Relationship Type="http://schemas.openxmlformats.org/officeDocument/2006/relationships/notesMaster" Target="/ppt/notesMasters/notesMaster1.xml" Id="Rf7c9c19c9abc41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6c0e9423364ad6" /><Relationship Type="http://schemas.openxmlformats.org/officeDocument/2006/relationships/notesMaster" Target="/ppt/notesMasters/notesMaster1.xml" Id="R67af68d2a58243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871b20f7344582" /><Relationship Type="http://schemas.openxmlformats.org/officeDocument/2006/relationships/notesMaster" Target="/ppt/notesMasters/notesMaster1.xml" Id="R07f80ffee45340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f88099fd634f40" /><Relationship Type="http://schemas.openxmlformats.org/officeDocument/2006/relationships/notesMaster" Target="/ppt/notesMasters/notesMaster1.xml" Id="Rde6f7aa8779948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c23120ca9c4e7e" /><Relationship Type="http://schemas.openxmlformats.org/officeDocument/2006/relationships/notesMaster" Target="/ppt/notesMasters/notesMaster1.xml" Id="R6d89a4526a2647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072556075a4bb3" /><Relationship Type="http://schemas.openxmlformats.org/officeDocument/2006/relationships/notesMaster" Target="/ppt/notesMasters/notesMaster1.xml" Id="Rd4c7afa749fb48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714e8d7df04c6d" /><Relationship Type="http://schemas.openxmlformats.org/officeDocument/2006/relationships/notesMaster" Target="/ppt/notesMasters/notesMaster1.xml" Id="R41f1b66438c147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3f4f90087b4c3a" /><Relationship Type="http://schemas.openxmlformats.org/officeDocument/2006/relationships/notesMaster" Target="/ppt/notesMasters/notesMaster1.xml" Id="Redad2643c70940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44162c352840c2" /><Relationship Type="http://schemas.openxmlformats.org/officeDocument/2006/relationships/notesMaster" Target="/ppt/notesMasters/notesMaster1.xml" Id="R605fe4c7340741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97e28ae79248bc" /><Relationship Type="http://schemas.openxmlformats.org/officeDocument/2006/relationships/notesMaster" Target="/ppt/notesMasters/notesMaster1.xml" Id="R637381bb7dde47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aa80acbf7e4032" /><Relationship Type="http://schemas.openxmlformats.org/officeDocument/2006/relationships/notesMaster" Target="/ppt/notesMasters/notesMaster1.xml" Id="Rb77b2f8c415e41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a96a34f4644fc5" /><Relationship Type="http://schemas.openxmlformats.org/officeDocument/2006/relationships/notesMaster" Target="/ppt/notesMasters/notesMaster1.xml" Id="Rf504fe5cde674c6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72ebdf8322247ae" /><Relationship Type="http://schemas.openxmlformats.org/officeDocument/2006/relationships/notesMaster" Target="/ppt/notesMasters/notesMaster1.xml" Id="Ra6e0e56df34847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Working team name confirmed by user. Final Arabic/English name, confirmed student/mentor roster with affiliations and contact details, team photo and team logo remain to be supplied. No identity or affiliation is invented. Result is 27.92% total RMSE reduction against coherent probes, at 10 nW/node, 1 s and assumed 50 µK common temperature residual. Source: results/summary.json. The supplied template says its presentation/demo guidance is for the in-person event; October ideation has no presentation. This deck is prepared for reuse and discussion.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Problem and SDG 6 impact: 20% of rubric. Proposed audience and value hypothesis, not a verified customer or field outcome. Refractive index is nonspecific. No safe-water certification, arsenic selectivity, liters saved, or health outcome is inferred. See docs/PROJECT_REPORT.md sections 1 and 8; NaCl calibration https://doi.org/10.1364/AO.55.000947 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Technical rigor: 30%. Classical matrix operations and Gaussian threshold tests; no quantum computing speedup, QAOA, VQE or QML execution. Covariance is propagated through loss and phase jitter. Objective is minimum error for an unbiased arithmetic-mean estimate under the stated resource constraints; no changing site weights to discard noisy nodes. Theory https://arxiv.org/abs/1711.10459 and https://doi.org/10.1103/PhysRevResearch.2.023030 . Classical estimator is computationally tractable. QC-specific eligibility must be confirmed with organizers. Hack stack: Python, NumPy, SciPy, Matplotlib. No quantum hardware has been built.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Quantum justification: 20%. This is a prediction for a proposed controlled instrument, not a measured water sensor. Optical RMSE .079619 vs .047583; total precision gain 1.387×. The ambitious common temperature residual is an engineering assumption. Probe photon accounting includes squeezed photons deducted from carrier power, but excludes pump and local oscillator energy.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results/summary.json pilot16. No measured-field accuracy claim. Common residual 50 microkelvin is an ambitious compensated bench target.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Fit uses M=33–64. Total squeezing Ns=.1M grows with M; fixed per-node carrier power also grows total probe energy. Ideal panel removes loss, phase jitter, technical errors and the 10 dB cap. It is not a forecast of field scaling. See figures/05_resource_accounting.png for fixed-total budgets and docs/MODEL.md. Consistent with qualified CV theory; no independent experimental proof.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Computed by src/model.py and results/summary.json. Per-node squeezed budget 0.1 photon/mode, total Ns=0.1 M; equal launched bright-plus-squeezed photon budgets. S4 asymptotic displacement model.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geometry is USGS-labelled input from the draft; no independent provenance or available fiber is established. Nearest 64 unique coordinates to assumed LA hub 34.05,-118.24; lengths 1.3×great-circle distances. Straight distances 3.5245–16.6434 km, mean routed length16.3847km. Fiber anchor .18dB/km, Corning AN2008. Changing M changes the sampled population. Coherent allocation F_i proportional to 1/sqrt(eta_i), relaxing individual power cap at fixed total photons. Source Ns capped2.025 photons/mode.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data/site_geometry.csv derives coordinates only from draft. 8889 records reduce to 7704 coordinate pairs; nearest64 selected. As M changes, sampled population changes, so this is not a sensor-reduction claim for one fixed spatial target.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Water thermo-optic anchor https://opg.optica.org/abstract.cfm?uri=sensors-2012-STu1F.3 . At the NaCl slope, 1mK appears as .916mg/kg. 50µK controlled and10mK stress residuals are assumptions; neither is a manufacturer Gaussian noise claim. OU correlation60s. YSI temperature accuracy±.01C is contextual, not statistical conversion. Power sweep1nW–70µW in Figure10 independently tests a stronger classical alternative.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S10 reports dn/dT≈−1.485e−4 RIU/K at1550nm. The exact coefficient depends on temperature/composition. 0.05 mK and10 mK are assumed stochastic residuals, not manufacturer statistical specifications.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Analytic Gaussian ROC validated by100000 null and100000 alternative independent draws per strategy. This is marginal repeated-experiment validation, not an operational sequential detector. Temperature correlations, non-Gaussian tails and response lag require time-series validation. No regulatory threshold or guaranteed detection is implied. Measurable SDG6-related monitoring proxy, not measured environmental impact.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results/detection.csv. Independent Monte Carlo marginal windows, not independent samples of the OU trace. Assumes Gaussian moments including squeeze-angle jitter. Decision threshold is not regulatory. Bonferroni alpha=0.05/3600 bounds hourly familywise false-alarm probability at5% without independence.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Offline demo: open figures/index.html and Figure07. Explain 16 different arrivals90–135s, mean amplitude.35mg/kg with±25% variation, rise25s, response10s,1s sampling. Shared thermal and calibration realization for both methods. Show Figure08 to change the discussion to loss/temperature limits, then Figure10 to challenge the low-power premise. No live hardware is represented. Stationary RMSE excludes transient lag bias.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results/time_trace.csv. Synthetic changes, not observed water data. Independent optical noise, common OU realization, seed2601006. Optical noise advantage concerns the aggregate; local contrasts do not receive the same benefit.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NaCl: Saunders https://doi.org/10.1364/AO.55.000947 ; squeezing Mehmet https://arxiv.org/abs/1110.3737 ; fiber https://www.corning.com/media/worldwide/coc/documents/Fiber/application-notes/AN2008.pdf ; thermo-optic Kim https://opg.optica.org/abstract.cfm?uri=sensors-2012-STu1F.3 . Supplied Dowran https://doi.org/10.1364/OPTICA.5.000628 reports795nm199kHz air sensitivities8.6/6.8/5.5e-10RIU/sqrtHz; not transferable to1s1550nm water. Supplied Pooser/Lawrie PDF is supporting information of a separate paper. QML https://doi.org/10.3390/quantum8030060 ; matched RBF remains strong. Complete sources and each config parameter in docs/PROJECT_REPORT.md AppendixA.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Sustainability/scalability15%. Business model is a hypothesis; avoid unsupported market size or demand claims. Seek water operator and optical lab partnership, with a budget based on equipment quotations. Local calibration and infrastructure review required for UAE/Arab-region and other deployments. Data access, incident privacy, maintenance and confirmatory sampling are future product requirements. YSI EXO contextual comparator https://www.ysi.com/product/id-599870/exo-conductivity--temperature-smart-sensor ; accuracy bounds are not a fair ratio to simulated differential RMSE.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Proposed research stages, not completed work or promised dates. Full electrical meter includes pump, local oscillator, locking, electronics and classical compute. Acceptance proposal: RMSE ratio confidence interval below1 with prespecified budgets, then time-based false-alarm target agreed with operator. Need evidence10nW dose constraint matters; if higher-power coherent or conventional sensing achieves same goal with lower burden, prefer it. Organizer confirmation needed that quantum sensing satisfies the rubric’s quantum-computing focus.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Required closing three claims from judging guidance. All pilot claims use16nodes,10nW/node,1s,50µK common residual. Detection uses.15mg/kg increase and1% false alarm per decision. Optical energy160nJ is equal resources, not measured sustainability improvement. Algorithm is estimator accuracy, not quantum computational runtime. Next KPI: total joules per validated useful detection at matched coverage, false-alarm rate and response time. Results do not prove/disprove literature: conditional model consistency only.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Primary references: Dowran2018 https://doi.org/10.1364/OPTICA.5.000628 ; Pooser/Lawrie supplied supporting information; Abraham-Mexicano2026 https://doi.org/10.3390/quantum8030060 ; Zhuang2018 https://arxiv.org/abs/1711.10459 ; Oh2020 https://doi.org/10.1103/PhysRevResearch.2.023030 ; Guo2020 https://arxiv.org/abs/1905.09408 ; Saunders2016 https://doi.org/10.1364/AO.55.000947 ; Mehmet2011 https://arxiv.org/abs/1110.3737 . Full parameter provenance, remaining Kim/Corning/YSI references and assumptions: docs/PROJECT_REPORT.md AppendixA. Seed2601006, results/summary.json,13validationchecks. Team photo, roster, affiliations, team logo and final bilingual name are pending; working nameTeam7 authorized. Supplied judging weights20/20/30/15/15 addressed through defined use case, classical baselines, explicit estimator, resource limits, and honest communication.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e785c2a3c24e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c6407f57344f6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4fc5528b704b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e7dbd8fe03438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4743514b134c4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77bbde15a64d9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2071dd08294ec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4bbc3235e7420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ecc4e2be114ed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6159cb5bcb43c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cafa866d494c97" /></Relationships>
</file>

<file path=ppt/slideLayouts/slideLayout1.xml><?xml version="1.0" encoding="utf-8"?>
<p:sldLayout xmlns:p="http://schemas.openxmlformats.org/presentationml/2006/main" matchingName="Diapositive de titr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33D41AD5-09DE-430F-A0B1-DA8ACA292FF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597819"/>
            <a:ext cx="7772400" cy="110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5" name="Google Shape;15;p2">
            <a:extLst xmlns:a="http://schemas.openxmlformats.org/drawingml/2006/main">
              <a:ext uri="{FF2B5EF4-FFF2-40B4-BE49-F238E27FC236}">
                <a16:creationId xmlns:a16="http://schemas.microsoft.com/office/drawing/2014/main" id="{8641CFD6-6D40-4FB1-AF45-944694D0FD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50"/>
            <a:ext cx="6400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0" marR="0" indent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marL="457200" marR="0" indent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2pPr>
            <a:lvl3pPr marL="914400" marR="0" indent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3pPr>
            <a:lvl4pPr marL="13716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4pPr>
            <a:lvl5pPr marL="18288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5pPr>
            <a:lvl6pPr marL="22860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6pPr>
            <a:lvl7pPr marL="27432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7pPr>
            <a:lvl8pPr marL="32004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8pPr>
            <a:lvl9pPr marL="36576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3B12E16F-BFDF-4EFE-9D8A-7B10CF7D94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7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CDC63FF8-3CF7-408D-B1AF-D4FE5297FB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8" name="Google Shape;18;p2">
            <a:extLst xmlns:a="http://schemas.openxmlformats.org/drawingml/2006/main">
              <a:ext uri="{FF2B5EF4-FFF2-40B4-BE49-F238E27FC236}">
                <a16:creationId xmlns:a16="http://schemas.microsoft.com/office/drawing/2014/main" id="{4D7F1A82-64AB-4B16-905B-5861B57F03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re et contenu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EEEBE2DD-F72C-4074-8C15-0B1DC4F197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0B467C7D-A3BA-4D74-8D28-01D7F94753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200150"/>
            <a:ext cx="8229600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1pPr>
            <a:lvl2pPr marL="914400" indent="-3175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2pPr>
            <a:lvl3pPr marL="1371600" indent="-3175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3pPr>
            <a:lvl4pPr marL="1828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4pPr>
            <a:lvl5pPr marL="22860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/>
            </a:lvl5pPr>
            <a:lvl6pPr marL="27432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marL="32004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marL="36576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marL="4114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9854F733-9DD3-4810-9319-A49C0CA42D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25C64F00-5D23-47D5-BE1A-DCD3D225CB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4" name="Google Shape;24;p3">
            <a:extLst xmlns:a="http://schemas.openxmlformats.org/drawingml/2006/main">
              <a:ext uri="{FF2B5EF4-FFF2-40B4-BE49-F238E27FC236}">
                <a16:creationId xmlns:a16="http://schemas.microsoft.com/office/drawing/2014/main" id="{F9A8946E-E5BA-4640-B182-DF3D995DBD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En-tête de section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73EBDD05-2E79-4038-8151-E5FC540C23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3305175"/>
            <a:ext cx="7772400" cy="1021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4698EBA-2FB6-48B0-A0B2-38DA67D51E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180035"/>
            <a:ext cx="77724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457200" indent="-22860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marL="914400" indent="-22860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2pPr>
            <a:lvl3pPr marL="1371600" indent="-22860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3pPr>
            <a:lvl4pPr marL="18288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4pPr>
            <a:lvl5pPr marL="22860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5pPr>
            <a:lvl6pPr marL="27432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6pPr>
            <a:lvl7pPr marL="32004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7pPr>
            <a:lvl8pPr marL="36576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8pPr>
            <a:lvl9pPr marL="41148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347A408E-42A7-4B9C-A44D-E20E5F22E1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CE72FE22-403E-49A3-A3F3-670060B5BF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31B94199-7312-46A6-9092-20CE2D52D1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Deux contenus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Google Shape;32;p5">
            <a:extLst xmlns:a="http://schemas.openxmlformats.org/drawingml/2006/main">
              <a:ext uri="{FF2B5EF4-FFF2-40B4-BE49-F238E27FC236}">
                <a16:creationId xmlns:a16="http://schemas.microsoft.com/office/drawing/2014/main" id="{86915C1F-9047-49BA-94FC-F7745E796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3" name="Google Shape;33;p5">
            <a:extLst xmlns:a="http://schemas.openxmlformats.org/drawingml/2006/main">
              <a:ext uri="{FF2B5EF4-FFF2-40B4-BE49-F238E27FC236}">
                <a16:creationId xmlns:a16="http://schemas.microsoft.com/office/drawing/2014/main" id="{C8A822D8-7EB2-4638-9EA1-5D47C6716E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200150"/>
            <a:ext cx="4038600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4" name="Google Shape;34;p5">
            <a:extLst xmlns:a="http://schemas.openxmlformats.org/drawingml/2006/main">
              <a:ext uri="{FF2B5EF4-FFF2-40B4-BE49-F238E27FC236}">
                <a16:creationId xmlns:a16="http://schemas.microsoft.com/office/drawing/2014/main" id="{DDA4D0B6-5ADE-418C-8B15-0CED9A9FDC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200150"/>
            <a:ext cx="4038600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5" name="Google Shape;35;p5">
            <a:extLst xmlns:a="http://schemas.openxmlformats.org/drawingml/2006/main">
              <a:ext uri="{FF2B5EF4-FFF2-40B4-BE49-F238E27FC236}">
                <a16:creationId xmlns:a16="http://schemas.microsoft.com/office/drawing/2014/main" id="{22B39B56-9488-4AA7-BBF1-8BBB7024D2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6" name="Google Shape;36;p5">
            <a:extLst xmlns:a="http://schemas.openxmlformats.org/drawingml/2006/main">
              <a:ext uri="{FF2B5EF4-FFF2-40B4-BE49-F238E27FC236}">
                <a16:creationId xmlns:a16="http://schemas.microsoft.com/office/drawing/2014/main" id="{0204A50C-A859-4941-A7C9-4F8F318DB3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7" name="Google Shape;37;p5">
            <a:extLst xmlns:a="http://schemas.openxmlformats.org/drawingml/2006/main">
              <a:ext uri="{FF2B5EF4-FFF2-40B4-BE49-F238E27FC236}">
                <a16:creationId xmlns:a16="http://schemas.microsoft.com/office/drawing/2014/main" id="{CABE2BD9-8AEA-4867-90AF-650F9596EE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Compara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BCEBD026-3818-403C-939F-BE74897CF7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6">
            <a:extLst xmlns:a="http://schemas.openxmlformats.org/drawingml/2006/main">
              <a:ext uri="{FF2B5EF4-FFF2-40B4-BE49-F238E27FC236}">
                <a16:creationId xmlns:a16="http://schemas.microsoft.com/office/drawing/2014/main" id="{C6858B8B-ACD6-484C-8B22-633A4949F1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151335"/>
            <a:ext cx="4040188" cy="479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457200" indent="-2286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marL="914400" indent="-2286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marL="1371600" indent="-228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828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marL="22860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marL="27432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marL="32004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marL="36576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marL="4114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F2AF5C48-EEA3-4B8B-B2A9-64FAB71CBB1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631156"/>
            <a:ext cx="4040188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C25F5443-E14D-41D7-B046-3DAD2EF9AF3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151335"/>
            <a:ext cx="4041775" cy="479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457200" indent="-2286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marL="914400" indent="-2286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marL="1371600" indent="-228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828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marL="22860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marL="27432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marL="32004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marL="36576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marL="4114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Google Shape;43;p6">
            <a:extLst xmlns:a="http://schemas.openxmlformats.org/drawingml/2006/main">
              <a:ext uri="{FF2B5EF4-FFF2-40B4-BE49-F238E27FC236}">
                <a16:creationId xmlns:a16="http://schemas.microsoft.com/office/drawing/2014/main" id="{3AD93BC1-A8A8-4076-8A8D-5F7A5BB3B3DC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5" y="1631156"/>
            <a:ext cx="4041775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4" name="Google Shape;44;p6">
            <a:extLst xmlns:a="http://schemas.openxmlformats.org/drawingml/2006/main">
              <a:ext uri="{FF2B5EF4-FFF2-40B4-BE49-F238E27FC236}">
                <a16:creationId xmlns:a16="http://schemas.microsoft.com/office/drawing/2014/main" id="{3C916B7F-6918-411B-97EB-C9E9EDEED1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5" name="Google Shape;45;p6">
            <a:extLst xmlns:a="http://schemas.openxmlformats.org/drawingml/2006/main">
              <a:ext uri="{FF2B5EF4-FFF2-40B4-BE49-F238E27FC236}">
                <a16:creationId xmlns:a16="http://schemas.microsoft.com/office/drawing/2014/main" id="{06DC202D-64BB-49CF-BF1C-4DA467A2E4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6" name="Google Shape;46;p6">
            <a:extLst xmlns:a="http://schemas.openxmlformats.org/drawingml/2006/main">
              <a:ext uri="{FF2B5EF4-FFF2-40B4-BE49-F238E27FC236}">
                <a16:creationId xmlns:a16="http://schemas.microsoft.com/office/drawing/2014/main" id="{DE29A675-CF85-46B6-94BF-122C89364C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Titre seul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4BEB3F8D-A46A-48EC-8229-53B0AA74EE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9" name="Google Shape;49;p7">
            <a:extLst xmlns:a="http://schemas.openxmlformats.org/drawingml/2006/main">
              <a:ext uri="{FF2B5EF4-FFF2-40B4-BE49-F238E27FC236}">
                <a16:creationId xmlns:a16="http://schemas.microsoft.com/office/drawing/2014/main" id="{DDCA49BC-3EAD-436A-B41F-68D95C577F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98889C66-2A86-4B59-B3C8-EECD126E68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1" name="Google Shape;51;p7">
            <a:extLst xmlns:a="http://schemas.openxmlformats.org/drawingml/2006/main">
              <a:ext uri="{FF2B5EF4-FFF2-40B4-BE49-F238E27FC236}">
                <a16:creationId xmlns:a16="http://schemas.microsoft.com/office/drawing/2014/main" id="{32C9F286-EF0A-484E-860F-7BEB948DFE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Vide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E5D8A5D6-B268-47D1-8B39-99B9C8C7F9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F64531F0-921E-4116-ABCF-BE2A7C4202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E14F57F3-E92A-4A21-9D19-24CA29EF6D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u avec légende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9">
            <a:extLst xmlns:a="http://schemas.openxmlformats.org/drawingml/2006/main">
              <a:ext uri="{FF2B5EF4-FFF2-40B4-BE49-F238E27FC236}">
                <a16:creationId xmlns:a16="http://schemas.microsoft.com/office/drawing/2014/main" id="{2D988451-BD95-4154-BD6E-358462D199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4788"/>
            <a:ext cx="3008313" cy="871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8" name="Google Shape;58;p9">
            <a:extLst xmlns:a="http://schemas.openxmlformats.org/drawingml/2006/main">
              <a:ext uri="{FF2B5EF4-FFF2-40B4-BE49-F238E27FC236}">
                <a16:creationId xmlns:a16="http://schemas.microsoft.com/office/drawing/2014/main" id="{D0BAEA03-6773-4899-8642-62C9DF6A93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204788"/>
            <a:ext cx="5111750" cy="4389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92EB4EAB-9EE6-4FCD-A8F1-7799042F27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076325"/>
            <a:ext cx="3008313" cy="3518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286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marL="914400" indent="-2286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marL="1371600" indent="-228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828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marL="22860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marL="27432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marL="32004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marL="36576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marL="4114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34D8344B-569B-4D9F-A0B4-C96302479E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C15BBF5E-4531-48D1-B4B7-92CEC7E3E4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35E8F99C-27BA-4A08-BD99-494CD5E064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Image avec légende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Google Shape;64;p10">
            <a:extLst xmlns:a="http://schemas.openxmlformats.org/drawingml/2006/main">
              <a:ext uri="{FF2B5EF4-FFF2-40B4-BE49-F238E27FC236}">
                <a16:creationId xmlns:a16="http://schemas.microsoft.com/office/drawing/2014/main" id="{A6BBB75A-8382-4D5A-A208-64F6CDE720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3600450"/>
            <a:ext cx="5486400" cy="425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5" name="Google Shape;65;p10">
            <a:extLst xmlns:a="http://schemas.openxmlformats.org/drawingml/2006/main">
              <a:ext uri="{FF2B5EF4-FFF2-40B4-BE49-F238E27FC236}">
                <a16:creationId xmlns:a16="http://schemas.microsoft.com/office/drawing/2014/main" id="{6AE3EB4E-693C-4D55-9E52-EB5F5316538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792288" y="459581"/>
            <a:ext cx="548640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6" name="Google Shape;66;p10">
            <a:extLst xmlns:a="http://schemas.openxmlformats.org/drawingml/2006/main">
              <a:ext uri="{FF2B5EF4-FFF2-40B4-BE49-F238E27FC236}">
                <a16:creationId xmlns:a16="http://schemas.microsoft.com/office/drawing/2014/main" id="{DA58A873-890A-4863-9C33-5D8F40C1D2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92288" y="4025504"/>
            <a:ext cx="5486400" cy="603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286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marL="914400" indent="-2286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marL="1371600" indent="-228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828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marL="22860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marL="27432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marL="32004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marL="36576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marL="4114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28E6E4F9-6287-4924-A6B7-BDAD91191C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51F2CE9B-7FF2-41D4-A04D-F0D2CE5B75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9" name="Google Shape;69;p10">
            <a:extLst xmlns:a="http://schemas.openxmlformats.org/drawingml/2006/main">
              <a:ext uri="{FF2B5EF4-FFF2-40B4-BE49-F238E27FC236}">
                <a16:creationId xmlns:a16="http://schemas.microsoft.com/office/drawing/2014/main" id="{963C3988-C954-4C29-BAB5-2F9FE1319A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re et texte vertical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Google Shape;71;p11">
            <a:extLst xmlns:a="http://schemas.openxmlformats.org/drawingml/2006/main">
              <a:ext uri="{FF2B5EF4-FFF2-40B4-BE49-F238E27FC236}">
                <a16:creationId xmlns:a16="http://schemas.microsoft.com/office/drawing/2014/main" id="{58FCDC61-EAF0-4C1D-B258-99C8231539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2" name="Google Shape;72;p11">
            <a:extLst xmlns:a="http://schemas.openxmlformats.org/drawingml/2006/main">
              <a:ext uri="{FF2B5EF4-FFF2-40B4-BE49-F238E27FC236}">
                <a16:creationId xmlns:a16="http://schemas.microsoft.com/office/drawing/2014/main" id="{383A9A8D-8E6E-46F4-844E-41AF29FFC3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874764" y="-1217414"/>
            <a:ext cx="3394472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1pPr>
            <a:lvl2pPr marL="914400" indent="-3175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2pPr>
            <a:lvl3pPr marL="1371600" indent="-3175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3pPr>
            <a:lvl4pPr marL="1828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4pPr>
            <a:lvl5pPr marL="22860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/>
            </a:lvl5pPr>
            <a:lvl6pPr marL="27432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marL="32004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marL="36576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marL="4114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3" name="Google Shape;73;p11">
            <a:extLst xmlns:a="http://schemas.openxmlformats.org/drawingml/2006/main">
              <a:ext uri="{FF2B5EF4-FFF2-40B4-BE49-F238E27FC236}">
                <a16:creationId xmlns:a16="http://schemas.microsoft.com/office/drawing/2014/main" id="{2A3FE4B5-FD4B-4BE9-AFF4-538F6368D1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4" name="Google Shape;74;p11">
            <a:extLst xmlns:a="http://schemas.openxmlformats.org/drawingml/2006/main">
              <a:ext uri="{FF2B5EF4-FFF2-40B4-BE49-F238E27FC236}">
                <a16:creationId xmlns:a16="http://schemas.microsoft.com/office/drawing/2014/main" id="{D8DC3B2C-FF78-4F01-B8EA-25E84E6464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1202774F-D2E3-44A9-89AC-0A082970AF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Titre vertical et texte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Google Shape;77;p12">
            <a:extLst xmlns:a="http://schemas.openxmlformats.org/drawingml/2006/main">
              <a:ext uri="{FF2B5EF4-FFF2-40B4-BE49-F238E27FC236}">
                <a16:creationId xmlns:a16="http://schemas.microsoft.com/office/drawing/2014/main" id="{5D1BB432-35AE-42DE-9472-2BEBE2CD2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463778" y="1371600"/>
            <a:ext cx="4388644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8" name="Google Shape;78;p12">
            <a:extLst xmlns:a="http://schemas.openxmlformats.org/drawingml/2006/main">
              <a:ext uri="{FF2B5EF4-FFF2-40B4-BE49-F238E27FC236}">
                <a16:creationId xmlns:a16="http://schemas.microsoft.com/office/drawing/2014/main" id="{ABD73833-2227-444F-AAB8-ADD815C2A9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272778" y="-609599"/>
            <a:ext cx="4388644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1pPr>
            <a:lvl2pPr marL="914400" indent="-3175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2pPr>
            <a:lvl3pPr marL="1371600" indent="-3175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3pPr>
            <a:lvl4pPr marL="1828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4pPr>
            <a:lvl5pPr marL="22860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/>
            </a:lvl5pPr>
            <a:lvl6pPr marL="27432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marL="32004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marL="36576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marL="4114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9" name="Google Shape;79;p12">
            <a:extLst xmlns:a="http://schemas.openxmlformats.org/drawingml/2006/main">
              <a:ext uri="{FF2B5EF4-FFF2-40B4-BE49-F238E27FC236}">
                <a16:creationId xmlns:a16="http://schemas.microsoft.com/office/drawing/2014/main" id="{A8BD69BD-8806-4FE9-BCF6-C71F7E5DE9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80" name="Google Shape;80;p12">
            <a:extLst xmlns:a="http://schemas.openxmlformats.org/drawingml/2006/main">
              <a:ext uri="{FF2B5EF4-FFF2-40B4-BE49-F238E27FC236}">
                <a16:creationId xmlns:a16="http://schemas.microsoft.com/office/drawing/2014/main" id="{C21DC885-B537-44F1-B534-CD3010138E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81" name="Google Shape;81;p12">
            <a:extLst xmlns:a="http://schemas.openxmlformats.org/drawingml/2006/main">
              <a:ext uri="{FF2B5EF4-FFF2-40B4-BE49-F238E27FC236}">
                <a16:creationId xmlns:a16="http://schemas.microsoft.com/office/drawing/2014/main" id="{3BB52661-32B4-4813-8301-A79BF16ADC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9dd2b944109f4884" /><Relationship Type="http://schemas.openxmlformats.org/officeDocument/2006/relationships/theme" Target="/ppt/slideMasters/theme/theme2.xml" Id="Ra5d1c97060f54da2" /><Relationship Type="http://schemas.openxmlformats.org/officeDocument/2006/relationships/slideLayout" Target="/ppt/slideLayouts/slideLayout1.xml" Id="R661b5bd99ccd433a" /><Relationship Type="http://schemas.openxmlformats.org/officeDocument/2006/relationships/slideLayout" Target="/ppt/slideLayouts/slideLayout2.xml" Id="R28e9fd574a4a4ab7" /><Relationship Type="http://schemas.openxmlformats.org/officeDocument/2006/relationships/slideLayout" Target="/ppt/slideLayouts/slideLayout3.xml" Id="R80bfd73771924c8a" /><Relationship Type="http://schemas.openxmlformats.org/officeDocument/2006/relationships/slideLayout" Target="/ppt/slideLayouts/slideLayout4.xml" Id="R53d1adb362784f1e" /><Relationship Type="http://schemas.openxmlformats.org/officeDocument/2006/relationships/slideLayout" Target="/ppt/slideLayouts/slideLayout5.xml" Id="R16318bd165404c9f" /><Relationship Type="http://schemas.openxmlformats.org/officeDocument/2006/relationships/slideLayout" Target="/ppt/slideLayouts/slideLayout6.xml" Id="Rc4392886c5544526" /><Relationship Type="http://schemas.openxmlformats.org/officeDocument/2006/relationships/slideLayout" Target="/ppt/slideLayouts/slideLayout7.xml" Id="Rc001583e76bf4e7d" /><Relationship Type="http://schemas.openxmlformats.org/officeDocument/2006/relationships/slideLayout" Target="/ppt/slideLayouts/slideLayout8.xml" Id="R58a75fb31e27409a" /><Relationship Type="http://schemas.openxmlformats.org/officeDocument/2006/relationships/slideLayout" Target="/ppt/slideLayouts/slideLayout9.xml" Id="R7d9e2a6999c3407a" /><Relationship Type="http://schemas.openxmlformats.org/officeDocument/2006/relationships/slideLayout" Target="/ppt/slideLayouts/slideLayout10.xml" Id="R54657a8db7694579" /><Relationship Type="http://schemas.openxmlformats.org/officeDocument/2006/relationships/slideLayout" Target="/ppt/slideLayouts/slideLayout11.xml" Id="R3cf187c17d554fb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006BBB29-E717-43A7-932A-47DF284369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69C2ACBB-E1ED-4DED-8B33-FAE6A8AE7C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200150"/>
            <a:ext cx="8229600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175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1pPr>
            <a:lvl2pPr marL="914400" marR="0" indent="-3175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2pPr>
            <a:lvl3pPr marL="1371600" marR="0" indent="-3175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3pPr>
            <a:lvl4pPr marL="18288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4pPr>
            <a:lvl5pPr marL="22860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/>
            </a:lvl5pPr>
            <a:lvl6pPr marL="27432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marL="32004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marL="36576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marL="41148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8A34BEBD-54F2-465F-915C-47472F1202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3520E543-5AA9-4359-B0FD-F993C6689B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0DB94DBB-1D34-46D9-A628-E4E745EFD9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  <p:sp>
        <p:nvSpPr>
          <p:cNvPr id="11" name="Google Shape;11;p1">
            <a:extLst xmlns:a="http://schemas.openxmlformats.org/drawingml/2006/main">
              <a:ext uri="{FF2B5EF4-FFF2-40B4-BE49-F238E27FC236}">
                <a16:creationId xmlns:a16="http://schemas.microsoft.com/office/drawing/2014/main" id="{222311C1-B30A-4D07-855D-9272C2C9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941" y="5056026"/>
            <a:ext cx="9180512" cy="108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068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9" name="Google Shape;12;p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d2b944109f488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5675" y="0"/>
            <a:ext cx="1188326" cy="579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1b5bd99ccd433a"/>
    <p:sldLayoutId xmlns:r="http://schemas.openxmlformats.org/officeDocument/2006/relationships" id="2147483650" r:id="R28e9fd574a4a4ab7"/>
    <p:sldLayoutId xmlns:r="http://schemas.openxmlformats.org/officeDocument/2006/relationships" id="2147483651" r:id="R80bfd73771924c8a"/>
    <p:sldLayoutId xmlns:r="http://schemas.openxmlformats.org/officeDocument/2006/relationships" id="2147483652" r:id="R53d1adb362784f1e"/>
    <p:sldLayoutId xmlns:r="http://schemas.openxmlformats.org/officeDocument/2006/relationships" id="2147483653" r:id="R16318bd165404c9f"/>
    <p:sldLayoutId xmlns:r="http://schemas.openxmlformats.org/officeDocument/2006/relationships" id="2147483654" r:id="Rc4392886c5544526"/>
    <p:sldLayoutId xmlns:r="http://schemas.openxmlformats.org/officeDocument/2006/relationships" id="2147483655" r:id="Rc001583e76bf4e7d"/>
    <p:sldLayoutId xmlns:r="http://schemas.openxmlformats.org/officeDocument/2006/relationships" id="2147483656" r:id="R58a75fb31e27409a"/>
    <p:sldLayoutId xmlns:r="http://schemas.openxmlformats.org/officeDocument/2006/relationships" id="2147483657" r:id="R7d9e2a6999c3407a"/>
    <p:sldLayoutId xmlns:r="http://schemas.openxmlformats.org/officeDocument/2006/relationships" id="2147483658" r:id="R54657a8db7694579"/>
    <p:sldLayoutId xmlns:r="http://schemas.openxmlformats.org/officeDocument/2006/relationships" id="2147483659" r:id="R3cf187c17d554fb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NYUAD Hackathon">
  <a:themeElements>
    <a:clrScheme name="Burea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ea32017044842" /><Relationship Type="http://schemas.openxmlformats.org/officeDocument/2006/relationships/notesSlide" Target="/ppt/notesSlides/notesSlide1.xml" Id="R06a6069cdfcb4a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4ff6c87344158" /><Relationship Type="http://schemas.openxmlformats.org/officeDocument/2006/relationships/notesSlide" Target="/ppt/notesSlides/notesSlide2.xml" Id="R3c23c94c24d542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576448a5f4253" /><Relationship Type="http://schemas.openxmlformats.org/officeDocument/2006/relationships/notesSlide" Target="/ppt/notesSlides/notesSlide3.xml" Id="R41ddbb8b422446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0e5e00bdf406d" /><Relationship Type="http://schemas.openxmlformats.org/officeDocument/2006/relationships/chart" Target="/ppt/slides/charts/chart1.xml" Id="Rfd03b00af7bb4b16" /><Relationship Type="http://schemas.openxmlformats.org/officeDocument/2006/relationships/notesSlide" Target="/ppt/notesSlides/notesSlide4.xml" Id="R04c21da13ea447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4ac61249d4fea" /><Relationship Type="http://schemas.openxmlformats.org/officeDocument/2006/relationships/chart" Target="/ppt/slides/charts/chart2.xml" Id="R49b9f59f3da748e9" /><Relationship Type="http://schemas.openxmlformats.org/officeDocument/2006/relationships/notesSlide" Target="/ppt/notesSlides/notesSlide5.xml" Id="R2c6f438a1c884a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13d87854244fb" /><Relationship Type="http://schemas.openxmlformats.org/officeDocument/2006/relationships/chart" Target="/ppt/slides/charts/chart3.xml" Id="R45b880d9d9954dba" /><Relationship Type="http://schemas.openxmlformats.org/officeDocument/2006/relationships/notesSlide" Target="/ppt/notesSlides/notesSlide6.xml" Id="R616d3fa49b3c42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c003598cd4cc4" /><Relationship Type="http://schemas.openxmlformats.org/officeDocument/2006/relationships/chart" Target="/ppt/slides/charts/chart4.xml" Id="R5b560ffc44804fc4" /><Relationship Type="http://schemas.openxmlformats.org/officeDocument/2006/relationships/notesSlide" Target="/ppt/notesSlides/notesSlide7.xml" Id="Rebb97450d8ba40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4c577dbe74ce3" /><Relationship Type="http://schemas.openxmlformats.org/officeDocument/2006/relationships/chart" Target="/ppt/slides/charts/chart5.xml" Id="R5f93491ca6a64cbd" /><Relationship Type="http://schemas.openxmlformats.org/officeDocument/2006/relationships/notesSlide" Target="/ppt/notesSlides/notesSlide8.xml" Id="R49b0f88652224a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e2e4a95f94ef2" /><Relationship Type="http://schemas.openxmlformats.org/officeDocument/2006/relationships/chart" Target="/ppt/slides/charts/chart6.xml" Id="R687aee95ac8e4e01" /><Relationship Type="http://schemas.openxmlformats.org/officeDocument/2006/relationships/notesSlide" Target="/ppt/notesSlides/notesSlide9.xml" Id="Rb886b76f39e944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bfb13c3684f25" /><Relationship Type="http://schemas.openxmlformats.org/officeDocument/2006/relationships/notesSlide" Target="/ppt/notesSlides/notesSlide10.xml" Id="Rcb8f50d90ae540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0680cabdc4582" /><Relationship Type="http://schemas.openxmlformats.org/officeDocument/2006/relationships/notesSlide" Target="/ppt/notesSlides/notesSlide11.xml" Id="Rfd6cbb086f86417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06c43143e4ac7" /><Relationship Type="http://schemas.openxmlformats.org/officeDocument/2006/relationships/notesSlide" Target="/ppt/notesSlides/notesSlide12.xml" Id="Rcb69b1e3313c4f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255eba0ab491f" /><Relationship Type="http://schemas.openxmlformats.org/officeDocument/2006/relationships/notesSlide" Target="/ppt/notesSlides/notesSlide13.xml" Id="Rf287b0efc842470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3e8de140c48ed" /><Relationship Type="http://schemas.openxmlformats.org/officeDocument/2006/relationships/notesSlide" Target="/ppt/notesSlides/notesSlide14.xml" Id="R769ca476db824dc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Optical error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Data'!$B$2:$B$4</c:f>
              <c:numCache>
                <c:formatCode>0.##</c:formatCode>
                <c:ptCount val="3"/>
                <c:pt idx="0">
                  <c:v>0.07961902554</c:v>
                </c:pt>
                <c:pt idx="1">
                  <c:v>0.0647329637</c:v>
                </c:pt>
                <c:pt idx="2">
                  <c:v>0.04758283976</c:v>
                </c:pt>
              </c:numCache>
            </c:numRef>
          </c:val>
        </c:ser>
        <c:ser>
          <c:idx val="1"/>
          <c:order val="1"/>
          <c:tx>
            <c:v>Total error</c:v>
          </c:tx>
          <c:spPr>
            <a:solidFill xmlns:a="http://schemas.openxmlformats.org/drawingml/2006/main">
              <a:srgbClr val="16877B"/>
            </a:solidFill>
            <a:ln xmlns:a="http://schemas.openxmlformats.org/drawingml/2006/main" w="23813">
              <a:solidFill>
                <a:srgbClr val="16877B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Data'!$D$2:$D$4</c:f>
              <c:numCache>
                <c:formatCode>0.##</c:formatCode>
                <c:ptCount val="3"/>
                <c:pt idx="0">
                  <c:v>0.09210106368</c:v>
                </c:pt>
                <c:pt idx="1">
                  <c:v>0.0795850067</c:v>
                </c:pt>
                <c:pt idx="2">
                  <c:v>0.06638933154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Probe strategy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-0.5647188387</c:v>
                </c:pt>
                <c:pt idx="1">
                  <c:v>-0.7152338365</c:v>
                </c:pt>
                <c:pt idx="2">
                  <c:v>-0.803279466</c:v>
                </c:pt>
                <c:pt idx="3">
                  <c:v>-0.8657488343</c:v>
                </c:pt>
                <c:pt idx="4">
                  <c:v>-0.9142038408</c:v>
                </c:pt>
                <c:pt idx="5">
                  <c:v>-0.9537944638</c:v>
                </c:pt>
                <c:pt idx="6">
                  <c:v>-0.9872678587</c:v>
                </c:pt>
                <c:pt idx="7">
                  <c:v>-1.016263832</c:v>
                </c:pt>
                <c:pt idx="8">
                  <c:v>-1.041840093</c:v>
                </c:pt>
                <c:pt idx="9">
                  <c:v>-1.064718839</c:v>
                </c:pt>
                <c:pt idx="10">
                  <c:v>-1.085415181</c:v>
                </c:pt>
                <c:pt idx="11">
                  <c:v>-1.104309462</c:v>
                </c:pt>
                <c:pt idx="12">
                  <c:v>-1.121690515</c:v>
                </c:pt>
                <c:pt idx="13">
                  <c:v>-1.137782856</c:v>
                </c:pt>
                <c:pt idx="14">
                  <c:v>-1.152764468</c:v>
                </c:pt>
                <c:pt idx="15">
                  <c:v>-1.16677883</c:v>
                </c:pt>
                <c:pt idx="16">
                  <c:v>-1.179943299</c:v>
                </c:pt>
                <c:pt idx="17">
                  <c:v>-1.192355091</c:v>
                </c:pt>
                <c:pt idx="18">
                  <c:v>-1.204095639</c:v>
                </c:pt>
                <c:pt idx="19">
                  <c:v>-1.215233836</c:v>
                </c:pt>
                <c:pt idx="20">
                  <c:v>-1.225828486</c:v>
                </c:pt>
                <c:pt idx="21">
                  <c:v>-1.235930179</c:v>
                </c:pt>
                <c:pt idx="22">
                  <c:v>-1.245582757</c:v>
                </c:pt>
                <c:pt idx="23">
                  <c:v>-1.25482446</c:v>
                </c:pt>
                <c:pt idx="24">
                  <c:v>-1.263688843</c:v>
                </c:pt>
                <c:pt idx="25">
                  <c:v>-1.272205513</c:v>
                </c:pt>
                <c:pt idx="26">
                  <c:v>-1.280400721</c:v>
                </c:pt>
                <c:pt idx="27">
                  <c:v>-1.288297854</c:v>
                </c:pt>
                <c:pt idx="28">
                  <c:v>-1.295917838</c:v>
                </c:pt>
                <c:pt idx="29">
                  <c:v>-1.303279466</c:v>
                </c:pt>
                <c:pt idx="30">
                  <c:v>-1.310399686</c:v>
                </c:pt>
                <c:pt idx="31">
                  <c:v>-1.317293828</c:v>
                </c:pt>
                <c:pt idx="32">
                  <c:v>-1.323975809</c:v>
                </c:pt>
                <c:pt idx="33">
                  <c:v>-1.330458297</c:v>
                </c:pt>
                <c:pt idx="34">
                  <c:v>-1.336752861</c:v>
                </c:pt>
                <c:pt idx="35">
                  <c:v>-1.342870089</c:v>
                </c:pt>
                <c:pt idx="36">
                  <c:v>-1.348819701</c:v>
                </c:pt>
                <c:pt idx="37">
                  <c:v>-1.354610637</c:v>
                </c:pt>
                <c:pt idx="38">
                  <c:v>-1.360251142</c:v>
                </c:pt>
                <c:pt idx="39">
                  <c:v>-1.365748834</c:v>
                </c:pt>
                <c:pt idx="40">
                  <c:v>-1.371110767</c:v>
                </c:pt>
                <c:pt idx="41">
                  <c:v>-1.376343484</c:v>
                </c:pt>
                <c:pt idx="42">
                  <c:v>-1.381453066</c:v>
                </c:pt>
                <c:pt idx="43">
                  <c:v>-1.386445177</c:v>
                </c:pt>
                <c:pt idx="44">
                  <c:v>-1.391325096</c:v>
                </c:pt>
                <c:pt idx="45">
                  <c:v>-1.396097754</c:v>
                </c:pt>
                <c:pt idx="46">
                  <c:v>-1.400767768</c:v>
                </c:pt>
                <c:pt idx="47">
                  <c:v>-1.405339457</c:v>
                </c:pt>
                <c:pt idx="48">
                  <c:v>-1.409816879</c:v>
                </c:pt>
                <c:pt idx="49">
                  <c:v>-1.414203841</c:v>
                </c:pt>
                <c:pt idx="50">
                  <c:v>-1.418503927</c:v>
                </c:pt>
                <c:pt idx="51">
                  <c:v>-1.42272051</c:v>
                </c:pt>
                <c:pt idx="52">
                  <c:v>-1.426856773</c:v>
                </c:pt>
                <c:pt idx="53">
                  <c:v>-1.430915719</c:v>
                </c:pt>
                <c:pt idx="54">
                  <c:v>-1.434900183</c:v>
                </c:pt>
                <c:pt idx="55">
                  <c:v>-1.438812852</c:v>
                </c:pt>
                <c:pt idx="56">
                  <c:v>-1.442656266</c:v>
                </c:pt>
                <c:pt idx="57">
                  <c:v>-1.446432835</c:v>
                </c:pt>
                <c:pt idx="58">
                  <c:v>-1.450144844</c:v>
                </c:pt>
                <c:pt idx="59">
                  <c:v>-1.453794464</c:v>
                </c:pt>
                <c:pt idx="60">
                  <c:v>-1.457383756</c:v>
                </c:pt>
                <c:pt idx="61">
                  <c:v>-1.460914683</c:v>
                </c:pt>
                <c:pt idx="62">
                  <c:v>-1.464389113</c:v>
                </c:pt>
                <c:pt idx="63">
                  <c:v>-1.467808826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16877B"/>
            </a:solidFill>
            <a:ln xmlns:a="http://schemas.openxmlformats.org/drawingml/2006/main" w="23813">
              <a:solidFill>
                <a:srgbClr val="16877B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-0.6998628609</c:v>
                </c:pt>
                <c:pt idx="1">
                  <c:v>-0.8503778588</c:v>
                </c:pt>
                <c:pt idx="2">
                  <c:v>-0.9384234883</c:v>
                </c:pt>
                <c:pt idx="3">
                  <c:v>-1.000892857</c:v>
                </c:pt>
                <c:pt idx="4">
                  <c:v>-1.049347863</c:v>
                </c:pt>
                <c:pt idx="5">
                  <c:v>-1.088938486</c:v>
                </c:pt>
                <c:pt idx="6">
                  <c:v>-1.122411881</c:v>
                </c:pt>
                <c:pt idx="7">
                  <c:v>-1.151407854</c:v>
                </c:pt>
                <c:pt idx="8">
                  <c:v>-1.176984116</c:v>
                </c:pt>
                <c:pt idx="9">
                  <c:v>-1.199862861</c:v>
                </c:pt>
                <c:pt idx="10">
                  <c:v>-1.220559203</c:v>
                </c:pt>
                <c:pt idx="11">
                  <c:v>-1.239453484</c:v>
                </c:pt>
                <c:pt idx="12">
                  <c:v>-1.256834537</c:v>
                </c:pt>
                <c:pt idx="13">
                  <c:v>-1.272926879</c:v>
                </c:pt>
                <c:pt idx="14">
                  <c:v>-1.28790849</c:v>
                </c:pt>
                <c:pt idx="15">
                  <c:v>-1.301922852</c:v>
                </c:pt>
                <c:pt idx="16">
                  <c:v>-1.315087322</c:v>
                </c:pt>
                <c:pt idx="17">
                  <c:v>-1.327499113</c:v>
                </c:pt>
                <c:pt idx="18">
                  <c:v>-1.339239661</c:v>
                </c:pt>
                <c:pt idx="19">
                  <c:v>-1.350377859</c:v>
                </c:pt>
                <c:pt idx="20">
                  <c:v>-1.360972508</c:v>
                </c:pt>
                <c:pt idx="21">
                  <c:v>-1.371074201</c:v>
                </c:pt>
                <c:pt idx="22">
                  <c:v>-1.380726779</c:v>
                </c:pt>
                <c:pt idx="23">
                  <c:v>-1.389968482</c:v>
                </c:pt>
                <c:pt idx="24">
                  <c:v>-1.398832865</c:v>
                </c:pt>
                <c:pt idx="25">
                  <c:v>-1.407349535</c:v>
                </c:pt>
                <c:pt idx="26">
                  <c:v>-1.415544743</c:v>
                </c:pt>
                <c:pt idx="27">
                  <c:v>-1.423441877</c:v>
                </c:pt>
                <c:pt idx="28">
                  <c:v>-1.43106186</c:v>
                </c:pt>
                <c:pt idx="29">
                  <c:v>-1.438423488</c:v>
                </c:pt>
                <c:pt idx="30">
                  <c:v>-1.445543708</c:v>
                </c:pt>
                <c:pt idx="31">
                  <c:v>-1.45243785</c:v>
                </c:pt>
                <c:pt idx="32">
                  <c:v>-1.459119831</c:v>
                </c:pt>
                <c:pt idx="33">
                  <c:v>-1.465602319</c:v>
                </c:pt>
                <c:pt idx="34">
                  <c:v>-1.471896883</c:v>
                </c:pt>
                <c:pt idx="35">
                  <c:v>-1.478014111</c:v>
                </c:pt>
                <c:pt idx="36">
                  <c:v>-1.483963723</c:v>
                </c:pt>
                <c:pt idx="37">
                  <c:v>-1.489754659</c:v>
                </c:pt>
                <c:pt idx="38">
                  <c:v>-1.495395164</c:v>
                </c:pt>
                <c:pt idx="39">
                  <c:v>-1.500892857</c:v>
                </c:pt>
                <c:pt idx="40">
                  <c:v>-1.506254789</c:v>
                </c:pt>
                <c:pt idx="41">
                  <c:v>-1.511487506</c:v>
                </c:pt>
                <c:pt idx="42">
                  <c:v>-1.516597089</c:v>
                </c:pt>
                <c:pt idx="43">
                  <c:v>-1.521589199</c:v>
                </c:pt>
                <c:pt idx="44">
                  <c:v>-1.526469118</c:v>
                </c:pt>
                <c:pt idx="45">
                  <c:v>-1.531241777</c:v>
                </c:pt>
                <c:pt idx="46">
                  <c:v>-1.53591179</c:v>
                </c:pt>
                <c:pt idx="47">
                  <c:v>-1.54048348</c:v>
                </c:pt>
                <c:pt idx="48">
                  <c:v>-1.544960901</c:v>
                </c:pt>
                <c:pt idx="49">
                  <c:v>-1.549347863</c:v>
                </c:pt>
                <c:pt idx="50">
                  <c:v>-1.553647949</c:v>
                </c:pt>
                <c:pt idx="51">
                  <c:v>-1.557864533</c:v>
                </c:pt>
                <c:pt idx="52">
                  <c:v>-1.562000796</c:v>
                </c:pt>
                <c:pt idx="53">
                  <c:v>-1.566059741</c:v>
                </c:pt>
                <c:pt idx="54">
                  <c:v>-1.570044206</c:v>
                </c:pt>
                <c:pt idx="55">
                  <c:v>-1.573956874</c:v>
                </c:pt>
                <c:pt idx="56">
                  <c:v>-1.577800289</c:v>
                </c:pt>
                <c:pt idx="57">
                  <c:v>-1.581576858</c:v>
                </c:pt>
                <c:pt idx="58">
                  <c:v>-1.585288867</c:v>
                </c:pt>
                <c:pt idx="59">
                  <c:v>-1.588938486</c:v>
                </c:pt>
                <c:pt idx="60">
                  <c:v>-1.592527778</c:v>
                </c:pt>
                <c:pt idx="61">
                  <c:v>-1.596058706</c:v>
                </c:pt>
                <c:pt idx="62">
                  <c:v>-1.599533136</c:v>
                </c:pt>
                <c:pt idx="63">
                  <c:v>-1.602952848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660099"/>
            </a:solidFill>
            <a:ln xmlns:a="http://schemas.openxmlformats.org/drawingml/2006/main" w="23813">
              <a:solidFill>
                <a:srgbClr val="660099"/>
              </a:solidFill>
            </a:ln>
          </c:spPr>
          <c:marker>
            <c:symbol val="none"/>
          </c:marker>
          <c:xVal>
            <c:numRef>
              <c:f>'Chart Data'!$E$2:$E$65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Data'!$F$2:$F$65</c:f>
              <c:numCache>
                <c:formatCode>0.##</c:formatCode>
                <c:ptCount val="64"/>
                <c:pt idx="0">
                  <c:v>-0.6998628609</c:v>
                </c:pt>
                <c:pt idx="1">
                  <c:v>-0.9035034139</c:v>
                </c:pt>
                <c:pt idx="2">
                  <c:v>-1.030625382</c:v>
                </c:pt>
                <c:pt idx="3">
                  <c:v>-1.12478583</c:v>
                </c:pt>
                <c:pt idx="4">
                  <c:v>-1.200177336</c:v>
                </c:pt>
                <c:pt idx="5">
                  <c:v>-1.263319542</c:v>
                </c:pt>
                <c:pt idx="6">
                  <c:v>-1.317782916</c:v>
                </c:pt>
                <c:pt idx="7">
                  <c:v>-1.365748556</c:v>
                </c:pt>
                <c:pt idx="8">
                  <c:v>-1.408652654</c:v>
                </c:pt>
                <c:pt idx="9">
                  <c:v>-1.447494246</c:v>
                </c:pt>
                <c:pt idx="10">
                  <c:v>-1.48299804</c:v>
                </c:pt>
                <c:pt idx="11">
                  <c:v>-1.515707446</c:v>
                </c:pt>
                <c:pt idx="12">
                  <c:v>-1.54604101</c:v>
                </c:pt>
                <c:pt idx="13">
                  <c:v>-1.574328332</c:v>
                </c:pt>
                <c:pt idx="14">
                  <c:v>-1.600833856</c:v>
                </c:pt>
                <c:pt idx="15">
                  <c:v>-1.625773148</c:v>
                </c:pt>
                <c:pt idx="16">
                  <c:v>-1.649324358</c:v>
                </c:pt>
                <c:pt idx="17">
                  <c:v>-1.671636489</c:v>
                </c:pt>
                <c:pt idx="18">
                  <c:v>-1.692835478</c:v>
                </c:pt>
                <c:pt idx="19">
                  <c:v>-1.71302877</c:v>
                </c:pt>
                <c:pt idx="20">
                  <c:v>-1.7323088</c:v>
                </c:pt>
                <c:pt idx="21">
                  <c:v>-1.750755683</c:v>
                </c:pt>
                <c:pt idx="22">
                  <c:v>-1.76843933</c:v>
                </c:pt>
                <c:pt idx="23">
                  <c:v>-1.785421126</c:v>
                </c:pt>
                <c:pt idx="24">
                  <c:v>-1.801755266</c:v>
                </c:pt>
                <c:pt idx="25">
                  <c:v>-1.817489849</c:v>
                </c:pt>
                <c:pt idx="26">
                  <c:v>-1.832667764</c:v>
                </c:pt>
                <c:pt idx="27">
                  <c:v>-1.84732742</c:v>
                </c:pt>
                <c:pt idx="28">
                  <c:v>-1.861503354</c:v>
                </c:pt>
                <c:pt idx="29">
                  <c:v>-1.875226735</c:v>
                </c:pt>
                <c:pt idx="30">
                  <c:v>-1.888525797</c:v>
                </c:pt>
                <c:pt idx="31">
                  <c:v>-1.90142619</c:v>
                </c:pt>
                <c:pt idx="32">
                  <c:v>-1.913951294</c:v>
                </c:pt>
                <c:pt idx="33">
                  <c:v>-1.926122479</c:v>
                </c:pt>
                <c:pt idx="34">
                  <c:v>-1.937959329</c:v>
                </c:pt>
                <c:pt idx="35">
                  <c:v>-1.949479836</c:v>
                </c:pt>
                <c:pt idx="36">
                  <c:v>-1.960700571</c:v>
                </c:pt>
                <c:pt idx="37">
                  <c:v>-1.97163683</c:v>
                </c:pt>
                <c:pt idx="38">
                  <c:v>-1.982302761</c:v>
                </c:pt>
                <c:pt idx="39">
                  <c:v>-1.992711477</c:v>
                </c:pt>
                <c:pt idx="40">
                  <c:v>-2.002875155</c:v>
                </c:pt>
                <c:pt idx="41">
                  <c:v>-2.012805124</c:v>
                </c:pt>
                <c:pt idx="42">
                  <c:v>-2.022511942</c:v>
                </c:pt>
                <c:pt idx="43">
                  <c:v>-2.032005462</c:v>
                </c:pt>
                <c:pt idx="44">
                  <c:v>-2.0412949</c:v>
                </c:pt>
                <c:pt idx="45">
                  <c:v>-2.050388881</c:v>
                </c:pt>
                <c:pt idx="46">
                  <c:v>-2.059295496</c:v>
                </c:pt>
                <c:pt idx="47">
                  <c:v>-2.068022338</c:v>
                </c:pt>
                <c:pt idx="48">
                  <c:v>-2.076576551</c:v>
                </c:pt>
                <c:pt idx="49">
                  <c:v>-2.084964855</c:v>
                </c:pt>
                <c:pt idx="50">
                  <c:v>-2.093193587</c:v>
                </c:pt>
                <c:pt idx="51">
                  <c:v>-2.101268726</c:v>
                </c:pt>
                <c:pt idx="52">
                  <c:v>-2.109195919</c:v>
                </c:pt>
                <c:pt idx="53">
                  <c:v>-2.116980508</c:v>
                </c:pt>
                <c:pt idx="54">
                  <c:v>-2.124627549</c:v>
                </c:pt>
                <c:pt idx="55">
                  <c:v>-2.132141832</c:v>
                </c:pt>
                <c:pt idx="56">
                  <c:v>-2.139527902</c:v>
                </c:pt>
                <c:pt idx="57">
                  <c:v>-2.146790074</c:v>
                </c:pt>
                <c:pt idx="58">
                  <c:v>-2.153932447</c:v>
                </c:pt>
                <c:pt idx="59">
                  <c:v>-2.160958921</c:v>
                </c:pt>
                <c:pt idx="60">
                  <c:v>-2.167873205</c:v>
                </c:pt>
                <c:pt idx="61">
                  <c:v>-2.174678836</c:v>
                </c:pt>
                <c:pt idx="62">
                  <c:v>-2.181379185</c:v>
                </c:pt>
                <c:pt idx="63">
                  <c:v>-2.187977466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log₁₀ optical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log₁₀(number of sensors 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0.3458640433</c:v>
                </c:pt>
                <c:pt idx="1">
                  <c:v>0.2483469631</c:v>
                </c:pt>
                <c:pt idx="2">
                  <c:v>0.2106031117</c:v>
                </c:pt>
                <c:pt idx="3">
                  <c:v>0.1867134477</c:v>
                </c:pt>
                <c:pt idx="4">
                  <c:v>0.1706816032</c:v>
                </c:pt>
                <c:pt idx="5">
                  <c:v>0.1581146647</c:v>
                </c:pt>
                <c:pt idx="6">
                  <c:v>0.1482835053</c:v>
                </c:pt>
                <c:pt idx="7">
                  <c:v>0.1403873584</c:v>
                </c:pt>
                <c:pt idx="8">
                  <c:v>0.1345229821</c:v>
                </c:pt>
                <c:pt idx="9">
                  <c:v>0.1289078616</c:v>
                </c:pt>
                <c:pt idx="10">
                  <c:v>0.1241511824</c:v>
                </c:pt>
                <c:pt idx="11">
                  <c:v>0.1200297081</c:v>
                </c:pt>
                <c:pt idx="12">
                  <c:v>0.116384787</c:v>
                </c:pt>
                <c:pt idx="13">
                  <c:v>0.1131828071</c:v>
                </c:pt>
                <c:pt idx="14">
                  <c:v>0.1104770775</c:v>
                </c:pt>
                <c:pt idx="15">
                  <c:v>0.108091079</c:v>
                </c:pt>
                <c:pt idx="16">
                  <c:v>0.1063793108</c:v>
                </c:pt>
                <c:pt idx="17">
                  <c:v>0.1043285148</c:v>
                </c:pt>
                <c:pt idx="18">
                  <c:v>0.1024488299</c:v>
                </c:pt>
                <c:pt idx="19">
                  <c:v>0.1008011329</c:v>
                </c:pt>
                <c:pt idx="20">
                  <c:v>0.09925018314</c:v>
                </c:pt>
                <c:pt idx="21">
                  <c:v>0.09781233972</c:v>
                </c:pt>
                <c:pt idx="22">
                  <c:v>0.09647460462</c:v>
                </c:pt>
                <c:pt idx="23">
                  <c:v>0.09520527783</c:v>
                </c:pt>
                <c:pt idx="24">
                  <c:v>0.09401587797</c:v>
                </c:pt>
                <c:pt idx="25">
                  <c:v>0.09289776961</c:v>
                </c:pt>
                <c:pt idx="26">
                  <c:v>0.09183689538</c:v>
                </c:pt>
                <c:pt idx="27">
                  <c:v>0.09082419957</c:v>
                </c:pt>
                <c:pt idx="28">
                  <c:v>0.08986449751</c:v>
                </c:pt>
                <c:pt idx="29">
                  <c:v>0.08894974412</c:v>
                </c:pt>
                <c:pt idx="30">
                  <c:v>0.08807929034</c:v>
                </c:pt>
                <c:pt idx="31">
                  <c:v>0.08724446031</c:v>
                </c:pt>
                <c:pt idx="32">
                  <c:v>0.0868118805</c:v>
                </c:pt>
                <c:pt idx="33">
                  <c:v>0.08606258135</c:v>
                </c:pt>
                <c:pt idx="34">
                  <c:v>0.08536488971</c:v>
                </c:pt>
                <c:pt idx="35">
                  <c:v>0.08469068081</c:v>
                </c:pt>
                <c:pt idx="36">
                  <c:v>0.08403870346</c:v>
                </c:pt>
                <c:pt idx="37">
                  <c:v>0.08341592126</c:v>
                </c:pt>
                <c:pt idx="38">
                  <c:v>0.08281353797</c:v>
                </c:pt>
                <c:pt idx="39">
                  <c:v>0.08223097105</c:v>
                </c:pt>
                <c:pt idx="40">
                  <c:v>0.08167022062</c:v>
                </c:pt>
                <c:pt idx="41">
                  <c:v>0.08113008355</c:v>
                </c:pt>
                <c:pt idx="42">
                  <c:v>0.08062455935</c:v>
                </c:pt>
                <c:pt idx="43">
                  <c:v>0.08013553355</c:v>
                </c:pt>
                <c:pt idx="44">
                  <c:v>0.07966449549</c:v>
                </c:pt>
                <c:pt idx="45">
                  <c:v>0.07920609795</c:v>
                </c:pt>
                <c:pt idx="46">
                  <c:v>0.07876366222</c:v>
                </c:pt>
                <c:pt idx="47">
                  <c:v>0.07833359341</c:v>
                </c:pt>
                <c:pt idx="48">
                  <c:v>0.0779276499</c:v>
                </c:pt>
                <c:pt idx="49">
                  <c:v>0.07753128836</c:v>
                </c:pt>
                <c:pt idx="50">
                  <c:v>0.07715111226</c:v>
                </c:pt>
                <c:pt idx="51">
                  <c:v>0.07678227791</c:v>
                </c:pt>
                <c:pt idx="52">
                  <c:v>0.07642384489</c:v>
                </c:pt>
                <c:pt idx="53">
                  <c:v>0.07608136167</c:v>
                </c:pt>
                <c:pt idx="54">
                  <c:v>0.07574618482</c:v>
                </c:pt>
                <c:pt idx="55">
                  <c:v>0.07541874438</c:v>
                </c:pt>
                <c:pt idx="56">
                  <c:v>0.07510071892</c:v>
                </c:pt>
                <c:pt idx="57">
                  <c:v>0.07478910121</c:v>
                </c:pt>
                <c:pt idx="58">
                  <c:v>0.0744850387</c:v>
                </c:pt>
                <c:pt idx="59">
                  <c:v>0.07418772747</c:v>
                </c:pt>
                <c:pt idx="60">
                  <c:v>0.07389632127</c:v>
                </c:pt>
                <c:pt idx="61">
                  <c:v>0.07361055701</c:v>
                </c:pt>
                <c:pt idx="62">
                  <c:v>0.07333208047</c:v>
                </c:pt>
                <c:pt idx="63">
                  <c:v>0.0730592694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16877B"/>
            </a:solidFill>
            <a:ln xmlns:a="http://schemas.openxmlformats.org/drawingml/2006/main" w="23813">
              <a:solidFill>
                <a:srgbClr val="16877B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0.2919599865</c:v>
                </c:pt>
                <c:pt idx="1">
                  <c:v>0.2109160112</c:v>
                </c:pt>
                <c:pt idx="2">
                  <c:v>0.181364937</c:v>
                </c:pt>
                <c:pt idx="3">
                  <c:v>0.1620697079</c:v>
                </c:pt>
                <c:pt idx="4">
                  <c:v>0.1491842943</c:v>
                </c:pt>
                <c:pt idx="5">
                  <c:v>0.1388165492</c:v>
                </c:pt>
                <c:pt idx="6">
                  <c:v>0.1306766515</c:v>
                </c:pt>
                <c:pt idx="7">
                  <c:v>0.1241408527</c:v>
                </c:pt>
                <c:pt idx="8">
                  <c:v>0.1194834371</c:v>
                </c:pt>
                <c:pt idx="9">
                  <c:v>0.1148003052</c:v>
                </c:pt>
                <c:pt idx="10">
                  <c:v>0.1108510104</c:v>
                </c:pt>
                <c:pt idx="11">
                  <c:v>0.1074338191</c:v>
                </c:pt>
                <c:pt idx="12">
                  <c:v>0.1044064469</c:v>
                </c:pt>
                <c:pt idx="13">
                  <c:v>0.1017572772</c:v>
                </c:pt>
                <c:pt idx="14">
                  <c:v>0.0995645556</c:v>
                </c:pt>
                <c:pt idx="15">
                  <c:v>0.09764657092</c:v>
                </c:pt>
                <c:pt idx="16">
                  <c:v>0.09640607428</c:v>
                </c:pt>
                <c:pt idx="17">
                  <c:v>0.09473314906</c:v>
                </c:pt>
                <c:pt idx="18">
                  <c:v>0.09319991063</c:v>
                </c:pt>
                <c:pt idx="19">
                  <c:v>0.09187930166</c:v>
                </c:pt>
                <c:pt idx="20">
                  <c:v>0.09074210257</c:v>
                </c:pt>
                <c:pt idx="21">
                  <c:v>0.08971849101</c:v>
                </c:pt>
                <c:pt idx="22">
                  <c:v>0.08875982833</c:v>
                </c:pt>
                <c:pt idx="23">
                  <c:v>0.08783687891</c:v>
                </c:pt>
                <c:pt idx="24">
                  <c:v>0.08696659421</c:v>
                </c:pt>
                <c:pt idx="25">
                  <c:v>0.0861433213</c:v>
                </c:pt>
                <c:pt idx="26">
                  <c:v>0.08535506792</c:v>
                </c:pt>
                <c:pt idx="27">
                  <c:v>0.08459485427</c:v>
                </c:pt>
                <c:pt idx="28">
                  <c:v>0.08387023088</c:v>
                </c:pt>
                <c:pt idx="29">
                  <c:v>0.08317461034</c:v>
                </c:pt>
                <c:pt idx="30">
                  <c:v>0.08250907909</c:v>
                </c:pt>
                <c:pt idx="31">
                  <c:v>0.08186593246</c:v>
                </c:pt>
                <c:pt idx="32">
                  <c:v>0.08163653012</c:v>
                </c:pt>
                <c:pt idx="33">
                  <c:v>0.0810566951</c:v>
                </c:pt>
                <c:pt idx="34">
                  <c:v>0.08051981836</c:v>
                </c:pt>
                <c:pt idx="35">
                  <c:v>0.07999698035</c:v>
                </c:pt>
                <c:pt idx="36">
                  <c:v>0.0794877311</c:v>
                </c:pt>
                <c:pt idx="37">
                  <c:v>0.07900020177</c:v>
                </c:pt>
                <c:pt idx="38">
                  <c:v>0.07852578045</c:v>
                </c:pt>
                <c:pt idx="39">
                  <c:v>0.07806447794</c:v>
                </c:pt>
                <c:pt idx="40">
                  <c:v>0.07761895907</c:v>
                </c:pt>
                <c:pt idx="41">
                  <c:v>0.07718845476</c:v>
                </c:pt>
                <c:pt idx="42">
                  <c:v>0.07678811314</c:v>
                </c:pt>
                <c:pt idx="43">
                  <c:v>0.07639929385</c:v>
                </c:pt>
                <c:pt idx="44">
                  <c:v>0.07602393673</c:v>
                </c:pt>
                <c:pt idx="45">
                  <c:v>0.07565678254</c:v>
                </c:pt>
                <c:pt idx="46">
                  <c:v>0.07530162756</c:v>
                </c:pt>
                <c:pt idx="47">
                  <c:v>0.07495499896</c:v>
                </c:pt>
                <c:pt idx="48">
                  <c:v>0.07462944292</c:v>
                </c:pt>
                <c:pt idx="49">
                  <c:v>0.07431000053</c:v>
                </c:pt>
                <c:pt idx="50">
                  <c:v>0.07400378772</c:v>
                </c:pt>
                <c:pt idx="51">
                  <c:v>0.07370595522</c:v>
                </c:pt>
                <c:pt idx="52">
                  <c:v>0.07341571535</c:v>
                </c:pt>
                <c:pt idx="53">
                  <c:v>0.07313901766</c:v>
                </c:pt>
                <c:pt idx="54">
                  <c:v>0.07286702899</c:v>
                </c:pt>
                <c:pt idx="55">
                  <c:v>0.0726003538</c:v>
                </c:pt>
                <c:pt idx="56">
                  <c:v>0.07234087951</c:v>
                </c:pt>
                <c:pt idx="57">
                  <c:v>0.07208561675</c:v>
                </c:pt>
                <c:pt idx="58">
                  <c:v>0.07183588191</c:v>
                </c:pt>
                <c:pt idx="59">
                  <c:v>0.0715909572</c:v>
                </c:pt>
                <c:pt idx="60">
                  <c:v>0.07135007465</c:v>
                </c:pt>
                <c:pt idx="61">
                  <c:v>0.07111306422</c:v>
                </c:pt>
                <c:pt idx="62">
                  <c:v>0.07088172416</c:v>
                </c:pt>
                <c:pt idx="63">
                  <c:v>0.07065446351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660099"/>
            </a:solidFill>
            <a:ln xmlns:a="http://schemas.openxmlformats.org/drawingml/2006/main" w="23813">
              <a:solidFill>
                <a:srgbClr val="660099"/>
              </a:solidFill>
            </a:ln>
          </c:spPr>
          <c:marker>
            <c:symbol val="none"/>
          </c:marker>
          <c:xVal>
            <c:numRef>
              <c:f>'Chart Data'!$E$2:$E$65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Data'!$F$2:$F$65</c:f>
              <c:numCache>
                <c:formatCode>0.##</c:formatCode>
                <c:ptCount val="64"/>
                <c:pt idx="0">
                  <c:v>0.2919599865</c:v>
                </c:pt>
                <c:pt idx="1">
                  <c:v>0.200412721</c:v>
                </c:pt>
                <c:pt idx="2">
                  <c:v>0.1682322922</c:v>
                </c:pt>
                <c:pt idx="3">
                  <c:v>0.1481204853</c:v>
                </c:pt>
                <c:pt idx="4">
                  <c:v>0.135165731</c:v>
                </c:pt>
                <c:pt idx="5">
                  <c:v>0.1249322483</c:v>
                </c:pt>
                <c:pt idx="6">
                  <c:v>0.1170604386</c:v>
                </c:pt>
                <c:pt idx="7">
                  <c:v>0.1108619386</c:v>
                </c:pt>
                <c:pt idx="8">
                  <c:v>0.1066596714</c:v>
                </c:pt>
                <c:pt idx="9">
                  <c:v>0.1023341293</c:v>
                </c:pt>
                <c:pt idx="10">
                  <c:v>0.09874793454</c:v>
                </c:pt>
                <c:pt idx="11">
                  <c:v>0.09568588138</c:v>
                </c:pt>
                <c:pt idx="12">
                  <c:v>0.09299754414</c:v>
                </c:pt>
                <c:pt idx="13">
                  <c:v>0.09067770983</c:v>
                </c:pt>
                <c:pt idx="14">
                  <c:v>0.08882055837</c:v>
                </c:pt>
                <c:pt idx="15">
                  <c:v>0.08722742036</c:v>
                </c:pt>
                <c:pt idx="16">
                  <c:v>0.08635251093</c:v>
                </c:pt>
                <c:pt idx="17">
                  <c:v>0.08495927188</c:v>
                </c:pt>
                <c:pt idx="18">
                  <c:v>0.0836911562</c:v>
                </c:pt>
                <c:pt idx="19">
                  <c:v>0.08263219541</c:v>
                </c:pt>
                <c:pt idx="20">
                  <c:v>0.08168808491</c:v>
                </c:pt>
                <c:pt idx="21">
                  <c:v>0.08083338973</c:v>
                </c:pt>
                <c:pt idx="22">
                  <c:v>0.08003756169</c:v>
                </c:pt>
                <c:pt idx="23">
                  <c:v>0.0792691354</c:v>
                </c:pt>
                <c:pt idx="24">
                  <c:v>0.07854778201</c:v>
                </c:pt>
                <c:pt idx="25">
                  <c:v>0.07786801001</c:v>
                </c:pt>
                <c:pt idx="26">
                  <c:v>0.07721725674</c:v>
                </c:pt>
                <c:pt idx="27">
                  <c:v>0.07658846363</c:v>
                </c:pt>
                <c:pt idx="28">
                  <c:v>0.07599056613</c:v>
                </c:pt>
                <c:pt idx="29">
                  <c:v>0.075416823</c:v>
                </c:pt>
                <c:pt idx="30">
                  <c:v>0.07486891927</c:v>
                </c:pt>
                <c:pt idx="31">
                  <c:v>0.07433880834</c:v>
                </c:pt>
                <c:pt idx="32">
                  <c:v>0.07425737135</c:v>
                </c:pt>
                <c:pt idx="33">
                  <c:v>0.07378412651</c:v>
                </c:pt>
                <c:pt idx="34">
                  <c:v>0.07335236919</c:v>
                </c:pt>
                <c:pt idx="35">
                  <c:v>0.07293063827</c:v>
                </c:pt>
                <c:pt idx="36">
                  <c:v>0.0725187453</c:v>
                </c:pt>
                <c:pt idx="37">
                  <c:v>0.0721258766</c:v>
                </c:pt>
                <c:pt idx="38">
                  <c:v>0.07174284442</c:v>
                </c:pt>
                <c:pt idx="39">
                  <c:v>0.07136989826</c:v>
                </c:pt>
                <c:pt idx="40">
                  <c:v>0.07101016969</c:v>
                </c:pt>
                <c:pt idx="41">
                  <c:v>0.07066301447</c:v>
                </c:pt>
                <c:pt idx="42">
                  <c:v>0.07034515057</c:v>
                </c:pt>
                <c:pt idx="43">
                  <c:v>0.07003637866</c:v>
                </c:pt>
                <c:pt idx="44">
                  <c:v>0.06973897652</c:v>
                </c:pt>
                <c:pt idx="45">
                  <c:v>0.06944736168</c:v>
                </c:pt>
                <c:pt idx="46">
                  <c:v>0.06916581434</c:v>
                </c:pt>
                <c:pt idx="47">
                  <c:v>0.06889068504</c:v>
                </c:pt>
                <c:pt idx="48">
                  <c:v>0.06863574271</c:v>
                </c:pt>
                <c:pt idx="49">
                  <c:v>0.06838482495</c:v>
                </c:pt>
                <c:pt idx="50">
                  <c:v>0.0681457751</c:v>
                </c:pt>
                <c:pt idx="51">
                  <c:v>0.06791342413</c:v>
                </c:pt>
                <c:pt idx="52">
                  <c:v>0.06768701467</c:v>
                </c:pt>
                <c:pt idx="53">
                  <c:v>0.06747308809</c:v>
                </c:pt>
                <c:pt idx="54">
                  <c:v>0.06726214994</c:v>
                </c:pt>
                <c:pt idx="55">
                  <c:v>0.06705494123</c:v>
                </c:pt>
                <c:pt idx="56">
                  <c:v>0.06685358447</c:v>
                </c:pt>
                <c:pt idx="57">
                  <c:v>0.06665491868</c:v>
                </c:pt>
                <c:pt idx="58">
                  <c:v>0.06646043964</c:v>
                </c:pt>
                <c:pt idx="59">
                  <c:v>0.06626943835</c:v>
                </c:pt>
                <c:pt idx="60">
                  <c:v>0.06608114939</c:v>
                </c:pt>
                <c:pt idx="61">
                  <c:v>0.06589545071</c:v>
                </c:pt>
                <c:pt idx="62">
                  <c:v>0.0657143403</c:v>
                </c:pt>
                <c:pt idx="63">
                  <c:v>0.06553615519</c:v>
                </c:pt>
              </c:numCache>
            </c:numRef>
          </c:yVal>
        </c:ser>
        <c:ser>
          <c:idx val="3"/>
          <c:order val="3"/>
          <c:tx>
            <c:v>Coherent: optimized power</c:v>
          </c:tx>
          <c:spPr>
            <a:solidFill xmlns:a="http://schemas.openxmlformats.org/drawingml/2006/main">
              <a:srgbClr val="BC3441"/>
            </a:solidFill>
            <a:ln xmlns:a="http://schemas.openxmlformats.org/drawingml/2006/main" w="23813">
              <a:solidFill>
                <a:srgbClr val="BC3441"/>
              </a:solidFill>
            </a:ln>
          </c:spPr>
          <c:marker>
            <c:symbol val="none"/>
          </c:marker>
          <c:xVal>
            <c:numRef>
              <c:f>'Chart Data'!$G$2:$G$65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Data'!$H$2:$H$65</c:f>
              <c:numCache>
                <c:formatCode>0.##</c:formatCode>
                <c:ptCount val="64"/>
                <c:pt idx="0">
                  <c:v>0.3458640433</c:v>
                </c:pt>
                <c:pt idx="1">
                  <c:v>0.2483467807</c:v>
                </c:pt>
                <c:pt idx="2">
                  <c:v>0.2104829547</c:v>
                </c:pt>
                <c:pt idx="3">
                  <c:v>0.18656683</c:v>
                </c:pt>
                <c:pt idx="4">
                  <c:v>0.170547662</c:v>
                </c:pt>
                <c:pt idx="5">
                  <c:v>0.1579896961</c:v>
                </c:pt>
                <c:pt idx="6">
                  <c:v>0.1481680681</c:v>
                </c:pt>
                <c:pt idx="7">
                  <c:v>0.1402785367</c:v>
                </c:pt>
                <c:pt idx="8">
                  <c:v>0.1344193753</c:v>
                </c:pt>
                <c:pt idx="9">
                  <c:v>0.1288112463</c:v>
                </c:pt>
                <c:pt idx="10">
                  <c:v>0.1240578605</c:v>
                </c:pt>
                <c:pt idx="11">
                  <c:v>0.119938514</c:v>
                </c:pt>
                <c:pt idx="12">
                  <c:v>0.11629631</c:v>
                </c:pt>
                <c:pt idx="13">
                  <c:v>0.1130951022</c:v>
                </c:pt>
                <c:pt idx="14">
                  <c:v>0.1103806477</c:v>
                </c:pt>
                <c:pt idx="15">
                  <c:v>0.1079832411</c:v>
                </c:pt>
                <c:pt idx="16">
                  <c:v>0.1062639903</c:v>
                </c:pt>
                <c:pt idx="17">
                  <c:v>0.1042090272</c:v>
                </c:pt>
                <c:pt idx="18">
                  <c:v>0.1023256186</c:v>
                </c:pt>
                <c:pt idx="19">
                  <c:v>0.1006678752</c:v>
                </c:pt>
                <c:pt idx="20">
                  <c:v>0.09911034354</c:v>
                </c:pt>
                <c:pt idx="21">
                  <c:v>0.09766645788</c:v>
                </c:pt>
                <c:pt idx="22">
                  <c:v>0.09632317272</c:v>
                </c:pt>
                <c:pt idx="23">
                  <c:v>0.09505053516</c:v>
                </c:pt>
                <c:pt idx="24">
                  <c:v>0.09385816698</c:v>
                </c:pt>
                <c:pt idx="25">
                  <c:v>0.09273745414</c:v>
                </c:pt>
                <c:pt idx="26">
                  <c:v>0.09167491654</c:v>
                </c:pt>
                <c:pt idx="27">
                  <c:v>0.09066168789</c:v>
                </c:pt>
                <c:pt idx="28">
                  <c:v>0.08970169634</c:v>
                </c:pt>
                <c:pt idx="29">
                  <c:v>0.08878715442</c:v>
                </c:pt>
                <c:pt idx="30">
                  <c:v>0.08791710888</c:v>
                </c:pt>
                <c:pt idx="31">
                  <c:v>0.0870832667</c:v>
                </c:pt>
                <c:pt idx="32">
                  <c:v>0.08665012058</c:v>
                </c:pt>
                <c:pt idx="33">
                  <c:v>0.08590058397</c:v>
                </c:pt>
                <c:pt idx="34">
                  <c:v>0.085201119</c:v>
                </c:pt>
                <c:pt idx="35">
                  <c:v>0.08452593824</c:v>
                </c:pt>
                <c:pt idx="36">
                  <c:v>0.08387366644</c:v>
                </c:pt>
                <c:pt idx="37">
                  <c:v>0.08325045304</c:v>
                </c:pt>
                <c:pt idx="38">
                  <c:v>0.08264812236</c:v>
                </c:pt>
                <c:pt idx="39">
                  <c:v>0.08206597945</c:v>
                </c:pt>
                <c:pt idx="40">
                  <c:v>0.08150571236</c:v>
                </c:pt>
                <c:pt idx="41">
                  <c:v>0.08096610203</c:v>
                </c:pt>
                <c:pt idx="42">
                  <c:v>0.08045976964</c:v>
                </c:pt>
                <c:pt idx="43">
                  <c:v>0.07997016583</c:v>
                </c:pt>
                <c:pt idx="44">
                  <c:v>0.07949853226</c:v>
                </c:pt>
                <c:pt idx="45">
                  <c:v>0.07903993277</c:v>
                </c:pt>
                <c:pt idx="46">
                  <c:v>0.07859728194</c:v>
                </c:pt>
                <c:pt idx="47">
                  <c:v>0.07816724203</c:v>
                </c:pt>
                <c:pt idx="48">
                  <c:v>0.07776036188</c:v>
                </c:pt>
                <c:pt idx="49">
                  <c:v>0.07736345871</c:v>
                </c:pt>
                <c:pt idx="50">
                  <c:v>0.07698240234</c:v>
                </c:pt>
                <c:pt idx="51">
                  <c:v>0.07661277605</c:v>
                </c:pt>
                <c:pt idx="52">
                  <c:v>0.07625367325</c:v>
                </c:pt>
                <c:pt idx="53">
                  <c:v>0.07591000686</c:v>
                </c:pt>
                <c:pt idx="54">
                  <c:v>0.07557399072</c:v>
                </c:pt>
                <c:pt idx="55">
                  <c:v>0.07524595048</c:v>
                </c:pt>
                <c:pt idx="56">
                  <c:v>0.07492733902</c:v>
                </c:pt>
                <c:pt idx="57">
                  <c:v>0.07461541597</c:v>
                </c:pt>
                <c:pt idx="58">
                  <c:v>0.07431116398</c:v>
                </c:pt>
                <c:pt idx="59">
                  <c:v>0.07401382058</c:v>
                </c:pt>
                <c:pt idx="60">
                  <c:v>0.07372258542</c:v>
                </c:pt>
                <c:pt idx="61">
                  <c:v>0.07343718308</c:v>
                </c:pt>
                <c:pt idx="62">
                  <c:v>0.07315906326</c:v>
                </c:pt>
                <c:pt idx="63">
                  <c:v>0.07288673409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Total 1 s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Number of nearest sampling locations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16-node pilot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marker>
            <c:symbol val="none"/>
          </c:marker>
          <c:xVal>
            <c:numRef>
              <c:f>'Chart Data'!$A$2:$A$81</c:f>
              <c:numCache>
                <c:formatCode>General</c:formatCode>
                <c:ptCount val="80"/>
                <c:pt idx="0">
                  <c:v>-2</c:v>
                </c:pt>
                <c:pt idx="1">
                  <c:v>-1.962025316</c:v>
                </c:pt>
                <c:pt idx="2">
                  <c:v>-1.924050633</c:v>
                </c:pt>
                <c:pt idx="3">
                  <c:v>-1.886075949</c:v>
                </c:pt>
                <c:pt idx="4">
                  <c:v>-1.848101266</c:v>
                </c:pt>
                <c:pt idx="5">
                  <c:v>-1.810126582</c:v>
                </c:pt>
                <c:pt idx="6">
                  <c:v>-1.772151899</c:v>
                </c:pt>
                <c:pt idx="7">
                  <c:v>-1.734177215</c:v>
                </c:pt>
                <c:pt idx="8">
                  <c:v>-1.696202532</c:v>
                </c:pt>
                <c:pt idx="9">
                  <c:v>-1.658227848</c:v>
                </c:pt>
                <c:pt idx="10">
                  <c:v>-1.620253165</c:v>
                </c:pt>
                <c:pt idx="11">
                  <c:v>-1.582278481</c:v>
                </c:pt>
                <c:pt idx="12">
                  <c:v>-1.544303797</c:v>
                </c:pt>
                <c:pt idx="13">
                  <c:v>-1.506329114</c:v>
                </c:pt>
                <c:pt idx="14">
                  <c:v>-1.46835443</c:v>
                </c:pt>
                <c:pt idx="15">
                  <c:v>-1.430379747</c:v>
                </c:pt>
                <c:pt idx="16">
                  <c:v>-1.392405063</c:v>
                </c:pt>
                <c:pt idx="17">
                  <c:v>-1.35443038</c:v>
                </c:pt>
                <c:pt idx="18">
                  <c:v>-1.316455696</c:v>
                </c:pt>
                <c:pt idx="19">
                  <c:v>-1.278481013</c:v>
                </c:pt>
                <c:pt idx="20">
                  <c:v>-1.240506329</c:v>
                </c:pt>
                <c:pt idx="21">
                  <c:v>-1.202531646</c:v>
                </c:pt>
                <c:pt idx="22">
                  <c:v>-1.164556962</c:v>
                </c:pt>
                <c:pt idx="23">
                  <c:v>-1.126582278</c:v>
                </c:pt>
                <c:pt idx="24">
                  <c:v>-1.088607595</c:v>
                </c:pt>
                <c:pt idx="25">
                  <c:v>-1.050632911</c:v>
                </c:pt>
                <c:pt idx="26">
                  <c:v>-1.012658228</c:v>
                </c:pt>
                <c:pt idx="27">
                  <c:v>-0.9746835443</c:v>
                </c:pt>
                <c:pt idx="28">
                  <c:v>-0.9367088608</c:v>
                </c:pt>
                <c:pt idx="29">
                  <c:v>-0.8987341772</c:v>
                </c:pt>
                <c:pt idx="30">
                  <c:v>-0.8607594937</c:v>
                </c:pt>
                <c:pt idx="31">
                  <c:v>-0.8227848101</c:v>
                </c:pt>
                <c:pt idx="32">
                  <c:v>-0.7848101266</c:v>
                </c:pt>
                <c:pt idx="33">
                  <c:v>-0.746835443</c:v>
                </c:pt>
                <c:pt idx="34">
                  <c:v>-0.7088607595</c:v>
                </c:pt>
                <c:pt idx="35">
                  <c:v>-0.6708860759</c:v>
                </c:pt>
                <c:pt idx="36">
                  <c:v>-0.6329113924</c:v>
                </c:pt>
                <c:pt idx="37">
                  <c:v>-0.5949367089</c:v>
                </c:pt>
                <c:pt idx="38">
                  <c:v>-0.5569620253</c:v>
                </c:pt>
                <c:pt idx="39">
                  <c:v>-0.5189873418</c:v>
                </c:pt>
                <c:pt idx="40">
                  <c:v>-0.4810126582</c:v>
                </c:pt>
                <c:pt idx="41">
                  <c:v>-0.4430379747</c:v>
                </c:pt>
                <c:pt idx="42">
                  <c:v>-0.4050632911</c:v>
                </c:pt>
                <c:pt idx="43">
                  <c:v>-0.3670886076</c:v>
                </c:pt>
                <c:pt idx="44">
                  <c:v>-0.3291139241</c:v>
                </c:pt>
                <c:pt idx="45">
                  <c:v>-0.2911392405</c:v>
                </c:pt>
                <c:pt idx="46">
                  <c:v>-0.253164557</c:v>
                </c:pt>
                <c:pt idx="47">
                  <c:v>-0.2151898734</c:v>
                </c:pt>
                <c:pt idx="48">
                  <c:v>-0.1772151899</c:v>
                </c:pt>
                <c:pt idx="49">
                  <c:v>-0.1392405063</c:v>
                </c:pt>
                <c:pt idx="50">
                  <c:v>-0.1012658228</c:v>
                </c:pt>
                <c:pt idx="51">
                  <c:v>-0.06329113924</c:v>
                </c:pt>
                <c:pt idx="52">
                  <c:v>-0.0253164557</c:v>
                </c:pt>
                <c:pt idx="53">
                  <c:v>0.01265822785</c:v>
                </c:pt>
                <c:pt idx="54">
                  <c:v>0.05063291139</c:v>
                </c:pt>
                <c:pt idx="55">
                  <c:v>0.08860759494</c:v>
                </c:pt>
                <c:pt idx="56">
                  <c:v>0.1265822785</c:v>
                </c:pt>
                <c:pt idx="57">
                  <c:v>0.164556962</c:v>
                </c:pt>
                <c:pt idx="58">
                  <c:v>0.2025316456</c:v>
                </c:pt>
                <c:pt idx="59">
                  <c:v>0.2405063291</c:v>
                </c:pt>
                <c:pt idx="60">
                  <c:v>0.2784810127</c:v>
                </c:pt>
                <c:pt idx="61">
                  <c:v>0.3164556962</c:v>
                </c:pt>
                <c:pt idx="62">
                  <c:v>0.3544303797</c:v>
                </c:pt>
                <c:pt idx="63">
                  <c:v>0.3924050633</c:v>
                </c:pt>
                <c:pt idx="64">
                  <c:v>0.4303797468</c:v>
                </c:pt>
                <c:pt idx="65">
                  <c:v>0.4683544304</c:v>
                </c:pt>
                <c:pt idx="66">
                  <c:v>0.5063291139</c:v>
                </c:pt>
                <c:pt idx="67">
                  <c:v>0.5443037975</c:v>
                </c:pt>
                <c:pt idx="68">
                  <c:v>0.582278481</c:v>
                </c:pt>
                <c:pt idx="69">
                  <c:v>0.6202531646</c:v>
                </c:pt>
                <c:pt idx="70">
                  <c:v>0.6582278481</c:v>
                </c:pt>
                <c:pt idx="71">
                  <c:v>0.6962025316</c:v>
                </c:pt>
                <c:pt idx="72">
                  <c:v>0.7341772152</c:v>
                </c:pt>
                <c:pt idx="73">
                  <c:v>0.7721518987</c:v>
                </c:pt>
                <c:pt idx="74">
                  <c:v>0.8101265823</c:v>
                </c:pt>
                <c:pt idx="75">
                  <c:v>0.8481012658</c:v>
                </c:pt>
                <c:pt idx="76">
                  <c:v>0.8860759494</c:v>
                </c:pt>
                <c:pt idx="77">
                  <c:v>0.9240506329</c:v>
                </c:pt>
                <c:pt idx="78">
                  <c:v>0.9620253165</c:v>
                </c:pt>
                <c:pt idx="79">
                  <c:v>1</c:v>
                </c:pt>
              </c:numCache>
            </c:numRef>
          </c:xVal>
          <c:yVal>
            <c:numRef>
              <c:f>'Chart Data'!$B$2:$B$81</c:f>
              <c:numCache>
                <c:formatCode>0.##</c:formatCode>
                <c:ptCount val="80"/>
                <c:pt idx="0">
                  <c:v>1.641710675</c:v>
                </c:pt>
                <c:pt idx="1">
                  <c:v>1.638303055</c:v>
                </c:pt>
                <c:pt idx="2">
                  <c:v>1.634293341</c:v>
                </c:pt>
                <c:pt idx="3">
                  <c:v>1.629585609</c:v>
                </c:pt>
                <c:pt idx="4">
                  <c:v>1.62407271</c:v>
                </c:pt>
                <c:pt idx="5">
                  <c:v>1.617636541</c:v>
                </c:pt>
                <c:pt idx="6">
                  <c:v>1.610149049</c:v>
                </c:pt>
                <c:pt idx="7">
                  <c:v>1.601474237</c:v>
                </c:pt>
                <c:pt idx="8">
                  <c:v>1.59147144</c:v>
                </c:pt>
                <c:pt idx="9">
                  <c:v>1.580000136</c:v>
                </c:pt>
                <c:pt idx="10">
                  <c:v>1.566926501</c:v>
                </c:pt>
                <c:pt idx="11">
                  <c:v>1.552131777</c:v>
                </c:pt>
                <c:pt idx="12">
                  <c:v>1.535522303</c:v>
                </c:pt>
                <c:pt idx="13">
                  <c:v>1.517040751</c:v>
                </c:pt>
                <c:pt idx="14">
                  <c:v>1.496677742</c:v>
                </c:pt>
                <c:pt idx="15">
                  <c:v>1.474482617</c:v>
                </c:pt>
                <c:pt idx="16">
                  <c:v>1.450571855</c:v>
                </c:pt>
                <c:pt idx="17">
                  <c:v>1.425133522</c:v>
                </c:pt>
                <c:pt idx="18">
                  <c:v>1.398426325</c:v>
                </c:pt>
                <c:pt idx="19">
                  <c:v>1.370772399</c:v>
                </c:pt>
                <c:pt idx="20">
                  <c:v>1.3425438</c:v>
                </c:pt>
                <c:pt idx="21">
                  <c:v>1.314143691</c:v>
                </c:pt>
                <c:pt idx="22">
                  <c:v>1.285984095</c:v>
                </c:pt>
                <c:pt idx="23">
                  <c:v>1.258462769</c:v>
                </c:pt>
                <c:pt idx="24">
                  <c:v>1.23194182</c:v>
                </c:pt>
                <c:pt idx="25">
                  <c:v>1.206730386</c:v>
                </c:pt>
                <c:pt idx="26">
                  <c:v>1.183072901</c:v>
                </c:pt>
                <c:pt idx="27">
                  <c:v>1.16114357</c:v>
                </c:pt>
                <c:pt idx="28">
                  <c:v>1.141046716</c:v>
                </c:pt>
                <c:pt idx="29">
                  <c:v>1.122822008</c:v>
                </c:pt>
                <c:pt idx="30">
                  <c:v>1.106453139</c:v>
                </c:pt>
                <c:pt idx="31">
                  <c:v>1.091878463</c:v>
                </c:pt>
                <c:pt idx="32">
                  <c:v>1.079002211</c:v>
                </c:pt>
                <c:pt idx="33">
                  <c:v>1.067705226</c:v>
                </c:pt>
                <c:pt idx="34">
                  <c:v>1.057854484</c:v>
                </c:pt>
                <c:pt idx="35">
                  <c:v>1.049311019</c:v>
                </c:pt>
                <c:pt idx="36">
                  <c:v>1.04193613</c:v>
                </c:pt>
                <c:pt idx="37">
                  <c:v>1.035595935</c:v>
                </c:pt>
                <c:pt idx="38">
                  <c:v>1.030164478</c:v>
                </c:pt>
                <c:pt idx="39">
                  <c:v>1.02552563</c:v>
                </c:pt>
                <c:pt idx="40">
                  <c:v>1.021574036</c:v>
                </c:pt>
                <c:pt idx="41">
                  <c:v>1.018215372</c:v>
                </c:pt>
                <c:pt idx="42">
                  <c:v>1.015366087</c:v>
                </c:pt>
                <c:pt idx="43">
                  <c:v>1.012952831</c:v>
                </c:pt>
                <c:pt idx="44">
                  <c:v>1.010911681</c:v>
                </c:pt>
                <c:pt idx="45">
                  <c:v>1.009187267</c:v>
                </c:pt>
                <c:pt idx="46">
                  <c:v>1.007731872</c:v>
                </c:pt>
                <c:pt idx="47">
                  <c:v>1.006504549</c:v>
                </c:pt>
                <c:pt idx="48">
                  <c:v>1.005470284</c:v>
                </c:pt>
                <c:pt idx="49">
                  <c:v>1.004599225</c:v>
                </c:pt>
                <c:pt idx="50">
                  <c:v>1.003865985</c:v>
                </c:pt>
                <c:pt idx="51">
                  <c:v>1.003249017</c:v>
                </c:pt>
                <c:pt idx="52">
                  <c:v>1.002730068</c:v>
                </c:pt>
                <c:pt idx="53">
                  <c:v>1.002293695</c:v>
                </c:pt>
                <c:pt idx="54">
                  <c:v>1.001926851</c:v>
                </c:pt>
                <c:pt idx="55">
                  <c:v>1.001618523</c:v>
                </c:pt>
                <c:pt idx="56">
                  <c:v>1.001359422</c:v>
                </c:pt>
                <c:pt idx="57">
                  <c:v>1.001141721</c:v>
                </c:pt>
                <c:pt idx="58">
                  <c:v>1.000958829</c:v>
                </c:pt>
                <c:pt idx="59">
                  <c:v>1.000805195</c:v>
                </c:pt>
                <c:pt idx="60">
                  <c:v>1.000676151</c:v>
                </c:pt>
                <c:pt idx="61">
                  <c:v>1.000567769</c:v>
                </c:pt>
                <c:pt idx="62">
                  <c:v>1.000476746</c:v>
                </c:pt>
                <c:pt idx="63">
                  <c:v>1.000400306</c:v>
                </c:pt>
                <c:pt idx="64">
                  <c:v>1.000336115</c:v>
                </c:pt>
                <c:pt idx="65">
                  <c:v>1.000282213</c:v>
                </c:pt>
                <c:pt idx="66">
                  <c:v>1.000236952</c:v>
                </c:pt>
                <c:pt idx="67">
                  <c:v>1.000198947</c:v>
                </c:pt>
                <c:pt idx="68">
                  <c:v>1.000167036</c:v>
                </c:pt>
                <c:pt idx="69">
                  <c:v>1.000140243</c:v>
                </c:pt>
                <c:pt idx="70">
                  <c:v>1.000117746</c:v>
                </c:pt>
                <c:pt idx="71">
                  <c:v>1.000098858</c:v>
                </c:pt>
                <c:pt idx="72">
                  <c:v>1.000082999</c:v>
                </c:pt>
                <c:pt idx="73">
                  <c:v>1.000069684</c:v>
                </c:pt>
                <c:pt idx="74">
                  <c:v>1.000058505</c:v>
                </c:pt>
                <c:pt idx="75">
                  <c:v>1.000049119</c:v>
                </c:pt>
                <c:pt idx="76">
                  <c:v>1.000041239</c:v>
                </c:pt>
                <c:pt idx="77">
                  <c:v>1.000034623</c:v>
                </c:pt>
                <c:pt idx="78">
                  <c:v>1.000029068</c:v>
                </c:pt>
                <c:pt idx="79">
                  <c:v>1.000024404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Classical / quantum total RMSE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log₁₀ temperature residual RMS (mK)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Analytic probability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Data'!$B$2:$B$4</c:f>
              <c:numCache>
                <c:formatCode>0.##</c:formatCode>
                <c:ptCount val="3"/>
                <c:pt idx="0">
                  <c:v>0.2426817297</c:v>
                </c:pt>
                <c:pt idx="1">
                  <c:v>0.3293999268</c:v>
                </c:pt>
                <c:pt idx="2">
                  <c:v>0.4733112665</c:v>
                </c:pt>
              </c:numCache>
            </c:numRef>
          </c:val>
        </c:ser>
        <c:ser>
          <c:idx val="1"/>
          <c:order val="1"/>
          <c:tx>
            <c:v>100,000 Monte Carlo trials</c:v>
          </c:tx>
          <c:spPr>
            <a:solidFill xmlns:a="http://schemas.openxmlformats.org/drawingml/2006/main">
              <a:srgbClr val="16877B"/>
            </a:solidFill>
            <a:ln xmlns:a="http://schemas.openxmlformats.org/drawingml/2006/main" w="23813">
              <a:solidFill>
                <a:srgbClr val="16877B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Data'!$D$2:$D$4</c:f>
              <c:numCache>
                <c:formatCode>0.##</c:formatCode>
                <c:ptCount val="3"/>
                <c:pt idx="0">
                  <c:v>0.24311</c:v>
                </c:pt>
                <c:pt idx="1">
                  <c:v>0.3316</c:v>
                </c:pt>
                <c:pt idx="2">
                  <c:v>0.47512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Probe strategy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Detection probability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True regional change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marker>
            <c:symbol val="none"/>
          </c:marker>
          <c:xVal>
            <c:numRef>
              <c:f>'Chart Data'!$A$2:$A$361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Data'!$B$2:$B$361</c:f>
              <c:numCache>
                <c:formatCode>0.##</c:formatCode>
                <c:ptCount val="3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0.0008577310185</c:v>
                </c:pt>
                <c:pt idx="92">
                  <c:v>0.001681829923</c:v>
                </c:pt>
                <c:pt idx="93">
                  <c:v>0.002473615447</c:v>
                </c:pt>
                <c:pt idx="94">
                  <c:v>0.004272524576</c:v>
                </c:pt>
                <c:pt idx="95">
                  <c:v>0.00600089747</c:v>
                </c:pt>
                <c:pt idx="96">
                  <c:v>0.007661499892</c:v>
                </c:pt>
                <c:pt idx="97">
                  <c:v>0.01030970333</c:v>
                </c:pt>
                <c:pt idx="98">
                  <c:v>0.01285406923</c:v>
                </c:pt>
                <c:pt idx="99">
                  <c:v>0.01529866912</c:v>
                </c:pt>
                <c:pt idx="100">
                  <c:v>0.01853540664</c:v>
                </c:pt>
                <c:pt idx="101">
                  <c:v>0.02164522987</c:v>
                </c:pt>
                <c:pt idx="102">
                  <c:v>0.02463311519</c:v>
                </c:pt>
                <c:pt idx="103">
                  <c:v>0.02819929162</c:v>
                </c:pt>
                <c:pt idx="104">
                  <c:v>0.03162563627</c:v>
                </c:pt>
                <c:pt idx="105">
                  <c:v>0.03491763203</c:v>
                </c:pt>
                <c:pt idx="106">
                  <c:v>0.03873265304</c:v>
                </c:pt>
                <c:pt idx="107">
                  <c:v>0.04239808493</c:v>
                </c:pt>
                <c:pt idx="108">
                  <c:v>0.04591979318</c:v>
                </c:pt>
                <c:pt idx="109">
                  <c:v>0.05010122845</c:v>
                </c:pt>
                <c:pt idx="110">
                  <c:v>0.05411870731</c:v>
                </c:pt>
                <c:pt idx="111">
                  <c:v>0.05797865857</c:v>
                </c:pt>
                <c:pt idx="112">
                  <c:v>0.06268586943</c:v>
                </c:pt>
                <c:pt idx="113">
                  <c:v>0.06720850792</c:v>
                </c:pt>
                <c:pt idx="114">
                  <c:v>0.07155381122</c:v>
                </c:pt>
                <c:pt idx="115">
                  <c:v>0.07679861457</c:v>
                </c:pt>
                <c:pt idx="116">
                  <c:v>0.08183776624</c:v>
                </c:pt>
                <c:pt idx="117">
                  <c:v>0.08667932995</c:v>
                </c:pt>
                <c:pt idx="118">
                  <c:v>0.09227715595</c:v>
                </c:pt>
                <c:pt idx="119">
                  <c:v>0.09765548805</c:v>
                </c:pt>
                <c:pt idx="120">
                  <c:v>0.1028229327</c:v>
                </c:pt>
                <c:pt idx="121">
                  <c:v>0.1085288341</c:v>
                </c:pt>
                <c:pt idx="122">
                  <c:v>0.1140110039</c:v>
                </c:pt>
                <c:pt idx="123">
                  <c:v>0.1192782147</c:v>
                </c:pt>
                <c:pt idx="124">
                  <c:v>0.1249821955</c:v>
                </c:pt>
                <c:pt idx="125">
                  <c:v>0.1304625201</c:v>
                </c:pt>
                <c:pt idx="126">
                  <c:v>0.1357279581</c:v>
                </c:pt>
                <c:pt idx="127">
                  <c:v>0.1415296076</c:v>
                </c:pt>
                <c:pt idx="128">
                  <c:v>0.1471037711</c:v>
                </c:pt>
                <c:pt idx="129">
                  <c:v>0.1524593685</c:v>
                </c:pt>
                <c:pt idx="130">
                  <c:v>0.1585527985</c:v>
                </c:pt>
                <c:pt idx="131">
                  <c:v>0.1644073017</c:v>
                </c:pt>
                <c:pt idx="132">
                  <c:v>0.1700322466</c:v>
                </c:pt>
                <c:pt idx="133">
                  <c:v>0.1765067839</c:v>
                </c:pt>
                <c:pt idx="134">
                  <c:v>0.182727451</c:v>
                </c:pt>
                <c:pt idx="135">
                  <c:v>0.1887042022</c:v>
                </c:pt>
                <c:pt idx="136">
                  <c:v>0.1954437757</c:v>
                </c:pt>
                <c:pt idx="137">
                  <c:v>0.2019190868</c:v>
                </c:pt>
                <c:pt idx="138">
                  <c:v>0.2081404972</c:v>
                </c:pt>
                <c:pt idx="139">
                  <c:v>0.2141179627</c:v>
                </c:pt>
                <c:pt idx="140">
                  <c:v>0.2198610484</c:v>
                </c:pt>
                <c:pt idx="141">
                  <c:v>0.2253789444</c:v>
                </c:pt>
                <c:pt idx="142">
                  <c:v>0.2306804807</c:v>
                </c:pt>
                <c:pt idx="143">
                  <c:v>0.2357741408</c:v>
                </c:pt>
                <c:pt idx="144">
                  <c:v>0.2406680756</c:v>
                </c:pt>
                <c:pt idx="145">
                  <c:v>0.2453701165</c:v>
                </c:pt>
                <c:pt idx="146">
                  <c:v>0.2498877877</c:v>
                </c:pt>
                <c:pt idx="147">
                  <c:v>0.2542283185</c:v>
                </c:pt>
                <c:pt idx="148">
                  <c:v>0.2583986546</c:v>
                </c:pt>
                <c:pt idx="149">
                  <c:v>0.2624054695</c:v>
                </c:pt>
                <c:pt idx="150">
                  <c:v>0.266255175</c:v>
                </c:pt>
                <c:pt idx="151">
                  <c:v>0.2699539314</c:v>
                </c:pt>
                <c:pt idx="152">
                  <c:v>0.2735076574</c:v>
                </c:pt>
                <c:pt idx="153">
                  <c:v>0.2769220399</c:v>
                </c:pt>
                <c:pt idx="154">
                  <c:v>0.2802025425</c:v>
                </c:pt>
                <c:pt idx="155">
                  <c:v>0.2833544147</c:v>
                </c:pt>
                <c:pt idx="156">
                  <c:v>0.2863827003</c:v>
                </c:pt>
                <c:pt idx="157">
                  <c:v>0.2892922451</c:v>
                </c:pt>
                <c:pt idx="158">
                  <c:v>0.292087705</c:v>
                </c:pt>
                <c:pt idx="159">
                  <c:v>0.2947735534</c:v>
                </c:pt>
                <c:pt idx="160">
                  <c:v>0.2973540881</c:v>
                </c:pt>
                <c:pt idx="161">
                  <c:v>0.2998334386</c:v>
                </c:pt>
                <c:pt idx="162">
                  <c:v>0.3022155724</c:v>
                </c:pt>
                <c:pt idx="163">
                  <c:v>0.3045043014</c:v>
                </c:pt>
                <c:pt idx="164">
                  <c:v>0.3067032881</c:v>
                </c:pt>
                <c:pt idx="165">
                  <c:v>0.3088160513</c:v>
                </c:pt>
                <c:pt idx="166">
                  <c:v>0.3108459718</c:v>
                </c:pt>
                <c:pt idx="167">
                  <c:v>0.312796298</c:v>
                </c:pt>
                <c:pt idx="168">
                  <c:v>0.3146701508</c:v>
                </c:pt>
                <c:pt idx="169">
                  <c:v>0.3164705288</c:v>
                </c:pt>
                <c:pt idx="170">
                  <c:v>0.318200313</c:v>
                </c:pt>
                <c:pt idx="171">
                  <c:v>0.3198622713</c:v>
                </c:pt>
                <c:pt idx="172">
                  <c:v>0.3214590634</c:v>
                </c:pt>
                <c:pt idx="173">
                  <c:v>0.3229932443</c:v>
                </c:pt>
                <c:pt idx="174">
                  <c:v>0.3244672691</c:v>
                </c:pt>
                <c:pt idx="175">
                  <c:v>0.3258834966</c:v>
                </c:pt>
                <c:pt idx="176">
                  <c:v>0.3272441931</c:v>
                </c:pt>
                <c:pt idx="177">
                  <c:v>0.3285515358</c:v>
                </c:pt>
                <c:pt idx="178">
                  <c:v>0.3298076169</c:v>
                </c:pt>
                <c:pt idx="179">
                  <c:v>0.3310144464</c:v>
                </c:pt>
                <c:pt idx="180">
                  <c:v>0.3321739554</c:v>
                </c:pt>
                <c:pt idx="181">
                  <c:v>0.3332879994</c:v>
                </c:pt>
                <c:pt idx="182">
                  <c:v>0.3343583611</c:v>
                </c:pt>
                <c:pt idx="183">
                  <c:v>0.3353867533</c:v>
                </c:pt>
                <c:pt idx="184">
                  <c:v>0.3363748217</c:v>
                </c:pt>
                <c:pt idx="185">
                  <c:v>0.3373241474</c:v>
                </c:pt>
                <c:pt idx="186">
                  <c:v>0.3382362495</c:v>
                </c:pt>
                <c:pt idx="187">
                  <c:v>0.3391125876</c:v>
                </c:pt>
                <c:pt idx="188">
                  <c:v>0.3399545639</c:v>
                </c:pt>
                <c:pt idx="189">
                  <c:v>0.3407635259</c:v>
                </c:pt>
                <c:pt idx="190">
                  <c:v>0.341540768</c:v>
                </c:pt>
                <c:pt idx="191">
                  <c:v>0.342287534</c:v>
                </c:pt>
                <c:pt idx="192">
                  <c:v>0.343005019</c:v>
                </c:pt>
                <c:pt idx="193">
                  <c:v>0.3436943709</c:v>
                </c:pt>
                <c:pt idx="194">
                  <c:v>0.3443566929</c:v>
                </c:pt>
                <c:pt idx="195">
                  <c:v>0.344993045</c:v>
                </c:pt>
                <c:pt idx="196">
                  <c:v>0.3456044453</c:v>
                </c:pt>
                <c:pt idx="197">
                  <c:v>0.3461918722</c:v>
                </c:pt>
                <c:pt idx="198">
                  <c:v>0.3467562659</c:v>
                </c:pt>
                <c:pt idx="199">
                  <c:v>0.3472985293</c:v>
                </c:pt>
                <c:pt idx="200">
                  <c:v>0.3478195303</c:v>
                </c:pt>
                <c:pt idx="201">
                  <c:v>0.3483201025</c:v>
                </c:pt>
                <c:pt idx="202">
                  <c:v>0.348801047</c:v>
                </c:pt>
                <c:pt idx="203">
                  <c:v>0.3492631335</c:v>
                </c:pt>
                <c:pt idx="204">
                  <c:v>0.3497071012</c:v>
                </c:pt>
                <c:pt idx="205">
                  <c:v>0.3501336607</c:v>
                </c:pt>
                <c:pt idx="206">
                  <c:v>0.3505434946</c:v>
                </c:pt>
                <c:pt idx="207">
                  <c:v>0.3509372587</c:v>
                </c:pt>
                <c:pt idx="208">
                  <c:v>0.351315583</c:v>
                </c:pt>
                <c:pt idx="209">
                  <c:v>0.3516790731</c:v>
                </c:pt>
                <c:pt idx="210">
                  <c:v>0.3520283105</c:v>
                </c:pt>
                <c:pt idx="211">
                  <c:v>0.3523638541</c:v>
                </c:pt>
                <c:pt idx="212">
                  <c:v>0.3526862409</c:v>
                </c:pt>
                <c:pt idx="213">
                  <c:v>0.3529959866</c:v>
                </c:pt>
                <c:pt idx="214">
                  <c:v>0.3532935871</c:v>
                </c:pt>
                <c:pt idx="215">
                  <c:v>0.3535795185</c:v>
                </c:pt>
                <c:pt idx="216">
                  <c:v>0.3538542384</c:v>
                </c:pt>
                <c:pt idx="217">
                  <c:v>0.3541181863</c:v>
                </c:pt>
                <c:pt idx="218">
                  <c:v>0.3543717847</c:v>
                </c:pt>
                <c:pt idx="219">
                  <c:v>0.3546154394</c:v>
                </c:pt>
                <c:pt idx="220">
                  <c:v>0.3548495402</c:v>
                </c:pt>
                <c:pt idx="221">
                  <c:v>0.3550744618</c:v>
                </c:pt>
                <c:pt idx="222">
                  <c:v>0.3552905642</c:v>
                </c:pt>
                <c:pt idx="223">
                  <c:v>0.355498193</c:v>
                </c:pt>
                <c:pt idx="224">
                  <c:v>0.3556976805</c:v>
                </c:pt>
                <c:pt idx="225">
                  <c:v>0.3558893461</c:v>
                </c:pt>
                <c:pt idx="226">
                  <c:v>0.3560734963</c:v>
                </c:pt>
                <c:pt idx="227">
                  <c:v>0.3562504259</c:v>
                </c:pt>
                <c:pt idx="228">
                  <c:v>0.356420418</c:v>
                </c:pt>
                <c:pt idx="229">
                  <c:v>0.3565837446</c:v>
                </c:pt>
                <c:pt idx="230">
                  <c:v>0.3567406671</c:v>
                </c:pt>
                <c:pt idx="231">
                  <c:v>0.3568914366</c:v>
                </c:pt>
                <c:pt idx="232">
                  <c:v>0.3570362943</c:v>
                </c:pt>
                <c:pt idx="233">
                  <c:v>0.357175472</c:v>
                </c:pt>
                <c:pt idx="234">
                  <c:v>0.3573091925</c:v>
                </c:pt>
                <c:pt idx="235">
                  <c:v>0.3574376698</c:v>
                </c:pt>
                <c:pt idx="236">
                  <c:v>0.3575611094</c:v>
                </c:pt>
                <c:pt idx="237">
                  <c:v>0.3576797088</c:v>
                </c:pt>
                <c:pt idx="238">
                  <c:v>0.357793658</c:v>
                </c:pt>
                <c:pt idx="239">
                  <c:v>0.3579031391</c:v>
                </c:pt>
                <c:pt idx="240">
                  <c:v>0.3580083273</c:v>
                </c:pt>
                <c:pt idx="241">
                  <c:v>0.3581093911</c:v>
                </c:pt>
                <c:pt idx="242">
                  <c:v>0.3582064922</c:v>
                </c:pt>
                <c:pt idx="243">
                  <c:v>0.3582997858</c:v>
                </c:pt>
                <c:pt idx="244">
                  <c:v>0.3583894213</c:v>
                </c:pt>
                <c:pt idx="245">
                  <c:v>0.3584755422</c:v>
                </c:pt>
                <c:pt idx="246">
                  <c:v>0.3585582862</c:v>
                </c:pt>
                <c:pt idx="247">
                  <c:v>0.3586377858</c:v>
                </c:pt>
                <c:pt idx="248">
                  <c:v>0.3587141682</c:v>
                </c:pt>
                <c:pt idx="249">
                  <c:v>0.3587875556</c:v>
                </c:pt>
                <c:pt idx="250">
                  <c:v>0.3588580654</c:v>
                </c:pt>
                <c:pt idx="251">
                  <c:v>0.3589258105</c:v>
                </c:pt>
                <c:pt idx="252">
                  <c:v>0.3589908993</c:v>
                </c:pt>
                <c:pt idx="253">
                  <c:v>0.3590534359</c:v>
                </c:pt>
                <c:pt idx="254">
                  <c:v>0.3591135204</c:v>
                </c:pt>
                <c:pt idx="255">
                  <c:v>0.3591712489</c:v>
                </c:pt>
                <c:pt idx="256">
                  <c:v>0.3592267139</c:v>
                </c:pt>
                <c:pt idx="257">
                  <c:v>0.3592800041</c:v>
                </c:pt>
                <c:pt idx="258">
                  <c:v>0.3593312047</c:v>
                </c:pt>
                <c:pt idx="259">
                  <c:v>0.3593803977</c:v>
                </c:pt>
                <c:pt idx="260">
                  <c:v>0.3594276619</c:v>
                </c:pt>
                <c:pt idx="261">
                  <c:v>0.3594730728</c:v>
                </c:pt>
                <c:pt idx="262">
                  <c:v>0.3595167031</c:v>
                </c:pt>
                <c:pt idx="263">
                  <c:v>0.3595586226</c:v>
                </c:pt>
                <c:pt idx="264">
                  <c:v>0.3595988984</c:v>
                </c:pt>
                <c:pt idx="265">
                  <c:v>0.359637595</c:v>
                </c:pt>
                <c:pt idx="266">
                  <c:v>0.3596747743</c:v>
                </c:pt>
                <c:pt idx="267">
                  <c:v>0.3597104958</c:v>
                </c:pt>
                <c:pt idx="268">
                  <c:v>0.3597448166</c:v>
                </c:pt>
                <c:pt idx="269">
                  <c:v>0.3597777917</c:v>
                </c:pt>
                <c:pt idx="270">
                  <c:v>0.3598094738</c:v>
                </c:pt>
                <c:pt idx="271">
                  <c:v>0.3598399136</c:v>
                </c:pt>
                <c:pt idx="272">
                  <c:v>0.3598691599</c:v>
                </c:pt>
                <c:pt idx="273">
                  <c:v>0.3598972594</c:v>
                </c:pt>
                <c:pt idx="274">
                  <c:v>0.3599242571</c:v>
                </c:pt>
                <c:pt idx="275">
                  <c:v>0.3599501962</c:v>
                </c:pt>
                <c:pt idx="276">
                  <c:v>0.3599751182</c:v>
                </c:pt>
                <c:pt idx="277">
                  <c:v>0.3599990631</c:v>
                </c:pt>
                <c:pt idx="278">
                  <c:v>0.360022069</c:v>
                </c:pt>
                <c:pt idx="279">
                  <c:v>0.3600441728</c:v>
                </c:pt>
                <c:pt idx="280">
                  <c:v>0.36006541</c:v>
                </c:pt>
                <c:pt idx="281">
                  <c:v>0.3600858144</c:v>
                </c:pt>
                <c:pt idx="282">
                  <c:v>0.3601054188</c:v>
                </c:pt>
                <c:pt idx="283">
                  <c:v>0.3601242544</c:v>
                </c:pt>
                <c:pt idx="284">
                  <c:v>0.3601423515</c:v>
                </c:pt>
                <c:pt idx="285">
                  <c:v>0.360159739</c:v>
                </c:pt>
                <c:pt idx="286">
                  <c:v>0.3601764448</c:v>
                </c:pt>
                <c:pt idx="287">
                  <c:v>0.3601924955</c:v>
                </c:pt>
                <c:pt idx="288">
                  <c:v>0.3602079168</c:v>
                </c:pt>
                <c:pt idx="289">
                  <c:v>0.3602227335</c:v>
                </c:pt>
                <c:pt idx="290">
                  <c:v>0.3602369691</c:v>
                </c:pt>
                <c:pt idx="291">
                  <c:v>0.3602506466</c:v>
                </c:pt>
                <c:pt idx="292">
                  <c:v>0.3602637878</c:v>
                </c:pt>
                <c:pt idx="293">
                  <c:v>0.3602764138</c:v>
                </c:pt>
                <c:pt idx="294">
                  <c:v>0.3602885446</c:v>
                </c:pt>
                <c:pt idx="295">
                  <c:v>0.3603001998</c:v>
                </c:pt>
                <c:pt idx="296">
                  <c:v>0.360311398</c:v>
                </c:pt>
                <c:pt idx="297">
                  <c:v>0.3603221571</c:v>
                </c:pt>
                <c:pt idx="298">
                  <c:v>0.3603324943</c:v>
                </c:pt>
                <c:pt idx="299">
                  <c:v>0.3603424262</c:v>
                </c:pt>
                <c:pt idx="300">
                  <c:v>0.3603519687</c:v>
                </c:pt>
                <c:pt idx="301">
                  <c:v>0.360361137</c:v>
                </c:pt>
                <c:pt idx="302">
                  <c:v>0.3603699458</c:v>
                </c:pt>
                <c:pt idx="303">
                  <c:v>0.3603784092</c:v>
                </c:pt>
                <c:pt idx="304">
                  <c:v>0.3603865408</c:v>
                </c:pt>
                <c:pt idx="305">
                  <c:v>0.3603943535</c:v>
                </c:pt>
                <c:pt idx="306">
                  <c:v>0.3604018598</c:v>
                </c:pt>
                <c:pt idx="307">
                  <c:v>0.3604090719</c:v>
                </c:pt>
                <c:pt idx="308">
                  <c:v>0.3604160011</c:v>
                </c:pt>
                <c:pt idx="309">
                  <c:v>0.3604226587</c:v>
                </c:pt>
                <c:pt idx="310">
                  <c:v>0.3604290552</c:v>
                </c:pt>
                <c:pt idx="311">
                  <c:v>0.3604352009</c:v>
                </c:pt>
                <c:pt idx="312">
                  <c:v>0.3604411056</c:v>
                </c:pt>
                <c:pt idx="313">
                  <c:v>0.3604467788</c:v>
                </c:pt>
                <c:pt idx="314">
                  <c:v>0.3604522295</c:v>
                </c:pt>
                <c:pt idx="315">
                  <c:v>0.3604574665</c:v>
                </c:pt>
                <c:pt idx="316">
                  <c:v>0.3604624982</c:v>
                </c:pt>
                <c:pt idx="317">
                  <c:v>0.3604673326</c:v>
                </c:pt>
                <c:pt idx="318">
                  <c:v>0.3604719774</c:v>
                </c:pt>
                <c:pt idx="319">
                  <c:v>0.3604764401</c:v>
                </c:pt>
                <c:pt idx="320">
                  <c:v>0.3604807278</c:v>
                </c:pt>
                <c:pt idx="321">
                  <c:v>0.3604848474</c:v>
                </c:pt>
                <c:pt idx="322">
                  <c:v>0.3604888054</c:v>
                </c:pt>
                <c:pt idx="323">
                  <c:v>0.3604926083</c:v>
                </c:pt>
                <c:pt idx="324">
                  <c:v>0.360496262</c:v>
                </c:pt>
                <c:pt idx="325">
                  <c:v>0.3604997725</c:v>
                </c:pt>
                <c:pt idx="326">
                  <c:v>0.3605031453</c:v>
                </c:pt>
                <c:pt idx="327">
                  <c:v>0.3605063859</c:v>
                </c:pt>
                <c:pt idx="328">
                  <c:v>0.3605094994</c:v>
                </c:pt>
                <c:pt idx="329">
                  <c:v>0.3605124909</c:v>
                </c:pt>
                <c:pt idx="330">
                  <c:v>0.360515365</c:v>
                </c:pt>
                <c:pt idx="331">
                  <c:v>0.3605181264</c:v>
                </c:pt>
                <c:pt idx="332">
                  <c:v>0.3605207796</c:v>
                </c:pt>
                <c:pt idx="333">
                  <c:v>0.3605233287</c:v>
                </c:pt>
                <c:pt idx="334">
                  <c:v>0.3605257779</c:v>
                </c:pt>
                <c:pt idx="335">
                  <c:v>0.3605281311</c:v>
                </c:pt>
                <c:pt idx="336">
                  <c:v>0.3605303919</c:v>
                </c:pt>
                <c:pt idx="337">
                  <c:v>0.3605325642</c:v>
                </c:pt>
                <c:pt idx="338">
                  <c:v>0.3605346512</c:v>
                </c:pt>
                <c:pt idx="339">
                  <c:v>0.3605366564</c:v>
                </c:pt>
                <c:pt idx="340">
                  <c:v>0.360538583</c:v>
                </c:pt>
                <c:pt idx="341">
                  <c:v>0.3605404341</c:v>
                </c:pt>
                <c:pt idx="342">
                  <c:v>0.3605422125</c:v>
                </c:pt>
                <c:pt idx="343">
                  <c:v>0.3605439213</c:v>
                </c:pt>
                <c:pt idx="344">
                  <c:v>0.360545563</c:v>
                </c:pt>
                <c:pt idx="345">
                  <c:v>0.3605471403</c:v>
                </c:pt>
                <c:pt idx="346">
                  <c:v>0.3605486559</c:v>
                </c:pt>
                <c:pt idx="347">
                  <c:v>0.3605501119</c:v>
                </c:pt>
                <c:pt idx="348">
                  <c:v>0.3605515109</c:v>
                </c:pt>
                <c:pt idx="349">
                  <c:v>0.3605528551</c:v>
                </c:pt>
                <c:pt idx="350">
                  <c:v>0.3605541465</c:v>
                </c:pt>
                <c:pt idx="351">
                  <c:v>0.3605553873</c:v>
                </c:pt>
                <c:pt idx="352">
                  <c:v>0.3605565794</c:v>
                </c:pt>
                <c:pt idx="353">
                  <c:v>0.3605577248</c:v>
                </c:pt>
                <c:pt idx="354">
                  <c:v>0.3605588253</c:v>
                </c:pt>
                <c:pt idx="355">
                  <c:v>0.3605598827</c:v>
                </c:pt>
                <c:pt idx="356">
                  <c:v>0.3605608985</c:v>
                </c:pt>
                <c:pt idx="357">
                  <c:v>0.3605618746</c:v>
                </c:pt>
                <c:pt idx="358">
                  <c:v>0.3605628124</c:v>
                </c:pt>
                <c:pt idx="359">
                  <c:v>0.3605637134</c:v>
                </c:pt>
              </c:numCache>
            </c:numRef>
          </c:yVal>
        </c:ser>
        <c:ser>
          <c:idx val="1"/>
          <c:order val="1"/>
          <c:tx>
            <c:v>Sensor response</c:v>
          </c:tx>
          <c:spPr>
            <a:solidFill xmlns:a="http://schemas.openxmlformats.org/drawingml/2006/main">
              <a:srgbClr val="16877B"/>
            </a:solidFill>
            <a:ln xmlns:a="http://schemas.openxmlformats.org/drawingml/2006/main" w="23813">
              <a:solidFill>
                <a:srgbClr val="16877B"/>
              </a:solidFill>
            </a:ln>
          </c:spPr>
          <c:marker>
            <c:symbol val="none"/>
          </c:marker>
          <c:xVal>
            <c:numRef>
              <c:f>'Chart Data'!$C$2:$C$361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Data'!$D$2:$D$361</c:f>
              <c:numCache>
                <c:formatCode>0.##</c:formatCode>
                <c:ptCount val="3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8.162389836E-05</c:v>
                </c:pt>
                <c:pt idx="92">
                  <c:v>0.0002339036353</c:v>
                </c:pt>
                <c:pt idx="93">
                  <c:v>0.0004470403942</c:v>
                </c:pt>
                <c:pt idx="94">
                  <c:v>0.0008110833462</c:v>
                </c:pt>
                <c:pt idx="95">
                  <c:v>0.001304959458</c:v>
                </c:pt>
                <c:pt idx="96">
                  <c:v>0.001909864258</c:v>
                </c:pt>
                <c:pt idx="97">
                  <c:v>0.002709214633</c:v>
                </c:pt>
                <c:pt idx="98">
                  <c:v>0.00367462519</c:v>
                </c:pt>
                <c:pt idx="99">
                  <c:v>0.004780799223</c:v>
                </c:pt>
                <c:pt idx="100">
                  <c:v>0.006089723179</c:v>
                </c:pt>
                <c:pt idx="101">
                  <c:v>0.007570025359</c:v>
                </c:pt>
                <c:pt idx="102">
                  <c:v>0.009193793044</c:v>
                </c:pt>
                <c:pt idx="103">
                  <c:v>0.01100240536</c:v>
                </c:pt>
                <c:pt idx="104">
                  <c:v>0.01296496526</c:v>
                </c:pt>
                <c:pt idx="105">
                  <c:v>0.01505403771</c:v>
                </c:pt>
                <c:pt idx="106">
                  <c:v>0.01730735588</c:v>
                </c:pt>
                <c:pt idx="107">
                  <c:v>0.01969505444</c:v>
                </c:pt>
                <c:pt idx="108">
                  <c:v>0.02219066829</c:v>
                </c:pt>
                <c:pt idx="109">
                  <c:v>0.02484670926</c:v>
                </c:pt>
                <c:pt idx="110">
                  <c:v>0.02763230818</c:v>
                </c:pt>
                <c:pt idx="111">
                  <c:v>0.03052014523</c:v>
                </c:pt>
                <c:pt idx="112">
                  <c:v>0.0335811186</c:v>
                </c:pt>
                <c:pt idx="113">
                  <c:v>0.03678118779</c:v>
                </c:pt>
                <c:pt idx="114">
                  <c:v>0.04009024042</c:v>
                </c:pt>
                <c:pt idx="115">
                  <c:v>0.04358350408</c:v>
                </c:pt>
                <c:pt idx="116">
                  <c:v>0.04722387844</c:v>
                </c:pt>
                <c:pt idx="117">
                  <c:v>0.05097856108</c:v>
                </c:pt>
                <c:pt idx="118">
                  <c:v>0.054908642</c:v>
                </c:pt>
                <c:pt idx="119">
                  <c:v>0.05897654224</c:v>
                </c:pt>
                <c:pt idx="120">
                  <c:v>0.06314907797</c:v>
                </c:pt>
                <c:pt idx="121">
                  <c:v>0.06746753273</c:v>
                </c:pt>
                <c:pt idx="122">
                  <c:v>0.07189672962</c:v>
                </c:pt>
                <c:pt idx="123">
                  <c:v>0.07640567407</c:v>
                </c:pt>
                <c:pt idx="124">
                  <c:v>0.08102834128</c:v>
                </c:pt>
                <c:pt idx="125">
                  <c:v>0.08573262537</c:v>
                </c:pt>
                <c:pt idx="126">
                  <c:v>0.09049031033</c:v>
                </c:pt>
                <c:pt idx="127">
                  <c:v>0.09534734163</c:v>
                </c:pt>
                <c:pt idx="128">
                  <c:v>0.1002726171</c:v>
                </c:pt>
                <c:pt idx="129">
                  <c:v>0.1052388431</c:v>
                </c:pt>
                <c:pt idx="130">
                  <c:v>0.1103123367</c:v>
                </c:pt>
                <c:pt idx="131">
                  <c:v>0.1154601533</c:v>
                </c:pt>
                <c:pt idx="132">
                  <c:v>0.1206533746</c:v>
                </c:pt>
                <c:pt idx="133">
                  <c:v>0.1259685292</c:v>
                </c:pt>
                <c:pt idx="134">
                  <c:v>0.1313698548</c:v>
                </c:pt>
                <c:pt idx="135">
                  <c:v>0.1368259393</c:v>
                </c:pt>
                <c:pt idx="136">
                  <c:v>0.142404164</c:v>
                </c:pt>
                <c:pt idx="137">
                  <c:v>0.1480677577</c:v>
                </c:pt>
                <c:pt idx="138">
                  <c:v>0.1537844347</c:v>
                </c:pt>
                <c:pt idx="139">
                  <c:v>0.159525929</c:v>
                </c:pt>
                <c:pt idx="140">
                  <c:v>0.1652675747</c:v>
                </c:pt>
                <c:pt idx="141">
                  <c:v>0.1709879279</c:v>
                </c:pt>
                <c:pt idx="142">
                  <c:v>0.1766684253</c:v>
                </c:pt>
                <c:pt idx="143">
                  <c:v>0.1822930778</c:v>
                </c:pt>
                <c:pt idx="144">
                  <c:v>0.1878481933</c:v>
                </c:pt>
                <c:pt idx="145">
                  <c:v>0.1933221281</c:v>
                </c:pt>
                <c:pt idx="146">
                  <c:v>0.1987050623</c:v>
                </c:pt>
                <c:pt idx="147">
                  <c:v>0.2039887987</c:v>
                </c:pt>
                <c:pt idx="148">
                  <c:v>0.2091665811</c:v>
                </c:pt>
                <c:pt idx="149">
                  <c:v>0.2142329312</c:v>
                </c:pt>
                <c:pt idx="150">
                  <c:v>0.2191835022</c:v>
                </c:pt>
                <c:pt idx="151">
                  <c:v>0.2240149473</c:v>
                </c:pt>
                <c:pt idx="152">
                  <c:v>0.2287248014</c:v>
                </c:pt>
                <c:pt idx="153">
                  <c:v>0.2333113751</c:v>
                </c:pt>
                <c:pt idx="154">
                  <c:v>0.2377736596</c:v>
                </c:pt>
                <c:pt idx="155">
                  <c:v>0.242111242</c:v>
                </c:pt>
                <c:pt idx="156">
                  <c:v>0.2463242282</c:v>
                </c:pt>
                <c:pt idx="157">
                  <c:v>0.2504131757</c:v>
                </c:pt>
                <c:pt idx="158">
                  <c:v>0.2543790315</c:v>
                </c:pt>
                <c:pt idx="159">
                  <c:v>0.2582230785</c:v>
                </c:pt>
                <c:pt idx="160">
                  <c:v>0.2619468864</c:v>
                </c:pt>
                <c:pt idx="161">
                  <c:v>0.2655522685</c:v>
                </c:pt>
                <c:pt idx="162">
                  <c:v>0.2690412432</c:v>
                </c:pt>
                <c:pt idx="163">
                  <c:v>0.2724159994</c:v>
                </c:pt>
                <c:pt idx="164">
                  <c:v>0.2756788663</c:v>
                </c:pt>
                <c:pt idx="165">
                  <c:v>0.2788322864</c:v>
                </c:pt>
                <c:pt idx="166">
                  <c:v>0.2818787913</c:v>
                </c:pt>
                <c:pt idx="167">
                  <c:v>0.2848209811</c:v>
                </c:pt>
                <c:pt idx="168">
                  <c:v>0.2876615052</c:v>
                </c:pt>
                <c:pt idx="169">
                  <c:v>0.2904030462</c:v>
                </c:pt>
                <c:pt idx="170">
                  <c:v>0.2930483059</c:v>
                </c:pt>
                <c:pt idx="171">
                  <c:v>0.2955999921</c:v>
                </c:pt>
                <c:pt idx="172">
                  <c:v>0.2980608081</c:v>
                </c:pt>
                <c:pt idx="173">
                  <c:v>0.3004334431</c:v>
                </c:pt>
                <c:pt idx="174">
                  <c:v>0.302720564</c:v>
                </c:pt>
                <c:pt idx="175">
                  <c:v>0.3049248085</c:v>
                </c:pt>
                <c:pt idx="176">
                  <c:v>0.3070487788</c:v>
                </c:pt>
                <c:pt idx="177">
                  <c:v>0.3090950366</c:v>
                </c:pt>
                <c:pt idx="178">
                  <c:v>0.3110660993</c:v>
                </c:pt>
                <c:pt idx="179">
                  <c:v>0.3129644355</c:v>
                </c:pt>
                <c:pt idx="180">
                  <c:v>0.314792463</c:v>
                </c:pt>
                <c:pt idx="181">
                  <c:v>0.316552546</c:v>
                </c:pt>
                <c:pt idx="182">
                  <c:v>0.3182469933</c:v>
                </c:pt>
                <c:pt idx="183">
                  <c:v>0.3198780572</c:v>
                </c:pt>
                <c:pt idx="184">
                  <c:v>0.3214479319</c:v>
                </c:pt>
                <c:pt idx="185">
                  <c:v>0.3229587535</c:v>
                </c:pt>
                <c:pt idx="186">
                  <c:v>0.3244125995</c:v>
                </c:pt>
                <c:pt idx="187">
                  <c:v>0.3258114883</c:v>
                </c:pt>
                <c:pt idx="188">
                  <c:v>0.3271573799</c:v>
                </c:pt>
                <c:pt idx="189">
                  <c:v>0.3284521759</c:v>
                </c:pt>
                <c:pt idx="190">
                  <c:v>0.3296977201</c:v>
                </c:pt>
                <c:pt idx="191">
                  <c:v>0.3308957993</c:v>
                </c:pt>
                <c:pt idx="192">
                  <c:v>0.3320481439</c:v>
                </c:pt>
                <c:pt idx="193">
                  <c:v>0.3331564289</c:v>
                </c:pt>
                <c:pt idx="194">
                  <c:v>0.334222275</c:v>
                </c:pt>
                <c:pt idx="195">
                  <c:v>0.3352472493</c:v>
                </c:pt>
                <c:pt idx="196">
                  <c:v>0.3362328668</c:v>
                </c:pt>
                <c:pt idx="197">
                  <c:v>0.3371805915</c:v>
                </c:pt>
                <c:pt idx="198">
                  <c:v>0.3380918374</c:v>
                </c:pt>
                <c:pt idx="199">
                  <c:v>0.3389679699</c:v>
                </c:pt>
                <c:pt idx="200">
                  <c:v>0.3398103073</c:v>
                </c:pt>
                <c:pt idx="201">
                  <c:v>0.3406201214</c:v>
                </c:pt>
                <c:pt idx="202">
                  <c:v>0.3413986394</c:v>
                </c:pt>
                <c:pt idx="203">
                  <c:v>0.3421470449</c:v>
                </c:pt>
                <c:pt idx="204">
                  <c:v>0.3428664794</c:v>
                </c:pt>
                <c:pt idx="205">
                  <c:v>0.3435580431</c:v>
                </c:pt>
                <c:pt idx="206">
                  <c:v>0.3442227967</c:v>
                </c:pt>
                <c:pt idx="207">
                  <c:v>0.3448617623</c:v>
                </c:pt>
                <c:pt idx="208">
                  <c:v>0.3454759245</c:v>
                </c:pt>
                <c:pt idx="209">
                  <c:v>0.3460662322</c:v>
                </c:pt>
                <c:pt idx="210">
                  <c:v>0.3466335989</c:v>
                </c:pt>
                <c:pt idx="211">
                  <c:v>0.3471789048</c:v>
                </c:pt>
                <c:pt idx="212">
                  <c:v>0.3477029971</c:v>
                </c:pt>
                <c:pt idx="213">
                  <c:v>0.3482066917</c:v>
                </c:pt>
                <c:pt idx="214">
                  <c:v>0.3486907738</c:v>
                </c:pt>
                <c:pt idx="215">
                  <c:v>0.3491559994</c:v>
                </c:pt>
                <c:pt idx="216">
                  <c:v>0.3496030959</c:v>
                </c:pt>
                <c:pt idx="217">
                  <c:v>0.3500327636</c:v>
                </c:pt>
                <c:pt idx="218">
                  <c:v>0.350445676</c:v>
                </c:pt>
                <c:pt idx="219">
                  <c:v>0.3508424815</c:v>
                </c:pt>
                <c:pt idx="220">
                  <c:v>0.3512238035</c:v>
                </c:pt>
                <c:pt idx="221">
                  <c:v>0.3515902421</c:v>
                </c:pt>
                <c:pt idx="222">
                  <c:v>0.3519423743</c:v>
                </c:pt>
                <c:pt idx="223">
                  <c:v>0.3522807552</c:v>
                </c:pt>
                <c:pt idx="224">
                  <c:v>0.3526059186</c:v>
                </c:pt>
                <c:pt idx="225">
                  <c:v>0.3529183781</c:v>
                </c:pt>
                <c:pt idx="226">
                  <c:v>0.3532186273</c:v>
                </c:pt>
                <c:pt idx="227">
                  <c:v>0.3535071411</c:v>
                </c:pt>
                <c:pt idx="228">
                  <c:v>0.353784376</c:v>
                </c:pt>
                <c:pt idx="229">
                  <c:v>0.3540507712</c:v>
                </c:pt>
                <c:pt idx="230">
                  <c:v>0.3543067486</c:v>
                </c:pt>
                <c:pt idx="231">
                  <c:v>0.3545527142</c:v>
                </c:pt>
                <c:pt idx="232">
                  <c:v>0.3547890581</c:v>
                </c:pt>
                <c:pt idx="233">
                  <c:v>0.3550161554</c:v>
                </c:pt>
                <c:pt idx="234">
                  <c:v>0.3552343667</c:v>
                </c:pt>
                <c:pt idx="235">
                  <c:v>0.3554440387</c:v>
                </c:pt>
                <c:pt idx="236">
                  <c:v>0.3556455046</c:v>
                </c:pt>
                <c:pt idx="237">
                  <c:v>0.3558390848</c:v>
                </c:pt>
                <c:pt idx="238">
                  <c:v>0.356025087</c:v>
                </c:pt>
                <c:pt idx="239">
                  <c:v>0.3562038073</c:v>
                </c:pt>
                <c:pt idx="240">
                  <c:v>0.3563755301</c:v>
                </c:pt>
                <c:pt idx="241">
                  <c:v>0.3565405288</c:v>
                </c:pt>
                <c:pt idx="242">
                  <c:v>0.3566990661</c:v>
                </c:pt>
                <c:pt idx="243">
                  <c:v>0.3568513948</c:v>
                </c:pt>
                <c:pt idx="244">
                  <c:v>0.3569977573</c:v>
                </c:pt>
                <c:pt idx="245">
                  <c:v>0.3571383872</c:v>
                </c:pt>
                <c:pt idx="246">
                  <c:v>0.3572735084</c:v>
                </c:pt>
                <c:pt idx="247">
                  <c:v>0.3574033366</c:v>
                </c:pt>
                <c:pt idx="248">
                  <c:v>0.3575280787</c:v>
                </c:pt>
                <c:pt idx="249">
                  <c:v>0.3576479338</c:v>
                </c:pt>
                <c:pt idx="250">
                  <c:v>0.357763093</c:v>
                </c:pt>
                <c:pt idx="251">
                  <c:v>0.3578737402</c:v>
                </c:pt>
                <c:pt idx="252">
                  <c:v>0.357980052</c:v>
                </c:pt>
                <c:pt idx="253">
                  <c:v>0.3580821979</c:v>
                </c:pt>
                <c:pt idx="254">
                  <c:v>0.3581803412</c:v>
                </c:pt>
                <c:pt idx="255">
                  <c:v>0.3582746386</c:v>
                </c:pt>
                <c:pt idx="256">
                  <c:v>0.3583652405</c:v>
                </c:pt>
                <c:pt idx="257">
                  <c:v>0.3584522918</c:v>
                </c:pt>
                <c:pt idx="258">
                  <c:v>0.3585359314</c:v>
                </c:pt>
                <c:pt idx="259">
                  <c:v>0.358616293</c:v>
                </c:pt>
                <c:pt idx="260">
                  <c:v>0.358693505</c:v>
                </c:pt>
                <c:pt idx="261">
                  <c:v>0.3587676906</c:v>
                </c:pt>
                <c:pt idx="262">
                  <c:v>0.3588389686</c:v>
                </c:pt>
                <c:pt idx="263">
                  <c:v>0.3589074527</c:v>
                </c:pt>
                <c:pt idx="264">
                  <c:v>0.3589732525</c:v>
                </c:pt>
                <c:pt idx="265">
                  <c:v>0.359036473</c:v>
                </c:pt>
                <c:pt idx="266">
                  <c:v>0.3590972154</c:v>
                </c:pt>
                <c:pt idx="267">
                  <c:v>0.3591555768</c:v>
                </c:pt>
                <c:pt idx="268">
                  <c:v>0.3592116504</c:v>
                </c:pt>
                <c:pt idx="269">
                  <c:v>0.3592655258</c:v>
                </c:pt>
                <c:pt idx="270">
                  <c:v>0.3593172893</c:v>
                </c:pt>
                <c:pt idx="271">
                  <c:v>0.3593670236</c:v>
                </c:pt>
                <c:pt idx="272">
                  <c:v>0.3594148082</c:v>
                </c:pt>
                <c:pt idx="273">
                  <c:v>0.3594607195</c:v>
                </c:pt>
                <c:pt idx="274">
                  <c:v>0.3595048309</c:v>
                </c:pt>
                <c:pt idx="275">
                  <c:v>0.359547213</c:v>
                </c:pt>
                <c:pt idx="276">
                  <c:v>0.3595879336</c:v>
                </c:pt>
                <c:pt idx="277">
                  <c:v>0.3596270577</c:v>
                </c:pt>
                <c:pt idx="278">
                  <c:v>0.359664648</c:v>
                </c:pt>
                <c:pt idx="279">
                  <c:v>0.3597007646</c:v>
                </c:pt>
                <c:pt idx="280">
                  <c:v>0.3597354652</c:v>
                </c:pt>
                <c:pt idx="281">
                  <c:v>0.3597688053</c:v>
                </c:pt>
                <c:pt idx="282">
                  <c:v>0.3598008383</c:v>
                </c:pt>
                <c:pt idx="283">
                  <c:v>0.3598316154</c:v>
                </c:pt>
                <c:pt idx="284">
                  <c:v>0.3598611859</c:v>
                </c:pt>
                <c:pt idx="285">
                  <c:v>0.359889597</c:v>
                </c:pt>
                <c:pt idx="286">
                  <c:v>0.3599168942</c:v>
                </c:pt>
                <c:pt idx="287">
                  <c:v>0.3599431211</c:v>
                </c:pt>
                <c:pt idx="288">
                  <c:v>0.3599683197</c:v>
                </c:pt>
                <c:pt idx="289">
                  <c:v>0.3599925304</c:v>
                </c:pt>
                <c:pt idx="290">
                  <c:v>0.3600157918</c:v>
                </c:pt>
                <c:pt idx="291">
                  <c:v>0.3600381412</c:v>
                </c:pt>
                <c:pt idx="292">
                  <c:v>0.3600596143</c:v>
                </c:pt>
                <c:pt idx="293">
                  <c:v>0.3600802455</c:v>
                </c:pt>
                <c:pt idx="294">
                  <c:v>0.3601000678</c:v>
                </c:pt>
                <c:pt idx="295">
                  <c:v>0.3601191129</c:v>
                </c:pt>
                <c:pt idx="296">
                  <c:v>0.3601374112</c:v>
                </c:pt>
                <c:pt idx="297">
                  <c:v>0.3601549921</c:v>
                </c:pt>
                <c:pt idx="298">
                  <c:v>0.3601718837</c:v>
                </c:pt>
                <c:pt idx="299">
                  <c:v>0.360188113</c:v>
                </c:pt>
                <c:pt idx="300">
                  <c:v>0.3602037059</c:v>
                </c:pt>
                <c:pt idx="301">
                  <c:v>0.3602186874</c:v>
                </c:pt>
                <c:pt idx="302">
                  <c:v>0.3602330816</c:v>
                </c:pt>
                <c:pt idx="303">
                  <c:v>0.3602469113</c:v>
                </c:pt>
                <c:pt idx="304">
                  <c:v>0.3602601988</c:v>
                </c:pt>
                <c:pt idx="305">
                  <c:v>0.3602729653</c:v>
                </c:pt>
                <c:pt idx="306">
                  <c:v>0.3602852313</c:v>
                </c:pt>
                <c:pt idx="307">
                  <c:v>0.3602970162</c:v>
                </c:pt>
                <c:pt idx="308">
                  <c:v>0.3603083392</c:v>
                </c:pt>
                <c:pt idx="309">
                  <c:v>0.3603192181</c:v>
                </c:pt>
                <c:pt idx="310">
                  <c:v>0.3603296705</c:v>
                </c:pt>
                <c:pt idx="311">
                  <c:v>0.360339713</c:v>
                </c:pt>
                <c:pt idx="312">
                  <c:v>0.3603493618</c:v>
                </c:pt>
                <c:pt idx="313">
                  <c:v>0.3603586323</c:v>
                </c:pt>
                <c:pt idx="314">
                  <c:v>0.3603675392</c:v>
                </c:pt>
                <c:pt idx="315">
                  <c:v>0.3603760969</c:v>
                </c:pt>
                <c:pt idx="316">
                  <c:v>0.3603843191</c:v>
                </c:pt>
                <c:pt idx="317">
                  <c:v>0.3603922189</c:v>
                </c:pt>
                <c:pt idx="318">
                  <c:v>0.3603998089</c:v>
                </c:pt>
                <c:pt idx="319">
                  <c:v>0.3604071013</c:v>
                </c:pt>
                <c:pt idx="320">
                  <c:v>0.3604141078</c:v>
                </c:pt>
                <c:pt idx="321">
                  <c:v>0.3604208396</c:v>
                </c:pt>
                <c:pt idx="322">
                  <c:v>0.3604273074</c:v>
                </c:pt>
                <c:pt idx="323">
                  <c:v>0.3604335216</c:v>
                </c:pt>
                <c:pt idx="324">
                  <c:v>0.3604394921</c:v>
                </c:pt>
                <c:pt idx="325">
                  <c:v>0.3604452286</c:v>
                </c:pt>
                <c:pt idx="326">
                  <c:v>0.3604507401</c:v>
                </c:pt>
                <c:pt idx="327">
                  <c:v>0.3604560355</c:v>
                </c:pt>
                <c:pt idx="328">
                  <c:v>0.3604611232</c:v>
                </c:pt>
                <c:pt idx="329">
                  <c:v>0.3604660115</c:v>
                </c:pt>
                <c:pt idx="330">
                  <c:v>0.3604707081</c:v>
                </c:pt>
                <c:pt idx="331">
                  <c:v>0.3604752206</c:v>
                </c:pt>
                <c:pt idx="332">
                  <c:v>0.3604795561</c:v>
                </c:pt>
                <c:pt idx="333">
                  <c:v>0.3604837216</c:v>
                </c:pt>
                <c:pt idx="334">
                  <c:v>0.3604877238</c:v>
                </c:pt>
                <c:pt idx="335">
                  <c:v>0.3604915691</c:v>
                </c:pt>
                <c:pt idx="336">
                  <c:v>0.3604952635</c:v>
                </c:pt>
                <c:pt idx="337">
                  <c:v>0.3604988132</c:v>
                </c:pt>
                <c:pt idx="338">
                  <c:v>0.3605022236</c:v>
                </c:pt>
                <c:pt idx="339">
                  <c:v>0.3605055003</c:v>
                </c:pt>
                <c:pt idx="340">
                  <c:v>0.3605086486</c:v>
                </c:pt>
                <c:pt idx="341">
                  <c:v>0.3605116733</c:v>
                </c:pt>
                <c:pt idx="342">
                  <c:v>0.3605145795</c:v>
                </c:pt>
                <c:pt idx="343">
                  <c:v>0.3605173718</c:v>
                </c:pt>
                <c:pt idx="344">
                  <c:v>0.3605200545</c:v>
                </c:pt>
                <c:pt idx="345">
                  <c:v>0.3605226321</c:v>
                </c:pt>
                <c:pt idx="346">
                  <c:v>0.3605251086</c:v>
                </c:pt>
                <c:pt idx="347">
                  <c:v>0.360527488</c:v>
                </c:pt>
                <c:pt idx="348">
                  <c:v>0.360529774</c:v>
                </c:pt>
                <c:pt idx="349">
                  <c:v>0.3605319705</c:v>
                </c:pt>
                <c:pt idx="350">
                  <c:v>0.3605340808</c:v>
                </c:pt>
                <c:pt idx="351">
                  <c:v>0.3605361084</c:v>
                </c:pt>
                <c:pt idx="352">
                  <c:v>0.3605380565</c:v>
                </c:pt>
                <c:pt idx="353">
                  <c:v>0.3605399282</c:v>
                </c:pt>
                <c:pt idx="354">
                  <c:v>0.3605417265</c:v>
                </c:pt>
                <c:pt idx="355">
                  <c:v>0.3605434543</c:v>
                </c:pt>
                <c:pt idx="356">
                  <c:v>0.3605451143</c:v>
                </c:pt>
                <c:pt idx="357">
                  <c:v>0.3605467093</c:v>
                </c:pt>
                <c:pt idx="358">
                  <c:v>0.3605482417</c:v>
                </c:pt>
                <c:pt idx="359">
                  <c:v>0.360549714</c:v>
                </c:pt>
              </c:numCache>
            </c:numRef>
          </c:yVal>
        </c:ser>
        <c:ser>
          <c:idx val="2"/>
          <c:order val="2"/>
          <c:tx>
            <c:v>Coherent readout</c:v>
          </c:tx>
          <c:spPr>
            <a:solidFill xmlns:a="http://schemas.openxmlformats.org/drawingml/2006/main">
              <a:srgbClr val="660099"/>
            </a:solidFill>
            <a:ln xmlns:a="http://schemas.openxmlformats.org/drawingml/2006/main" w="23813">
              <a:solidFill>
                <a:srgbClr val="660099"/>
              </a:solidFill>
            </a:ln>
          </c:spPr>
          <c:marker>
            <c:symbol val="none"/>
          </c:marker>
          <c:xVal>
            <c:numRef>
              <c:f>'Chart Data'!$E$2:$E$361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Data'!$F$2:$F$361</c:f>
              <c:numCache>
                <c:formatCode>0.##</c:formatCode>
                <c:ptCount val="360"/>
                <c:pt idx="0">
                  <c:v>0.05650409643</c:v>
                </c:pt>
                <c:pt idx="1">
                  <c:v>0.03605416413</c:v>
                </c:pt>
                <c:pt idx="2">
                  <c:v>0.1387100113</c:v>
                </c:pt>
                <c:pt idx="3">
                  <c:v>0.04536725622</c:v>
                </c:pt>
                <c:pt idx="4">
                  <c:v>0.08199663048</c:v>
                </c:pt>
                <c:pt idx="5">
                  <c:v>0.0783531383</c:v>
                </c:pt>
                <c:pt idx="6">
                  <c:v>0.05690024708</c:v>
                </c:pt>
                <c:pt idx="7">
                  <c:v>-0.01805717471</c:v>
                </c:pt>
                <c:pt idx="8">
                  <c:v>0.112144588</c:v>
                </c:pt>
                <c:pt idx="9">
                  <c:v>-0.01507102391</c:v>
                </c:pt>
                <c:pt idx="10">
                  <c:v>0.03423887384</c:v>
                </c:pt>
                <c:pt idx="11">
                  <c:v>0.01562064152</c:v>
                </c:pt>
                <c:pt idx="12">
                  <c:v>0.07579531152</c:v>
                </c:pt>
                <c:pt idx="13">
                  <c:v>-0.03957042891</c:v>
                </c:pt>
                <c:pt idx="14">
                  <c:v>0.0921473323</c:v>
                </c:pt>
                <c:pt idx="15">
                  <c:v>0.1062268874</c:v>
                </c:pt>
                <c:pt idx="16">
                  <c:v>0.0121252918</c:v>
                </c:pt>
                <c:pt idx="17">
                  <c:v>-0.05975583215</c:v>
                </c:pt>
                <c:pt idx="18">
                  <c:v>0.1826046884</c:v>
                </c:pt>
                <c:pt idx="19">
                  <c:v>0.03586191099</c:v>
                </c:pt>
                <c:pt idx="20">
                  <c:v>0.1616596995</c:v>
                </c:pt>
                <c:pt idx="21">
                  <c:v>0.1396246662</c:v>
                </c:pt>
                <c:pt idx="22">
                  <c:v>-0.05557162505</c:v>
                </c:pt>
                <c:pt idx="23">
                  <c:v>0.2726256868</c:v>
                </c:pt>
                <c:pt idx="24">
                  <c:v>-0.03545517542</c:v>
                </c:pt>
                <c:pt idx="25">
                  <c:v>0.04382913471</c:v>
                </c:pt>
                <c:pt idx="26">
                  <c:v>0.05347912755</c:v>
                </c:pt>
                <c:pt idx="27">
                  <c:v>-0.04680205332</c:v>
                </c:pt>
                <c:pt idx="28">
                  <c:v>-0.0283171413</c:v>
                </c:pt>
                <c:pt idx="29">
                  <c:v>0.1750317814</c:v>
                </c:pt>
                <c:pt idx="30">
                  <c:v>0.03558906907</c:v>
                </c:pt>
                <c:pt idx="31">
                  <c:v>0.1373062182</c:v>
                </c:pt>
                <c:pt idx="32">
                  <c:v>0.140405497</c:v>
                </c:pt>
                <c:pt idx="33">
                  <c:v>0.1561382613</c:v>
                </c:pt>
                <c:pt idx="34">
                  <c:v>0.03124659936</c:v>
                </c:pt>
                <c:pt idx="35">
                  <c:v>0.03680295887</c:v>
                </c:pt>
                <c:pt idx="36">
                  <c:v>0.2293285726</c:v>
                </c:pt>
                <c:pt idx="37">
                  <c:v>0.07541082183</c:v>
                </c:pt>
                <c:pt idx="38">
                  <c:v>0.05279943676</c:v>
                </c:pt>
                <c:pt idx="39">
                  <c:v>0.01272988426</c:v>
                </c:pt>
                <c:pt idx="40">
                  <c:v>0.08079089921</c:v>
                </c:pt>
                <c:pt idx="41">
                  <c:v>0.07459072602</c:v>
                </c:pt>
                <c:pt idx="42">
                  <c:v>0.05841316723</c:v>
                </c:pt>
                <c:pt idx="43">
                  <c:v>0.2301438541</c:v>
                </c:pt>
                <c:pt idx="44">
                  <c:v>-0.02112590576</c:v>
                </c:pt>
                <c:pt idx="45">
                  <c:v>-0.03615802312</c:v>
                </c:pt>
                <c:pt idx="46">
                  <c:v>-0.02713347151</c:v>
                </c:pt>
                <c:pt idx="47">
                  <c:v>0.03937662885</c:v>
                </c:pt>
                <c:pt idx="48">
                  <c:v>0.07893790177</c:v>
                </c:pt>
                <c:pt idx="49">
                  <c:v>-0.2182968624</c:v>
                </c:pt>
                <c:pt idx="50">
                  <c:v>-0.01624616506</c:v>
                </c:pt>
                <c:pt idx="51">
                  <c:v>0.05462560473</c:v>
                </c:pt>
                <c:pt idx="52">
                  <c:v>-0.005281187681</c:v>
                </c:pt>
                <c:pt idx="53">
                  <c:v>0.03141124957</c:v>
                </c:pt>
                <c:pt idx="54">
                  <c:v>-0.1585139009</c:v>
                </c:pt>
                <c:pt idx="55">
                  <c:v>-0.08364395308</c:v>
                </c:pt>
                <c:pt idx="56">
                  <c:v>-0.06170612231</c:v>
                </c:pt>
                <c:pt idx="57">
                  <c:v>0.006722029495</c:v>
                </c:pt>
                <c:pt idx="58">
                  <c:v>-0.04168208988</c:v>
                </c:pt>
                <c:pt idx="59">
                  <c:v>-0.02992062755</c:v>
                </c:pt>
                <c:pt idx="60">
                  <c:v>0.03213493818</c:v>
                </c:pt>
                <c:pt idx="61">
                  <c:v>0.05181727716</c:v>
                </c:pt>
                <c:pt idx="62">
                  <c:v>0.1166988811</c:v>
                </c:pt>
                <c:pt idx="63">
                  <c:v>-0.006365868086</c:v>
                </c:pt>
                <c:pt idx="64">
                  <c:v>0.07566498489</c:v>
                </c:pt>
                <c:pt idx="65">
                  <c:v>0.009258482307</c:v>
                </c:pt>
                <c:pt idx="66">
                  <c:v>0.01168902417</c:v>
                </c:pt>
                <c:pt idx="67">
                  <c:v>0.02832976667</c:v>
                </c:pt>
                <c:pt idx="68">
                  <c:v>0.09069806751</c:v>
                </c:pt>
                <c:pt idx="69">
                  <c:v>0.01569875687</c:v>
                </c:pt>
                <c:pt idx="70">
                  <c:v>0.1111378751</c:v>
                </c:pt>
                <c:pt idx="71">
                  <c:v>0.01331837062</c:v>
                </c:pt>
                <c:pt idx="72">
                  <c:v>-0.07125215641</c:v>
                </c:pt>
                <c:pt idx="73">
                  <c:v>-0.08073548221</c:v>
                </c:pt>
                <c:pt idx="74">
                  <c:v>-0.002422732278</c:v>
                </c:pt>
                <c:pt idx="75">
                  <c:v>0.1180494502</c:v>
                </c:pt>
                <c:pt idx="76">
                  <c:v>-0.08748264189</c:v>
                </c:pt>
                <c:pt idx="77">
                  <c:v>0.09394809203</c:v>
                </c:pt>
                <c:pt idx="78">
                  <c:v>0.04625589057</c:v>
                </c:pt>
                <c:pt idx="79">
                  <c:v>0.09010375073</c:v>
                </c:pt>
                <c:pt idx="80">
                  <c:v>0.1793864097</c:v>
                </c:pt>
                <c:pt idx="81">
                  <c:v>0.04809284468</c:v>
                </c:pt>
                <c:pt idx="82">
                  <c:v>0.1802808686</c:v>
                </c:pt>
                <c:pt idx="83">
                  <c:v>0.1368857539</c:v>
                </c:pt>
                <c:pt idx="84">
                  <c:v>-0.03693554309</c:v>
                </c:pt>
                <c:pt idx="85">
                  <c:v>0.08458091656</c:v>
                </c:pt>
                <c:pt idx="86">
                  <c:v>-0.03140988608</c:v>
                </c:pt>
                <c:pt idx="87">
                  <c:v>0.08672299178</c:v>
                </c:pt>
                <c:pt idx="88">
                  <c:v>0.04790123005</c:v>
                </c:pt>
                <c:pt idx="89">
                  <c:v>0.06549688918</c:v>
                </c:pt>
                <c:pt idx="90">
                  <c:v>0.02445959326</c:v>
                </c:pt>
                <c:pt idx="91">
                  <c:v>0.06809988124</c:v>
                </c:pt>
                <c:pt idx="92">
                  <c:v>0.07203524287</c:v>
                </c:pt>
                <c:pt idx="93">
                  <c:v>0.08012986332</c:v>
                </c:pt>
                <c:pt idx="94">
                  <c:v>0.03359082187</c:v>
                </c:pt>
                <c:pt idx="95">
                  <c:v>0.07936325335</c:v>
                </c:pt>
                <c:pt idx="96">
                  <c:v>0.07489677838</c:v>
                </c:pt>
                <c:pt idx="97">
                  <c:v>0.05589158434</c:v>
                </c:pt>
                <c:pt idx="98">
                  <c:v>0.0594933153</c:v>
                </c:pt>
                <c:pt idx="99">
                  <c:v>0.2896172303</c:v>
                </c:pt>
                <c:pt idx="100">
                  <c:v>0.05225161274</c:v>
                </c:pt>
                <c:pt idx="101">
                  <c:v>0.0388165751</c:v>
                </c:pt>
                <c:pt idx="102">
                  <c:v>-0.0258958115</c:v>
                </c:pt>
                <c:pt idx="103">
                  <c:v>-0.1265329352</c:v>
                </c:pt>
                <c:pt idx="104">
                  <c:v>-0.1292260863</c:v>
                </c:pt>
                <c:pt idx="105">
                  <c:v>-0.006293075402</c:v>
                </c:pt>
                <c:pt idx="106">
                  <c:v>0.05215009601</c:v>
                </c:pt>
                <c:pt idx="107">
                  <c:v>0.04431941109</c:v>
                </c:pt>
                <c:pt idx="108">
                  <c:v>0.07798562119</c:v>
                </c:pt>
                <c:pt idx="109">
                  <c:v>-0.1330966734</c:v>
                </c:pt>
                <c:pt idx="110">
                  <c:v>-0.1016924507</c:v>
                </c:pt>
                <c:pt idx="111">
                  <c:v>0.07236010555</c:v>
                </c:pt>
                <c:pt idx="112">
                  <c:v>0.2196617728</c:v>
                </c:pt>
                <c:pt idx="113">
                  <c:v>0.09836551958</c:v>
                </c:pt>
                <c:pt idx="114">
                  <c:v>0.08554823864</c:v>
                </c:pt>
                <c:pt idx="115">
                  <c:v>0.01211134166</c:v>
                </c:pt>
                <c:pt idx="116">
                  <c:v>0.1209704747</c:v>
                </c:pt>
                <c:pt idx="117">
                  <c:v>0.004392452578</c:v>
                </c:pt>
                <c:pt idx="118">
                  <c:v>-0.05372138857</c:v>
                </c:pt>
                <c:pt idx="119">
                  <c:v>-0.03441856921</c:v>
                </c:pt>
                <c:pt idx="120">
                  <c:v>0.02580608146</c:v>
                </c:pt>
                <c:pt idx="121">
                  <c:v>0.1155526544</c:v>
                </c:pt>
                <c:pt idx="122">
                  <c:v>0.00232456251</c:v>
                </c:pt>
                <c:pt idx="123">
                  <c:v>0.1232261574</c:v>
                </c:pt>
                <c:pt idx="124">
                  <c:v>-0.1832748456</c:v>
                </c:pt>
                <c:pt idx="125">
                  <c:v>0.1017419434</c:v>
                </c:pt>
                <c:pt idx="126">
                  <c:v>0.04881037375</c:v>
                </c:pt>
                <c:pt idx="127">
                  <c:v>-0.03571583948</c:v>
                </c:pt>
                <c:pt idx="128">
                  <c:v>0.1596312063</c:v>
                </c:pt>
                <c:pt idx="129">
                  <c:v>-0.01862430255</c:v>
                </c:pt>
                <c:pt idx="130">
                  <c:v>0.1387053655</c:v>
                </c:pt>
                <c:pt idx="131">
                  <c:v>0.1595411708</c:v>
                </c:pt>
                <c:pt idx="132">
                  <c:v>0.03654521289</c:v>
                </c:pt>
                <c:pt idx="133">
                  <c:v>0.08834211401</c:v>
                </c:pt>
                <c:pt idx="134">
                  <c:v>0.1165912509</c:v>
                </c:pt>
                <c:pt idx="135">
                  <c:v>-0.1030289638</c:v>
                </c:pt>
                <c:pt idx="136">
                  <c:v>-0.1286312828</c:v>
                </c:pt>
                <c:pt idx="137">
                  <c:v>0.3275261591</c:v>
                </c:pt>
                <c:pt idx="138">
                  <c:v>0.05310343555</c:v>
                </c:pt>
                <c:pt idx="139">
                  <c:v>0.01726156463</c:v>
                </c:pt>
                <c:pt idx="140">
                  <c:v>0.01727396452</c:v>
                </c:pt>
                <c:pt idx="141">
                  <c:v>0.1773578328</c:v>
                </c:pt>
                <c:pt idx="142">
                  <c:v>0.1987296399</c:v>
                </c:pt>
                <c:pt idx="143">
                  <c:v>0.1630423157</c:v>
                </c:pt>
                <c:pt idx="144">
                  <c:v>0.2573093614</c:v>
                </c:pt>
                <c:pt idx="145">
                  <c:v>0.0840291291</c:v>
                </c:pt>
                <c:pt idx="146">
                  <c:v>0.1844697694</c:v>
                </c:pt>
                <c:pt idx="147">
                  <c:v>0.2660364499</c:v>
                </c:pt>
                <c:pt idx="148">
                  <c:v>0.05478931147</c:v>
                </c:pt>
                <c:pt idx="149">
                  <c:v>0.1892712539</c:v>
                </c:pt>
                <c:pt idx="150">
                  <c:v>0.2178038516</c:v>
                </c:pt>
                <c:pt idx="151">
                  <c:v>0.2498327434</c:v>
                </c:pt>
                <c:pt idx="152">
                  <c:v>0.1367073655</c:v>
                </c:pt>
                <c:pt idx="153">
                  <c:v>0.2334324735</c:v>
                </c:pt>
                <c:pt idx="154">
                  <c:v>0.3333645315</c:v>
                </c:pt>
                <c:pt idx="155">
                  <c:v>0.1236286383</c:v>
                </c:pt>
                <c:pt idx="156">
                  <c:v>0.2939674718</c:v>
                </c:pt>
                <c:pt idx="157">
                  <c:v>0.2381995629</c:v>
                </c:pt>
                <c:pt idx="158">
                  <c:v>0.1089956618</c:v>
                </c:pt>
                <c:pt idx="159">
                  <c:v>0.2800509526</c:v>
                </c:pt>
                <c:pt idx="160">
                  <c:v>0.1836544723</c:v>
                </c:pt>
                <c:pt idx="161">
                  <c:v>0.356505763</c:v>
                </c:pt>
                <c:pt idx="162">
                  <c:v>0.1571865358</c:v>
                </c:pt>
                <c:pt idx="163">
                  <c:v>0.2960567377</c:v>
                </c:pt>
                <c:pt idx="164">
                  <c:v>0.09900873716</c:v>
                </c:pt>
                <c:pt idx="165">
                  <c:v>0.2225321866</c:v>
                </c:pt>
                <c:pt idx="166">
                  <c:v>0.09696965548</c:v>
                </c:pt>
                <c:pt idx="167">
                  <c:v>0.289649732</c:v>
                </c:pt>
                <c:pt idx="168">
                  <c:v>0.4321846162</c:v>
                </c:pt>
                <c:pt idx="169">
                  <c:v>0.3968768321</c:v>
                </c:pt>
                <c:pt idx="170">
                  <c:v>0.2587368186</c:v>
                </c:pt>
                <c:pt idx="171">
                  <c:v>0.162359355</c:v>
                </c:pt>
                <c:pt idx="172">
                  <c:v>0.3667902473</c:v>
                </c:pt>
                <c:pt idx="173">
                  <c:v>0.3705631858</c:v>
                </c:pt>
                <c:pt idx="174">
                  <c:v>0.2605066614</c:v>
                </c:pt>
                <c:pt idx="175">
                  <c:v>0.4488701586</c:v>
                </c:pt>
                <c:pt idx="176">
                  <c:v>0.1974150662</c:v>
                </c:pt>
                <c:pt idx="177">
                  <c:v>0.2811575009</c:v>
                </c:pt>
                <c:pt idx="178">
                  <c:v>0.3121594374</c:v>
                </c:pt>
                <c:pt idx="179">
                  <c:v>0.277654922</c:v>
                </c:pt>
                <c:pt idx="180">
                  <c:v>0.4333903325</c:v>
                </c:pt>
                <c:pt idx="181">
                  <c:v>0.3091826425</c:v>
                </c:pt>
                <c:pt idx="182">
                  <c:v>0.3407200946</c:v>
                </c:pt>
                <c:pt idx="183">
                  <c:v>0.3395226894</c:v>
                </c:pt>
                <c:pt idx="184">
                  <c:v>0.2877269711</c:v>
                </c:pt>
                <c:pt idx="185">
                  <c:v>0.2695850332</c:v>
                </c:pt>
                <c:pt idx="186">
                  <c:v>0.381245611</c:v>
                </c:pt>
                <c:pt idx="187">
                  <c:v>0.3469933255</c:v>
                </c:pt>
                <c:pt idx="188">
                  <c:v>0.3588631042</c:v>
                </c:pt>
                <c:pt idx="189">
                  <c:v>0.3730304671</c:v>
                </c:pt>
                <c:pt idx="190">
                  <c:v>0.3843545237</c:v>
                </c:pt>
                <c:pt idx="191">
                  <c:v>0.416485</c:v>
                </c:pt>
                <c:pt idx="192">
                  <c:v>0.3998041684</c:v>
                </c:pt>
                <c:pt idx="193">
                  <c:v>0.4285971949</c:v>
                </c:pt>
                <c:pt idx="194">
                  <c:v>0.5345119212</c:v>
                </c:pt>
                <c:pt idx="195">
                  <c:v>0.3018683172</c:v>
                </c:pt>
                <c:pt idx="196">
                  <c:v>0.4047186206</c:v>
                </c:pt>
                <c:pt idx="197">
                  <c:v>0.3932976154</c:v>
                </c:pt>
                <c:pt idx="198">
                  <c:v>0.3393428031</c:v>
                </c:pt>
                <c:pt idx="199">
                  <c:v>0.3073888797</c:v>
                </c:pt>
                <c:pt idx="200">
                  <c:v>0.3418136295</c:v>
                </c:pt>
                <c:pt idx="201">
                  <c:v>0.291684396</c:v>
                </c:pt>
                <c:pt idx="202">
                  <c:v>0.4103000894</c:v>
                </c:pt>
                <c:pt idx="203">
                  <c:v>0.3737272828</c:v>
                </c:pt>
                <c:pt idx="204">
                  <c:v>0.3745881245</c:v>
                </c:pt>
                <c:pt idx="205">
                  <c:v>0.2588047264</c:v>
                </c:pt>
                <c:pt idx="206">
                  <c:v>0.4037148943</c:v>
                </c:pt>
                <c:pt idx="207">
                  <c:v>0.4072201968</c:v>
                </c:pt>
                <c:pt idx="208">
                  <c:v>0.4146887474</c:v>
                </c:pt>
                <c:pt idx="209">
                  <c:v>0.3689011463</c:v>
                </c:pt>
                <c:pt idx="210">
                  <c:v>0.2812796833</c:v>
                </c:pt>
                <c:pt idx="211">
                  <c:v>0.419643455</c:v>
                </c:pt>
                <c:pt idx="212">
                  <c:v>0.5279683078</c:v>
                </c:pt>
                <c:pt idx="213">
                  <c:v>0.3336780541</c:v>
                </c:pt>
                <c:pt idx="214">
                  <c:v>0.4005304524</c:v>
                </c:pt>
                <c:pt idx="215">
                  <c:v>0.2616652937</c:v>
                </c:pt>
                <c:pt idx="216">
                  <c:v>0.5043747582</c:v>
                </c:pt>
                <c:pt idx="217">
                  <c:v>0.6012460742</c:v>
                </c:pt>
                <c:pt idx="218">
                  <c:v>0.3551266615</c:v>
                </c:pt>
                <c:pt idx="219">
                  <c:v>0.3606237543</c:v>
                </c:pt>
                <c:pt idx="220">
                  <c:v>0.4844284023</c:v>
                </c:pt>
                <c:pt idx="221">
                  <c:v>0.4484721659</c:v>
                </c:pt>
                <c:pt idx="222">
                  <c:v>0.2999705818</c:v>
                </c:pt>
                <c:pt idx="223">
                  <c:v>0.458901721</c:v>
                </c:pt>
                <c:pt idx="224">
                  <c:v>0.351356518</c:v>
                </c:pt>
                <c:pt idx="225">
                  <c:v>0.2732672126</c:v>
                </c:pt>
                <c:pt idx="226">
                  <c:v>0.3241778332</c:v>
                </c:pt>
                <c:pt idx="227">
                  <c:v>0.4464334839</c:v>
                </c:pt>
                <c:pt idx="228">
                  <c:v>0.2887306898</c:v>
                </c:pt>
                <c:pt idx="229">
                  <c:v>0.4015589465</c:v>
                </c:pt>
                <c:pt idx="230">
                  <c:v>0.3815947474</c:v>
                </c:pt>
                <c:pt idx="231">
                  <c:v>0.4381456251</c:v>
                </c:pt>
                <c:pt idx="232">
                  <c:v>0.4734584845</c:v>
                </c:pt>
                <c:pt idx="233">
                  <c:v>0.4158916503</c:v>
                </c:pt>
                <c:pt idx="234">
                  <c:v>0.5212189223</c:v>
                </c:pt>
                <c:pt idx="235">
                  <c:v>0.3549942271</c:v>
                </c:pt>
                <c:pt idx="236">
                  <c:v>0.3118617271</c:v>
                </c:pt>
                <c:pt idx="237">
                  <c:v>0.3773253646</c:v>
                </c:pt>
                <c:pt idx="238">
                  <c:v>0.3631791161</c:v>
                </c:pt>
                <c:pt idx="239">
                  <c:v>0.4945786283</c:v>
                </c:pt>
                <c:pt idx="240">
                  <c:v>0.4679553099</c:v>
                </c:pt>
                <c:pt idx="241">
                  <c:v>0.5012847703</c:v>
                </c:pt>
                <c:pt idx="242">
                  <c:v>0.3091636455</c:v>
                </c:pt>
                <c:pt idx="243">
                  <c:v>0.4431771732</c:v>
                </c:pt>
                <c:pt idx="244">
                  <c:v>0.5786409805</c:v>
                </c:pt>
                <c:pt idx="245">
                  <c:v>0.4938939144</c:v>
                </c:pt>
                <c:pt idx="246">
                  <c:v>0.3577532673</c:v>
                </c:pt>
                <c:pt idx="247">
                  <c:v>0.3019191494</c:v>
                </c:pt>
                <c:pt idx="248">
                  <c:v>0.494538714</c:v>
                </c:pt>
                <c:pt idx="249">
                  <c:v>0.4370841702</c:v>
                </c:pt>
                <c:pt idx="250">
                  <c:v>0.57613973</c:v>
                </c:pt>
                <c:pt idx="251">
                  <c:v>0.5066083648</c:v>
                </c:pt>
                <c:pt idx="252">
                  <c:v>0.4788046267</c:v>
                </c:pt>
                <c:pt idx="253">
                  <c:v>0.4276234385</c:v>
                </c:pt>
                <c:pt idx="254">
                  <c:v>0.3856025353</c:v>
                </c:pt>
                <c:pt idx="255">
                  <c:v>0.3508810316</c:v>
                </c:pt>
                <c:pt idx="256">
                  <c:v>0.415698624</c:v>
                </c:pt>
                <c:pt idx="257">
                  <c:v>0.4230794072</c:v>
                </c:pt>
                <c:pt idx="258">
                  <c:v>0.2436876242</c:v>
                </c:pt>
                <c:pt idx="259">
                  <c:v>0.3683015818</c:v>
                </c:pt>
                <c:pt idx="260">
                  <c:v>0.3736318091</c:v>
                </c:pt>
                <c:pt idx="261">
                  <c:v>0.4685173505</c:v>
                </c:pt>
                <c:pt idx="262">
                  <c:v>0.5092271707</c:v>
                </c:pt>
                <c:pt idx="263">
                  <c:v>0.4102290155</c:v>
                </c:pt>
                <c:pt idx="264">
                  <c:v>0.3667148994</c:v>
                </c:pt>
                <c:pt idx="265">
                  <c:v>0.3805715782</c:v>
                </c:pt>
                <c:pt idx="266">
                  <c:v>0.4534712636</c:v>
                </c:pt>
                <c:pt idx="267">
                  <c:v>0.3654003994</c:v>
                </c:pt>
                <c:pt idx="268">
                  <c:v>0.4031732056</c:v>
                </c:pt>
                <c:pt idx="269">
                  <c:v>0.4383512611</c:v>
                </c:pt>
                <c:pt idx="270">
                  <c:v>0.5586929944</c:v>
                </c:pt>
                <c:pt idx="271">
                  <c:v>0.4110765353</c:v>
                </c:pt>
                <c:pt idx="272">
                  <c:v>0.4358741802</c:v>
                </c:pt>
                <c:pt idx="273">
                  <c:v>0.3240180297</c:v>
                </c:pt>
                <c:pt idx="274">
                  <c:v>0.3741298429</c:v>
                </c:pt>
                <c:pt idx="275">
                  <c:v>0.4097662268</c:v>
                </c:pt>
                <c:pt idx="276">
                  <c:v>0.3596504402</c:v>
                </c:pt>
                <c:pt idx="277">
                  <c:v>0.5063197094</c:v>
                </c:pt>
                <c:pt idx="278">
                  <c:v>0.3969292933</c:v>
                </c:pt>
                <c:pt idx="279">
                  <c:v>0.5373668418</c:v>
                </c:pt>
                <c:pt idx="280">
                  <c:v>0.3763276984</c:v>
                </c:pt>
                <c:pt idx="281">
                  <c:v>0.4330481883</c:v>
                </c:pt>
                <c:pt idx="282">
                  <c:v>0.4728990237</c:v>
                </c:pt>
                <c:pt idx="283">
                  <c:v>0.3124176141</c:v>
                </c:pt>
                <c:pt idx="284">
                  <c:v>0.413358893</c:v>
                </c:pt>
                <c:pt idx="285">
                  <c:v>0.3417361511</c:v>
                </c:pt>
                <c:pt idx="286">
                  <c:v>0.3461016294</c:v>
                </c:pt>
                <c:pt idx="287">
                  <c:v>0.3894921584</c:v>
                </c:pt>
                <c:pt idx="288">
                  <c:v>0.4500360916</c:v>
                </c:pt>
                <c:pt idx="289">
                  <c:v>0.2693941256</c:v>
                </c:pt>
                <c:pt idx="290">
                  <c:v>0.3731226227</c:v>
                </c:pt>
                <c:pt idx="291">
                  <c:v>0.5393174703</c:v>
                </c:pt>
                <c:pt idx="292">
                  <c:v>0.3334783924</c:v>
                </c:pt>
                <c:pt idx="293">
                  <c:v>0.6037716047</c:v>
                </c:pt>
                <c:pt idx="294">
                  <c:v>0.3996639421</c:v>
                </c:pt>
                <c:pt idx="295">
                  <c:v>0.391646506</c:v>
                </c:pt>
                <c:pt idx="296">
                  <c:v>0.3549293828</c:v>
                </c:pt>
                <c:pt idx="297">
                  <c:v>0.3808934615</c:v>
                </c:pt>
                <c:pt idx="298">
                  <c:v>0.3878650515</c:v>
                </c:pt>
                <c:pt idx="299">
                  <c:v>0.3991802436</c:v>
                </c:pt>
                <c:pt idx="300">
                  <c:v>0.2548060212</c:v>
                </c:pt>
                <c:pt idx="301">
                  <c:v>0.4590757602</c:v>
                </c:pt>
                <c:pt idx="302">
                  <c:v>0.3736112197</c:v>
                </c:pt>
                <c:pt idx="303">
                  <c:v>0.3465657836</c:v>
                </c:pt>
                <c:pt idx="304">
                  <c:v>0.5711326363</c:v>
                </c:pt>
                <c:pt idx="305">
                  <c:v>0.5621575369</c:v>
                </c:pt>
                <c:pt idx="306">
                  <c:v>0.3092541899</c:v>
                </c:pt>
                <c:pt idx="307">
                  <c:v>0.3734553172</c:v>
                </c:pt>
                <c:pt idx="308">
                  <c:v>0.3901669988</c:v>
                </c:pt>
                <c:pt idx="309">
                  <c:v>0.444862284</c:v>
                </c:pt>
                <c:pt idx="310">
                  <c:v>0.343527293</c:v>
                </c:pt>
                <c:pt idx="311">
                  <c:v>0.2891983235</c:v>
                </c:pt>
                <c:pt idx="312">
                  <c:v>0.5552689679</c:v>
                </c:pt>
                <c:pt idx="313">
                  <c:v>0.4230385122</c:v>
                </c:pt>
                <c:pt idx="314">
                  <c:v>0.5958212036</c:v>
                </c:pt>
                <c:pt idx="315">
                  <c:v>0.5023522858</c:v>
                </c:pt>
                <c:pt idx="316">
                  <c:v>0.4358101283</c:v>
                </c:pt>
                <c:pt idx="317">
                  <c:v>0.5200209684</c:v>
                </c:pt>
                <c:pt idx="318">
                  <c:v>0.534216993</c:v>
                </c:pt>
                <c:pt idx="319">
                  <c:v>0.4884192718</c:v>
                </c:pt>
                <c:pt idx="320">
                  <c:v>0.424122</c:v>
                </c:pt>
                <c:pt idx="321">
                  <c:v>0.5581458662</c:v>
                </c:pt>
                <c:pt idx="322">
                  <c:v>0.4874603949</c:v>
                </c:pt>
                <c:pt idx="323">
                  <c:v>0.4474733747</c:v>
                </c:pt>
                <c:pt idx="324">
                  <c:v>0.4823335088</c:v>
                </c:pt>
                <c:pt idx="325">
                  <c:v>0.3266708741</c:v>
                </c:pt>
                <c:pt idx="326">
                  <c:v>0.4990866841</c:v>
                </c:pt>
                <c:pt idx="327">
                  <c:v>0.527830085</c:v>
                </c:pt>
                <c:pt idx="328">
                  <c:v>0.3462770993</c:v>
                </c:pt>
                <c:pt idx="329">
                  <c:v>0.5760590652</c:v>
                </c:pt>
                <c:pt idx="330">
                  <c:v>0.4907674151</c:v>
                </c:pt>
                <c:pt idx="331">
                  <c:v>0.4244656928</c:v>
                </c:pt>
                <c:pt idx="332">
                  <c:v>0.5295037725</c:v>
                </c:pt>
                <c:pt idx="333">
                  <c:v>0.6488769602</c:v>
                </c:pt>
                <c:pt idx="334">
                  <c:v>0.4936498557</c:v>
                </c:pt>
                <c:pt idx="335">
                  <c:v>0.4501715349</c:v>
                </c:pt>
                <c:pt idx="336">
                  <c:v>0.4571798022</c:v>
                </c:pt>
                <c:pt idx="337">
                  <c:v>0.590856717</c:v>
                </c:pt>
                <c:pt idx="338">
                  <c:v>0.5314940732</c:v>
                </c:pt>
                <c:pt idx="339">
                  <c:v>0.4697712924</c:v>
                </c:pt>
                <c:pt idx="340">
                  <c:v>0.4283972319</c:v>
                </c:pt>
                <c:pt idx="341">
                  <c:v>0.4574008581</c:v>
                </c:pt>
                <c:pt idx="342">
                  <c:v>0.5356743713</c:v>
                </c:pt>
                <c:pt idx="343">
                  <c:v>0.5978301009</c:v>
                </c:pt>
                <c:pt idx="344">
                  <c:v>0.4060773941</c:v>
                </c:pt>
                <c:pt idx="345">
                  <c:v>0.4779344937</c:v>
                </c:pt>
                <c:pt idx="346">
                  <c:v>0.3930422237</c:v>
                </c:pt>
                <c:pt idx="347">
                  <c:v>0.5474906706</c:v>
                </c:pt>
                <c:pt idx="348">
                  <c:v>0.6380193876</c:v>
                </c:pt>
                <c:pt idx="349">
                  <c:v>0.40911651</c:v>
                </c:pt>
                <c:pt idx="350">
                  <c:v>0.4765681359</c:v>
                </c:pt>
                <c:pt idx="351">
                  <c:v>0.4159312558</c:v>
                </c:pt>
                <c:pt idx="352">
                  <c:v>0.4131520727</c:v>
                </c:pt>
                <c:pt idx="353">
                  <c:v>0.32279057</c:v>
                </c:pt>
                <c:pt idx="354">
                  <c:v>0.2816727938</c:v>
                </c:pt>
                <c:pt idx="355">
                  <c:v>0.3364974216</c:v>
                </c:pt>
                <c:pt idx="356">
                  <c:v>0.4156321118</c:v>
                </c:pt>
                <c:pt idx="357">
                  <c:v>0.4411234731</c:v>
                </c:pt>
                <c:pt idx="358">
                  <c:v>0.348080806</c:v>
                </c:pt>
                <c:pt idx="359">
                  <c:v>0.369464729</c:v>
                </c:pt>
              </c:numCache>
            </c:numRef>
          </c:yVal>
        </c:ser>
        <c:ser>
          <c:idx val="3"/>
          <c:order val="3"/>
          <c:tx>
            <c:v>Distributed readout</c:v>
          </c:tx>
          <c:spPr>
            <a:solidFill xmlns:a="http://schemas.openxmlformats.org/drawingml/2006/main">
              <a:srgbClr val="BC3441"/>
            </a:solidFill>
            <a:ln xmlns:a="http://schemas.openxmlformats.org/drawingml/2006/main" w="23813">
              <a:solidFill>
                <a:srgbClr val="BC3441"/>
              </a:solidFill>
            </a:ln>
          </c:spPr>
          <c:marker>
            <c:symbol val="none"/>
          </c:marker>
          <c:xVal>
            <c:numRef>
              <c:f>'Chart Data'!$G$2:$G$361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Data'!$H$2:$H$361</c:f>
              <c:numCache>
                <c:formatCode>0.##</c:formatCode>
                <c:ptCount val="360"/>
                <c:pt idx="0">
                  <c:v>0.09873831395</c:v>
                </c:pt>
                <c:pt idx="1">
                  <c:v>-0.02599381161</c:v>
                </c:pt>
                <c:pt idx="2">
                  <c:v>0.01844633159</c:v>
                </c:pt>
                <c:pt idx="3">
                  <c:v>-0.08063983726</c:v>
                </c:pt>
                <c:pt idx="4">
                  <c:v>0.01289639031</c:v>
                </c:pt>
                <c:pt idx="5">
                  <c:v>0.04006153515</c:v>
                </c:pt>
                <c:pt idx="6">
                  <c:v>0.00743179155</c:v>
                </c:pt>
                <c:pt idx="7">
                  <c:v>0.1331471044</c:v>
                </c:pt>
                <c:pt idx="8">
                  <c:v>0.07966308733</c:v>
                </c:pt>
                <c:pt idx="9">
                  <c:v>0.008552838118</c:v>
                </c:pt>
                <c:pt idx="10">
                  <c:v>0.002659841302</c:v>
                </c:pt>
                <c:pt idx="11">
                  <c:v>0.02342335796</c:v>
                </c:pt>
                <c:pt idx="12">
                  <c:v>-0.08201439299</c:v>
                </c:pt>
                <c:pt idx="13">
                  <c:v>-0.03070904539</c:v>
                </c:pt>
                <c:pt idx="14">
                  <c:v>-0.03003715819</c:v>
                </c:pt>
                <c:pt idx="15">
                  <c:v>0.07182404866</c:v>
                </c:pt>
                <c:pt idx="16">
                  <c:v>0.05360795284</c:v>
                </c:pt>
                <c:pt idx="17">
                  <c:v>0.02245920406</c:v>
                </c:pt>
                <c:pt idx="18">
                  <c:v>0.1039480587</c:v>
                </c:pt>
                <c:pt idx="19">
                  <c:v>-0.002391158648</c:v>
                </c:pt>
                <c:pt idx="20">
                  <c:v>-0.01265842239</c:v>
                </c:pt>
                <c:pt idx="21">
                  <c:v>0.002782975472</c:v>
                </c:pt>
                <c:pt idx="22">
                  <c:v>0.1426559616</c:v>
                </c:pt>
                <c:pt idx="23">
                  <c:v>0.04140761623</c:v>
                </c:pt>
                <c:pt idx="24">
                  <c:v>0.06380637748</c:v>
                </c:pt>
                <c:pt idx="25">
                  <c:v>0.1212917387</c:v>
                </c:pt>
                <c:pt idx="26">
                  <c:v>0.06370884134</c:v>
                </c:pt>
                <c:pt idx="27">
                  <c:v>0.118931959</c:v>
                </c:pt>
                <c:pt idx="28">
                  <c:v>0.08075234466</c:v>
                </c:pt>
                <c:pt idx="29">
                  <c:v>0.1613600506</c:v>
                </c:pt>
                <c:pt idx="30">
                  <c:v>0.06571478135</c:v>
                </c:pt>
                <c:pt idx="31">
                  <c:v>0.02759027672</c:v>
                </c:pt>
                <c:pt idx="32">
                  <c:v>-0.004166263242</c:v>
                </c:pt>
                <c:pt idx="33">
                  <c:v>0.06025596548</c:v>
                </c:pt>
                <c:pt idx="34">
                  <c:v>0.1832702639</c:v>
                </c:pt>
                <c:pt idx="35">
                  <c:v>0.06585319656</c:v>
                </c:pt>
                <c:pt idx="36">
                  <c:v>0.1109479275</c:v>
                </c:pt>
                <c:pt idx="37">
                  <c:v>-0.0153494498</c:v>
                </c:pt>
                <c:pt idx="38">
                  <c:v>0.02703960448</c:v>
                </c:pt>
                <c:pt idx="39">
                  <c:v>0.01905340196</c:v>
                </c:pt>
                <c:pt idx="40">
                  <c:v>0.0302357396</c:v>
                </c:pt>
                <c:pt idx="41">
                  <c:v>-0.0130635431</c:v>
                </c:pt>
                <c:pt idx="42">
                  <c:v>0.06424170218</c:v>
                </c:pt>
                <c:pt idx="43">
                  <c:v>-0.0322799131</c:v>
                </c:pt>
                <c:pt idx="44">
                  <c:v>-0.03818063964</c:v>
                </c:pt>
                <c:pt idx="45">
                  <c:v>0.05198353655</c:v>
                </c:pt>
                <c:pt idx="46">
                  <c:v>0.0407164229</c:v>
                </c:pt>
                <c:pt idx="47">
                  <c:v>0.0543413057</c:v>
                </c:pt>
                <c:pt idx="48">
                  <c:v>0.05767508471</c:v>
                </c:pt>
                <c:pt idx="49">
                  <c:v>0.05931259198</c:v>
                </c:pt>
                <c:pt idx="50">
                  <c:v>0.02814317422</c:v>
                </c:pt>
                <c:pt idx="51">
                  <c:v>-0.0673623393</c:v>
                </c:pt>
                <c:pt idx="52">
                  <c:v>-0.06489749238</c:v>
                </c:pt>
                <c:pt idx="53">
                  <c:v>-0.1025246419</c:v>
                </c:pt>
                <c:pt idx="54">
                  <c:v>0.01703215273</c:v>
                </c:pt>
                <c:pt idx="55">
                  <c:v>0.07255618228</c:v>
                </c:pt>
                <c:pt idx="56">
                  <c:v>0.0100581213</c:v>
                </c:pt>
                <c:pt idx="57">
                  <c:v>-0.01327303026</c:v>
                </c:pt>
                <c:pt idx="58">
                  <c:v>-0.01305609223</c:v>
                </c:pt>
                <c:pt idx="59">
                  <c:v>-0.01050735089</c:v>
                </c:pt>
                <c:pt idx="60">
                  <c:v>-0.0105909665</c:v>
                </c:pt>
                <c:pt idx="61">
                  <c:v>0.01906397324</c:v>
                </c:pt>
                <c:pt idx="62">
                  <c:v>0.01837746275</c:v>
                </c:pt>
                <c:pt idx="63">
                  <c:v>-0.0138559814</c:v>
                </c:pt>
                <c:pt idx="64">
                  <c:v>0.004219300297</c:v>
                </c:pt>
                <c:pt idx="65">
                  <c:v>0.1006357138</c:v>
                </c:pt>
                <c:pt idx="66">
                  <c:v>-0.01475671726</c:v>
                </c:pt>
                <c:pt idx="67">
                  <c:v>0.02029279858</c:v>
                </c:pt>
                <c:pt idx="68">
                  <c:v>0.1316685576</c:v>
                </c:pt>
                <c:pt idx="69">
                  <c:v>-0.03289888405</c:v>
                </c:pt>
                <c:pt idx="70">
                  <c:v>0.002542873498</c:v>
                </c:pt>
                <c:pt idx="71">
                  <c:v>-0.01356402807</c:v>
                </c:pt>
                <c:pt idx="72">
                  <c:v>0.0538833294</c:v>
                </c:pt>
                <c:pt idx="73">
                  <c:v>0.0220050546</c:v>
                </c:pt>
                <c:pt idx="74">
                  <c:v>0.1053305019</c:v>
                </c:pt>
                <c:pt idx="75">
                  <c:v>0.05691287816</c:v>
                </c:pt>
                <c:pt idx="76">
                  <c:v>-0.008111135586</c:v>
                </c:pt>
                <c:pt idx="77">
                  <c:v>0.07512807344</c:v>
                </c:pt>
                <c:pt idx="78">
                  <c:v>0.01211659686</c:v>
                </c:pt>
                <c:pt idx="79">
                  <c:v>0.08389214413</c:v>
                </c:pt>
                <c:pt idx="80">
                  <c:v>-0.01474091882</c:v>
                </c:pt>
                <c:pt idx="81">
                  <c:v>0.03193689532</c:v>
                </c:pt>
                <c:pt idx="82">
                  <c:v>0.08375915768</c:v>
                </c:pt>
                <c:pt idx="83">
                  <c:v>0.01254611818</c:v>
                </c:pt>
                <c:pt idx="84">
                  <c:v>-0.01509886931</c:v>
                </c:pt>
                <c:pt idx="85">
                  <c:v>-0.07135522553</c:v>
                </c:pt>
                <c:pt idx="86">
                  <c:v>-0.03852680152</c:v>
                </c:pt>
                <c:pt idx="87">
                  <c:v>0.03846211909</c:v>
                </c:pt>
                <c:pt idx="88">
                  <c:v>0.04270702958</c:v>
                </c:pt>
                <c:pt idx="89">
                  <c:v>0.04865073458</c:v>
                </c:pt>
                <c:pt idx="90">
                  <c:v>-0.07470099862</c:v>
                </c:pt>
                <c:pt idx="91">
                  <c:v>-0.09205956871</c:v>
                </c:pt>
                <c:pt idx="92">
                  <c:v>-0.01771120208</c:v>
                </c:pt>
                <c:pt idx="93">
                  <c:v>0.0002406371001</c:v>
                </c:pt>
                <c:pt idx="94">
                  <c:v>0.06577788436</c:v>
                </c:pt>
                <c:pt idx="95">
                  <c:v>0.06351883662</c:v>
                </c:pt>
                <c:pt idx="96">
                  <c:v>0.04026030452</c:v>
                </c:pt>
                <c:pt idx="97">
                  <c:v>0.07412754271</c:v>
                </c:pt>
                <c:pt idx="98">
                  <c:v>0.02626797212</c:v>
                </c:pt>
                <c:pt idx="99">
                  <c:v>-0.03476469219</c:v>
                </c:pt>
                <c:pt idx="100">
                  <c:v>-0.001558585994</c:v>
                </c:pt>
                <c:pt idx="101">
                  <c:v>0.01037328183</c:v>
                </c:pt>
                <c:pt idx="102">
                  <c:v>0.01224586721</c:v>
                </c:pt>
                <c:pt idx="103">
                  <c:v>0.01819093994</c:v>
                </c:pt>
                <c:pt idx="104">
                  <c:v>0.01951554024</c:v>
                </c:pt>
                <c:pt idx="105">
                  <c:v>0.01796386928</c:v>
                </c:pt>
                <c:pt idx="106">
                  <c:v>0.004765369504</c:v>
                </c:pt>
                <c:pt idx="107">
                  <c:v>-0.0007336186149</c:v>
                </c:pt>
                <c:pt idx="108">
                  <c:v>0.04387657673</c:v>
                </c:pt>
                <c:pt idx="109">
                  <c:v>0.09667444318</c:v>
                </c:pt>
                <c:pt idx="110">
                  <c:v>0.01499552413</c:v>
                </c:pt>
                <c:pt idx="111">
                  <c:v>0.04095331739</c:v>
                </c:pt>
                <c:pt idx="112">
                  <c:v>0.05491539974</c:v>
                </c:pt>
                <c:pt idx="113">
                  <c:v>-0.01775427764</c:v>
                </c:pt>
                <c:pt idx="114">
                  <c:v>0.04593937094</c:v>
                </c:pt>
                <c:pt idx="115">
                  <c:v>0.01084762376</c:v>
                </c:pt>
                <c:pt idx="116">
                  <c:v>0.08728392981</c:v>
                </c:pt>
                <c:pt idx="117">
                  <c:v>0.03690771601</c:v>
                </c:pt>
                <c:pt idx="118">
                  <c:v>0.01152661487</c:v>
                </c:pt>
                <c:pt idx="119">
                  <c:v>0.1088669538</c:v>
                </c:pt>
                <c:pt idx="120">
                  <c:v>-0.04188572183</c:v>
                </c:pt>
                <c:pt idx="121">
                  <c:v>0.04030654824</c:v>
                </c:pt>
                <c:pt idx="122">
                  <c:v>-0.03193901678</c:v>
                </c:pt>
                <c:pt idx="123">
                  <c:v>-0.02851963001</c:v>
                </c:pt>
                <c:pt idx="124">
                  <c:v>-0.002260646792</c:v>
                </c:pt>
                <c:pt idx="125">
                  <c:v>0.06446207385</c:v>
                </c:pt>
                <c:pt idx="126">
                  <c:v>0.09555386145</c:v>
                </c:pt>
                <c:pt idx="127">
                  <c:v>0.1054801117</c:v>
                </c:pt>
                <c:pt idx="128">
                  <c:v>0.1325046314</c:v>
                </c:pt>
                <c:pt idx="129">
                  <c:v>0.0969684363</c:v>
                </c:pt>
                <c:pt idx="130">
                  <c:v>0.06919706952</c:v>
                </c:pt>
                <c:pt idx="131">
                  <c:v>0.05335929762</c:v>
                </c:pt>
                <c:pt idx="132">
                  <c:v>0.05499866223</c:v>
                </c:pt>
                <c:pt idx="133">
                  <c:v>0.04358959027</c:v>
                </c:pt>
                <c:pt idx="134">
                  <c:v>0.05505754177</c:v>
                </c:pt>
                <c:pt idx="135">
                  <c:v>0.1896792239</c:v>
                </c:pt>
                <c:pt idx="136">
                  <c:v>0.1489855841</c:v>
                </c:pt>
                <c:pt idx="137">
                  <c:v>0.07853353788</c:v>
                </c:pt>
                <c:pt idx="138">
                  <c:v>0.02405402492</c:v>
                </c:pt>
                <c:pt idx="139">
                  <c:v>0.1492384571</c:v>
                </c:pt>
                <c:pt idx="140">
                  <c:v>0.1825373918</c:v>
                </c:pt>
                <c:pt idx="141">
                  <c:v>0.05998413507</c:v>
                </c:pt>
                <c:pt idx="142">
                  <c:v>0.1192896937</c:v>
                </c:pt>
                <c:pt idx="143">
                  <c:v>0.1485473372</c:v>
                </c:pt>
                <c:pt idx="144">
                  <c:v>0.05275051979</c:v>
                </c:pt>
                <c:pt idx="145">
                  <c:v>0.1622866723</c:v>
                </c:pt>
                <c:pt idx="146">
                  <c:v>0.03834036518</c:v>
                </c:pt>
                <c:pt idx="147">
                  <c:v>0.09248199168</c:v>
                </c:pt>
                <c:pt idx="148">
                  <c:v>0.1639680277</c:v>
                </c:pt>
                <c:pt idx="149">
                  <c:v>0.2544671909</c:v>
                </c:pt>
                <c:pt idx="150">
                  <c:v>0.1715130005</c:v>
                </c:pt>
                <c:pt idx="151">
                  <c:v>0.2131938298</c:v>
                </c:pt>
                <c:pt idx="152">
                  <c:v>0.2953049566</c:v>
                </c:pt>
                <c:pt idx="153">
                  <c:v>0.193552007</c:v>
                </c:pt>
                <c:pt idx="154">
                  <c:v>0.1319459918</c:v>
                </c:pt>
                <c:pt idx="155">
                  <c:v>0.182005653</c:v>
                </c:pt>
                <c:pt idx="156">
                  <c:v>0.2458684171</c:v>
                </c:pt>
                <c:pt idx="157">
                  <c:v>0.243768077</c:v>
                </c:pt>
                <c:pt idx="158">
                  <c:v>0.2548247746</c:v>
                </c:pt>
                <c:pt idx="159">
                  <c:v>0.2127361298</c:v>
                </c:pt>
                <c:pt idx="160">
                  <c:v>0.2302684299</c:v>
                </c:pt>
                <c:pt idx="161">
                  <c:v>0.3321951781</c:v>
                </c:pt>
                <c:pt idx="162">
                  <c:v>0.2878792507</c:v>
                </c:pt>
                <c:pt idx="163">
                  <c:v>0.2652477395</c:v>
                </c:pt>
                <c:pt idx="164">
                  <c:v>0.2231896672</c:v>
                </c:pt>
                <c:pt idx="165">
                  <c:v>0.2688928912</c:v>
                </c:pt>
                <c:pt idx="166">
                  <c:v>0.2732793003</c:v>
                </c:pt>
                <c:pt idx="167">
                  <c:v>0.2441565664</c:v>
                </c:pt>
                <c:pt idx="168">
                  <c:v>0.2510987087</c:v>
                </c:pt>
                <c:pt idx="169">
                  <c:v>0.2556367307</c:v>
                </c:pt>
                <c:pt idx="170">
                  <c:v>0.4265722949</c:v>
                </c:pt>
                <c:pt idx="171">
                  <c:v>0.2157736174</c:v>
                </c:pt>
                <c:pt idx="172">
                  <c:v>0.2340239713</c:v>
                </c:pt>
                <c:pt idx="173">
                  <c:v>0.3104019118</c:v>
                </c:pt>
                <c:pt idx="174">
                  <c:v>0.317054451</c:v>
                </c:pt>
                <c:pt idx="175">
                  <c:v>0.3029118343</c:v>
                </c:pt>
                <c:pt idx="176">
                  <c:v>0.3344142215</c:v>
                </c:pt>
                <c:pt idx="177">
                  <c:v>0.2785321734</c:v>
                </c:pt>
                <c:pt idx="178">
                  <c:v>0.3678728435</c:v>
                </c:pt>
                <c:pt idx="179">
                  <c:v>0.2926202725</c:v>
                </c:pt>
                <c:pt idx="180">
                  <c:v>0.2796894063</c:v>
                </c:pt>
                <c:pt idx="181">
                  <c:v>0.2445628252</c:v>
                </c:pt>
                <c:pt idx="182">
                  <c:v>0.3495922036</c:v>
                </c:pt>
                <c:pt idx="183">
                  <c:v>0.359456773</c:v>
                </c:pt>
                <c:pt idx="184">
                  <c:v>0.3563884443</c:v>
                </c:pt>
                <c:pt idx="185">
                  <c:v>0.3208016565</c:v>
                </c:pt>
                <c:pt idx="186">
                  <c:v>0.217347342</c:v>
                </c:pt>
                <c:pt idx="187">
                  <c:v>0.3381427568</c:v>
                </c:pt>
                <c:pt idx="188">
                  <c:v>0.2786496667</c:v>
                </c:pt>
                <c:pt idx="189">
                  <c:v>0.4755274634</c:v>
                </c:pt>
                <c:pt idx="190">
                  <c:v>0.3691942313</c:v>
                </c:pt>
                <c:pt idx="191">
                  <c:v>0.4220006759</c:v>
                </c:pt>
                <c:pt idx="192">
                  <c:v>0.3286551062</c:v>
                </c:pt>
                <c:pt idx="193">
                  <c:v>0.2935193586</c:v>
                </c:pt>
                <c:pt idx="194">
                  <c:v>0.4078550826</c:v>
                </c:pt>
                <c:pt idx="195">
                  <c:v>0.2903816926</c:v>
                </c:pt>
                <c:pt idx="196">
                  <c:v>0.3647085151</c:v>
                </c:pt>
                <c:pt idx="197">
                  <c:v>0.3476903811</c:v>
                </c:pt>
                <c:pt idx="198">
                  <c:v>0.3638155721</c:v>
                </c:pt>
                <c:pt idx="199">
                  <c:v>0.4417176181</c:v>
                </c:pt>
                <c:pt idx="200">
                  <c:v>0.4110854089</c:v>
                </c:pt>
                <c:pt idx="201">
                  <c:v>0.5396489694</c:v>
                </c:pt>
                <c:pt idx="202">
                  <c:v>0.3592630435</c:v>
                </c:pt>
                <c:pt idx="203">
                  <c:v>0.3851234148</c:v>
                </c:pt>
                <c:pt idx="204">
                  <c:v>0.3379937454</c:v>
                </c:pt>
                <c:pt idx="205">
                  <c:v>0.3418234426</c:v>
                </c:pt>
                <c:pt idx="206">
                  <c:v>0.3433160964</c:v>
                </c:pt>
                <c:pt idx="207">
                  <c:v>0.4464864665</c:v>
                </c:pt>
                <c:pt idx="208">
                  <c:v>0.3246581807</c:v>
                </c:pt>
                <c:pt idx="209">
                  <c:v>0.4635666038</c:v>
                </c:pt>
                <c:pt idx="210">
                  <c:v>0.4490557534</c:v>
                </c:pt>
                <c:pt idx="211">
                  <c:v>0.2900683949</c:v>
                </c:pt>
                <c:pt idx="212">
                  <c:v>0.3826209174</c:v>
                </c:pt>
                <c:pt idx="213">
                  <c:v>0.3917217904</c:v>
                </c:pt>
                <c:pt idx="214">
                  <c:v>0.4925466073</c:v>
                </c:pt>
                <c:pt idx="215">
                  <c:v>0.4329481812</c:v>
                </c:pt>
                <c:pt idx="216">
                  <c:v>0.4083499814</c:v>
                </c:pt>
                <c:pt idx="217">
                  <c:v>0.4260748958</c:v>
                </c:pt>
                <c:pt idx="218">
                  <c:v>0.3609440432</c:v>
                </c:pt>
                <c:pt idx="219">
                  <c:v>0.4033490209</c:v>
                </c:pt>
                <c:pt idx="220">
                  <c:v>0.4143748924</c:v>
                </c:pt>
                <c:pt idx="221">
                  <c:v>0.3491230136</c:v>
                </c:pt>
                <c:pt idx="222">
                  <c:v>0.4179120676</c:v>
                </c:pt>
                <c:pt idx="223">
                  <c:v>0.3790530508</c:v>
                </c:pt>
                <c:pt idx="224">
                  <c:v>0.3827856541</c:v>
                </c:pt>
                <c:pt idx="225">
                  <c:v>0.4215524946</c:v>
                </c:pt>
                <c:pt idx="226">
                  <c:v>0.3793709114</c:v>
                </c:pt>
                <c:pt idx="227">
                  <c:v>0.3643234562</c:v>
                </c:pt>
                <c:pt idx="228">
                  <c:v>0.3559231503</c:v>
                </c:pt>
                <c:pt idx="229">
                  <c:v>0.3750690618</c:v>
                </c:pt>
                <c:pt idx="230">
                  <c:v>0.3854993364</c:v>
                </c:pt>
                <c:pt idx="231">
                  <c:v>0.3387644121</c:v>
                </c:pt>
                <c:pt idx="232">
                  <c:v>0.4070640164</c:v>
                </c:pt>
                <c:pt idx="233">
                  <c:v>0.4198912319</c:v>
                </c:pt>
                <c:pt idx="234">
                  <c:v>0.4001698985</c:v>
                </c:pt>
                <c:pt idx="235">
                  <c:v>0.4271480471</c:v>
                </c:pt>
                <c:pt idx="236">
                  <c:v>0.4208591975</c:v>
                </c:pt>
                <c:pt idx="237">
                  <c:v>0.4699939367</c:v>
                </c:pt>
                <c:pt idx="238">
                  <c:v>0.4009223478</c:v>
                </c:pt>
                <c:pt idx="239">
                  <c:v>0.5084981661</c:v>
                </c:pt>
                <c:pt idx="240">
                  <c:v>0.2914297584</c:v>
                </c:pt>
                <c:pt idx="241">
                  <c:v>0.4507498373</c:v>
                </c:pt>
                <c:pt idx="242">
                  <c:v>0.4334594003</c:v>
                </c:pt>
                <c:pt idx="243">
                  <c:v>0.4214293796</c:v>
                </c:pt>
                <c:pt idx="244">
                  <c:v>0.4130806965</c:v>
                </c:pt>
                <c:pt idx="245">
                  <c:v>0.3586185616</c:v>
                </c:pt>
                <c:pt idx="246">
                  <c:v>0.3401766964</c:v>
                </c:pt>
                <c:pt idx="247">
                  <c:v>0.4322725536</c:v>
                </c:pt>
                <c:pt idx="248">
                  <c:v>0.4983005318</c:v>
                </c:pt>
                <c:pt idx="249">
                  <c:v>0.4695039982</c:v>
                </c:pt>
                <c:pt idx="250">
                  <c:v>0.420010924</c:v>
                </c:pt>
                <c:pt idx="251">
                  <c:v>0.3802513131</c:v>
                </c:pt>
                <c:pt idx="252">
                  <c:v>0.4761039233</c:v>
                </c:pt>
                <c:pt idx="253">
                  <c:v>0.4747926962</c:v>
                </c:pt>
                <c:pt idx="254">
                  <c:v>0.4897989506</c:v>
                </c:pt>
                <c:pt idx="255">
                  <c:v>0.3827052986</c:v>
                </c:pt>
                <c:pt idx="256">
                  <c:v>0.3799135664</c:v>
                </c:pt>
                <c:pt idx="257">
                  <c:v>0.4654939608</c:v>
                </c:pt>
                <c:pt idx="258">
                  <c:v>0.3911099568</c:v>
                </c:pt>
                <c:pt idx="259">
                  <c:v>0.4093826688</c:v>
                </c:pt>
                <c:pt idx="260">
                  <c:v>0.4193178908</c:v>
                </c:pt>
                <c:pt idx="261">
                  <c:v>0.3041266208</c:v>
                </c:pt>
                <c:pt idx="262">
                  <c:v>0.4454702613</c:v>
                </c:pt>
                <c:pt idx="263">
                  <c:v>0.3742791417</c:v>
                </c:pt>
                <c:pt idx="264">
                  <c:v>0.3722089797</c:v>
                </c:pt>
                <c:pt idx="265">
                  <c:v>0.4576025434</c:v>
                </c:pt>
                <c:pt idx="266">
                  <c:v>0.3916995241</c:v>
                </c:pt>
                <c:pt idx="267">
                  <c:v>0.3538534082</c:v>
                </c:pt>
                <c:pt idx="268">
                  <c:v>0.3912788138</c:v>
                </c:pt>
                <c:pt idx="269">
                  <c:v>0.3920553004</c:v>
                </c:pt>
                <c:pt idx="270">
                  <c:v>0.4028226717</c:v>
                </c:pt>
                <c:pt idx="271">
                  <c:v>0.5613862041</c:v>
                </c:pt>
                <c:pt idx="272">
                  <c:v>0.4406480893</c:v>
                </c:pt>
                <c:pt idx="273">
                  <c:v>0.4020376473</c:v>
                </c:pt>
                <c:pt idx="274">
                  <c:v>0.4347760168</c:v>
                </c:pt>
                <c:pt idx="275">
                  <c:v>0.4476715011</c:v>
                </c:pt>
                <c:pt idx="276">
                  <c:v>0.4854140877</c:v>
                </c:pt>
                <c:pt idx="277">
                  <c:v>0.3843540195</c:v>
                </c:pt>
                <c:pt idx="278">
                  <c:v>0.4166202087</c:v>
                </c:pt>
                <c:pt idx="279">
                  <c:v>0.4186889397</c:v>
                </c:pt>
                <c:pt idx="280">
                  <c:v>0.3522087916</c:v>
                </c:pt>
                <c:pt idx="281">
                  <c:v>0.4122337692</c:v>
                </c:pt>
                <c:pt idx="282">
                  <c:v>0.3980402512</c:v>
                </c:pt>
                <c:pt idx="283">
                  <c:v>0.4268984636</c:v>
                </c:pt>
                <c:pt idx="284">
                  <c:v>0.4257066083</c:v>
                </c:pt>
                <c:pt idx="285">
                  <c:v>0.3636290285</c:v>
                </c:pt>
                <c:pt idx="286">
                  <c:v>0.4556756232</c:v>
                </c:pt>
                <c:pt idx="287">
                  <c:v>0.3741398955</c:v>
                </c:pt>
                <c:pt idx="288">
                  <c:v>0.2996658963</c:v>
                </c:pt>
                <c:pt idx="289">
                  <c:v>0.3141487772</c:v>
                </c:pt>
                <c:pt idx="290">
                  <c:v>0.4347305405</c:v>
                </c:pt>
                <c:pt idx="291">
                  <c:v>0.4666807203</c:v>
                </c:pt>
                <c:pt idx="292">
                  <c:v>0.3743180806</c:v>
                </c:pt>
                <c:pt idx="293">
                  <c:v>0.4393264922</c:v>
                </c:pt>
                <c:pt idx="294">
                  <c:v>0.3156302189</c:v>
                </c:pt>
                <c:pt idx="295">
                  <c:v>0.4323331918</c:v>
                </c:pt>
                <c:pt idx="296">
                  <c:v>0.3385854056</c:v>
                </c:pt>
                <c:pt idx="297">
                  <c:v>0.4257809643</c:v>
                </c:pt>
                <c:pt idx="298">
                  <c:v>0.3216587353</c:v>
                </c:pt>
                <c:pt idx="299">
                  <c:v>0.358072211</c:v>
                </c:pt>
                <c:pt idx="300">
                  <c:v>0.3729416801</c:v>
                </c:pt>
                <c:pt idx="301">
                  <c:v>0.4232154129</c:v>
                </c:pt>
                <c:pt idx="302">
                  <c:v>0.3934858678</c:v>
                </c:pt>
                <c:pt idx="303">
                  <c:v>0.4116781856</c:v>
                </c:pt>
                <c:pt idx="304">
                  <c:v>0.4418223046</c:v>
                </c:pt>
                <c:pt idx="305">
                  <c:v>0.3847474334</c:v>
                </c:pt>
                <c:pt idx="306">
                  <c:v>0.3180649285</c:v>
                </c:pt>
                <c:pt idx="307">
                  <c:v>0.3587908095</c:v>
                </c:pt>
                <c:pt idx="308">
                  <c:v>0.4216630493</c:v>
                </c:pt>
                <c:pt idx="309">
                  <c:v>0.2883325439</c:v>
                </c:pt>
                <c:pt idx="310">
                  <c:v>0.393147379</c:v>
                </c:pt>
                <c:pt idx="311">
                  <c:v>0.4535421315</c:v>
                </c:pt>
                <c:pt idx="312">
                  <c:v>0.4022283013</c:v>
                </c:pt>
                <c:pt idx="313">
                  <c:v>0.4042391287</c:v>
                </c:pt>
                <c:pt idx="314">
                  <c:v>0.4689357927</c:v>
                </c:pt>
                <c:pt idx="315">
                  <c:v>0.4891234235</c:v>
                </c:pt>
                <c:pt idx="316">
                  <c:v>0.4216617888</c:v>
                </c:pt>
                <c:pt idx="317">
                  <c:v>0.3579096596</c:v>
                </c:pt>
                <c:pt idx="318">
                  <c:v>0.4332767541</c:v>
                </c:pt>
                <c:pt idx="319">
                  <c:v>0.4645956058</c:v>
                </c:pt>
                <c:pt idx="320">
                  <c:v>0.4873724748</c:v>
                </c:pt>
                <c:pt idx="321">
                  <c:v>0.4324981244</c:v>
                </c:pt>
                <c:pt idx="322">
                  <c:v>0.4349451823</c:v>
                </c:pt>
                <c:pt idx="323">
                  <c:v>0.4086999121</c:v>
                </c:pt>
                <c:pt idx="324">
                  <c:v>0.4905942624</c:v>
                </c:pt>
                <c:pt idx="325">
                  <c:v>0.4716832293</c:v>
                </c:pt>
                <c:pt idx="326">
                  <c:v>0.5340677865</c:v>
                </c:pt>
                <c:pt idx="327">
                  <c:v>0.4767189562</c:v>
                </c:pt>
                <c:pt idx="328">
                  <c:v>0.4366463823</c:v>
                </c:pt>
                <c:pt idx="329">
                  <c:v>0.4613547277</c:v>
                </c:pt>
                <c:pt idx="330">
                  <c:v>0.4561362012</c:v>
                </c:pt>
                <c:pt idx="331">
                  <c:v>0.4263540811</c:v>
                </c:pt>
                <c:pt idx="332">
                  <c:v>0.3977289091</c:v>
                </c:pt>
                <c:pt idx="333">
                  <c:v>0.3715711058</c:v>
                </c:pt>
                <c:pt idx="334">
                  <c:v>0.4479961857</c:v>
                </c:pt>
                <c:pt idx="335">
                  <c:v>0.4390370976</c:v>
                </c:pt>
                <c:pt idx="336">
                  <c:v>0.3956199084</c:v>
                </c:pt>
                <c:pt idx="337">
                  <c:v>0.4106775609</c:v>
                </c:pt>
                <c:pt idx="338">
                  <c:v>0.4524193497</c:v>
                </c:pt>
                <c:pt idx="339">
                  <c:v>0.4821947807</c:v>
                </c:pt>
                <c:pt idx="340">
                  <c:v>0.4404179214</c:v>
                </c:pt>
                <c:pt idx="341">
                  <c:v>0.4248466477</c:v>
                </c:pt>
                <c:pt idx="342">
                  <c:v>0.3344586023</c:v>
                </c:pt>
                <c:pt idx="343">
                  <c:v>0.4515749924</c:v>
                </c:pt>
                <c:pt idx="344">
                  <c:v>0.4522885582</c:v>
                </c:pt>
                <c:pt idx="345">
                  <c:v>0.4044944139</c:v>
                </c:pt>
                <c:pt idx="346">
                  <c:v>0.3577430239</c:v>
                </c:pt>
                <c:pt idx="347">
                  <c:v>0.3433886395</c:v>
                </c:pt>
                <c:pt idx="348">
                  <c:v>0.332795535</c:v>
                </c:pt>
                <c:pt idx="349">
                  <c:v>0.4519329156</c:v>
                </c:pt>
                <c:pt idx="350">
                  <c:v>0.4408431567</c:v>
                </c:pt>
                <c:pt idx="351">
                  <c:v>0.330832928</c:v>
                </c:pt>
                <c:pt idx="352">
                  <c:v>0.3988447523</c:v>
                </c:pt>
                <c:pt idx="353">
                  <c:v>0.4257338762</c:v>
                </c:pt>
                <c:pt idx="354">
                  <c:v>0.4652442176</c:v>
                </c:pt>
                <c:pt idx="355">
                  <c:v>0.4044998712</c:v>
                </c:pt>
                <c:pt idx="356">
                  <c:v>0.3110710663</c:v>
                </c:pt>
                <c:pt idx="357">
                  <c:v>0.4387762026</c:v>
                </c:pt>
                <c:pt idx="358">
                  <c:v>0.4098835722</c:v>
                </c:pt>
                <c:pt idx="359">
                  <c:v>0.4641363286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NaCl change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Google Shape;86;p13">
            <a:extLst xmlns:a="http://schemas.openxmlformats.org/drawingml/2006/main">
              <a:ext uri="{FF2B5EF4-FFF2-40B4-BE49-F238E27FC236}">
                <a16:creationId xmlns:a16="http://schemas.microsoft.com/office/drawing/2014/main" id="{2C1F87DD-2B02-40EB-8485-0451DF8A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chemeClr val="dk1"/>
                </a:solidFill>
              </a:rPr>
              <a:t/>
            </a:r>
            <a:endParaRPr sz="3600" b="1">
              <a:solidFill>
                <a:schemeClr val="dk1"/>
              </a:solidFill>
            </a:endParaRPr>
          </a:p>
        </p:txBody>
      </p:sp>
      <p:sp>
        <p:nvSpPr>
          <p:cNvPr id="87" name="Google Shape;87;p13">
            <a:extLst xmlns:a="http://schemas.openxmlformats.org/drawingml/2006/main">
              <a:ext uri="{FF2B5EF4-FFF2-40B4-BE49-F238E27FC236}">
                <a16:creationId xmlns:a16="http://schemas.microsoft.com/office/drawing/2014/main" id="{41C4E867-CA0B-4F8A-B772-7C9289D6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4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B7B7B7"/>
                </a:solidFill>
              </a:rPr>
              <a:t/>
            </a:r>
            <a:endParaRPr sz="2000">
              <a:solidFill>
                <a:srgbClr val="B7B7B7"/>
              </a:solidFill>
            </a:endParaRPr>
          </a:p>
        </p:txBody>
      </p:sp>
      <p:sp>
        <p:nvSpPr>
          <p:cNvPr id="88" name="Google Shape;88;p13">
            <a:extLst xmlns:a="http://schemas.openxmlformats.org/drawingml/2006/main">
              <a:ext uri="{FF2B5EF4-FFF2-40B4-BE49-F238E27FC236}">
                <a16:creationId xmlns:a16="http://schemas.microsoft.com/office/drawing/2014/main" id="{3AE00DE4-2729-4B22-81A7-B2E720DF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4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B7B7B7"/>
                </a:solidFill>
              </a:rPr>
              <a:t/>
            </a:r>
            <a:endParaRPr sz="2000">
              <a:solidFill>
                <a:srgbClr val="B7B7B7"/>
              </a:solidFill>
            </a:endParaRPr>
          </a:p>
        </p:txBody>
      </p:sp>
      <p:sp>
        <p:nvSpPr>
          <p:cNvPr id="89" name="Google Shape;89;p13">
            <a:extLst xmlns:a="http://schemas.openxmlformats.org/drawingml/2006/main">
              <a:ext uri="{FF2B5EF4-FFF2-40B4-BE49-F238E27FC236}">
                <a16:creationId xmlns:a16="http://schemas.microsoft.com/office/drawing/2014/main" id="{C1A91716-0A88-4158-A381-D4188589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B7B7B7"/>
                </a:solidFill>
              </a:rPr>
              <a:t/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90" name="Google Shape;90;p13">
            <a:extLst xmlns:a="http://schemas.openxmlformats.org/drawingml/2006/main">
              <a:ext uri="{FF2B5EF4-FFF2-40B4-BE49-F238E27FC236}">
                <a16:creationId xmlns:a16="http://schemas.microsoft.com/office/drawing/2014/main" id="{513DE7D2-8D8A-46D3-890D-FAAFAA7D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chemeClr val="dk1"/>
                </a:solidFill>
              </a:rPr>
              <a:t/>
            </a:r>
            <a:endParaRPr sz="3600" b="1">
              <a:solidFill>
                <a:schemeClr val="dk1"/>
              </a:solidFill>
            </a:endParaRPr>
          </a:p>
        </p:txBody>
      </p:sp>
      <p:sp>
        <p:nvSpPr>
          <p:cNvPr id="91" name="Team 7">
            <a:extLst xmlns:a="http://schemas.openxmlformats.org/drawingml/2006/main">
              <a:ext uri="{FF2B5EF4-FFF2-40B4-BE49-F238E27FC236}">
                <a16:creationId xmlns:a16="http://schemas.microsoft.com/office/drawing/2014/main" id="{543B08AB-11E0-450A-B504-E9006872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867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Team 7</a:t>
            </a:r>
          </a:p>
        </p:txBody>
      </p:sp>
      <p:sp>
        <p:nvSpPr>
          <p:cNvPr id="92" name="Quantum sensing for water-quality changes">
            <a:extLst xmlns:a="http://schemas.openxmlformats.org/drawingml/2006/main">
              <a:ext uri="{FF2B5EF4-FFF2-40B4-BE49-F238E27FC236}">
                <a16:creationId xmlns:a16="http://schemas.microsoft.com/office/drawing/2014/main" id="{532481C4-3B3B-4BC2-A568-1CCFA979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65656"/>
                </a:solidFill>
                <a:latin typeface="Arial"/>
                <a:ea typeface="Arial"/>
                <a:cs typeface="Arial"/>
              </a:rPr>
              <a:t>Quantum sensing for water-quality changes</a:t>
            </a:r>
          </a:p>
        </p:txBody>
      </p:sp>
      <p:sp>
        <p:nvSpPr>
          <p:cNvPr id="93" name="A continuous-variable simulation of a dissolv">
            <a:extLst xmlns:a="http://schemas.openxmlformats.org/drawingml/2006/main">
              <a:ext uri="{FF2B5EF4-FFF2-40B4-BE49-F238E27FC236}">
                <a16:creationId xmlns:a16="http://schemas.microsoft.com/office/drawing/2014/main" id="{70F406B7-4BFC-4E18-AA43-F2A1B2EE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95575"/>
            <a:ext cx="7867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continuous-variable simulation of a dissolved-salt proxy</a:t>
            </a:r>
          </a:p>
        </p:txBody>
      </p:sp>
      <p:sp>
        <p:nvSpPr>
          <p:cNvPr id="94" name="28% lower modeled total error in a controlled">
            <a:extLst xmlns:a="http://schemas.openxmlformats.org/drawingml/2006/main">
              <a:ext uri="{FF2B5EF4-FFF2-40B4-BE49-F238E27FC236}">
                <a16:creationId xmlns:a16="http://schemas.microsoft.com/office/drawing/2014/main" id="{590ED98B-482D-44E2-8A3D-AE5EDE0D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76600"/>
            <a:ext cx="7867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28% lower modeled total error in a controlled 16-tap pilot</a:t>
            </a:r>
          </a:p>
        </p:txBody>
      </p:sp>
      <p:sp>
        <p:nvSpPr>
          <p:cNvPr id="95" name="NYUAD Hackathon • Research prototype • Octobe">
            <a:extLst xmlns:a="http://schemas.openxmlformats.org/drawingml/2006/main">
              <a:ext uri="{FF2B5EF4-FFF2-40B4-BE49-F238E27FC236}">
                <a16:creationId xmlns:a16="http://schemas.microsoft.com/office/drawing/2014/main" id="{C83F25B5-7071-4DCB-A590-9F588DB6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7867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NYUAD Hackathon • Research prototype • October 2026</a:t>
            </a:r>
          </a:p>
        </p:txBody>
      </p:sp>
      <p:sp>
        <p:nvSpPr>
          <p:cNvPr id="96" name="Roster, affiliations, team photo and team log">
            <a:extLst xmlns:a="http://schemas.openxmlformats.org/drawingml/2006/main">
              <a:ext uri="{FF2B5EF4-FFF2-40B4-BE49-F238E27FC236}">
                <a16:creationId xmlns:a16="http://schemas.microsoft.com/office/drawing/2014/main" id="{19CF75BA-34F0-43F7-9D17-707A5FF9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38675"/>
            <a:ext cx="785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Roster, affiliations, team photo and team logo to be added</a:t>
            </a:r>
          </a:p>
        </p:txBody>
      </p:sp>
      <p:sp>
        <p:nvSpPr>
          <p:cNvPr id="97" name="1 / 14">
            <a:extLst xmlns:a="http://schemas.openxmlformats.org/drawingml/2006/main">
              <a:ext uri="{FF2B5EF4-FFF2-40B4-BE49-F238E27FC236}">
                <a16:creationId xmlns:a16="http://schemas.microsoft.com/office/drawing/2014/main" id="{AA78613A-C94C-4328-AF75-AFDA9645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 / 14</a:t>
            </a:r>
          </a:p>
        </p:txBody>
      </p:sp>
    </p:spTree>
    <p:extLst>
      <p:ext uri="{BB962C8B-B14F-4D97-AF65-F5344CB8AC3E}">
        <p14:creationId xmlns:p14="http://schemas.microsoft.com/office/powerpoint/2010/main" val="18696648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p14">
            <a:extLst xmlns:a="http://schemas.openxmlformats.org/drawingml/2006/main">
              <a:ext uri="{FF2B5EF4-FFF2-40B4-BE49-F238E27FC236}">
                <a16:creationId xmlns:a16="http://schemas.microsoft.com/office/drawing/2014/main" id="{6EAF1A8A-37D3-4DB3-8A2B-1A30CAD423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3600" b="1">
                <a:solidFill>
                  <a:schemeClr val="dk1"/>
                </a:solidFill>
              </a:rPr>
              <a:t/>
            </a:r>
            <a:endParaRPr sz="3600" b="1"/>
          </a:p>
        </p:txBody>
      </p:sp>
      <p:sp>
        <p:nvSpPr>
          <p:cNvPr id="9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3DEE990A-6777-474B-A01F-5989B872D1C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3600" b="1">
                <a:solidFill>
                  <a:schemeClr val="dk1"/>
                </a:solidFill>
              </a:rPr>
              <a:t/>
            </a:r>
            <a:endParaRPr sz="3600" b="1">
              <a:solidFill>
                <a:schemeClr val="dk1"/>
              </a:solidFill>
            </a:endParaRPr>
          </a:p>
        </p:txBody>
      </p:sp>
      <p:sp>
        <p:nvSpPr>
          <p:cNvPr id="97" name="Google Shape;97;p14">
            <a:extLst xmlns:a="http://schemas.openxmlformats.org/drawingml/2006/main">
              <a:ext uri="{FF2B5EF4-FFF2-40B4-BE49-F238E27FC236}">
                <a16:creationId xmlns:a16="http://schemas.microsoft.com/office/drawing/2014/main" id="{D3FE14EE-AB23-4257-9006-7FB5DD87C1E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1600" b="1"/>
              <a:t/>
            </a:r>
            <a:endParaRPr sz="1600" b="1"/>
          </a:p>
        </p:txBody>
      </p:sp>
      <p:sp>
        <p:nvSpPr>
          <p:cNvPr id="98" name="Google Shape;98;p14">
            <a:extLst xmlns:a="http://schemas.openxmlformats.org/drawingml/2006/main">
              <a:ext uri="{FF2B5EF4-FFF2-40B4-BE49-F238E27FC236}">
                <a16:creationId xmlns:a16="http://schemas.microsoft.com/office/drawing/2014/main" id="{8DAC62A9-732A-4F25-995C-1E43D093EB4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36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3600" b="1"/>
          </a:p>
        </p:txBody>
      </p:sp>
      <p:sp>
        <p:nvSpPr>
          <p:cNvPr id="99" name="The problem / the solution">
            <a:extLst xmlns:a="http://schemas.openxmlformats.org/drawingml/2006/main">
              <a:ext uri="{FF2B5EF4-FFF2-40B4-BE49-F238E27FC236}">
                <a16:creationId xmlns:a16="http://schemas.microsoft.com/office/drawing/2014/main" id="{607D02AE-09FE-4041-8A3A-EE3C7BBB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problem / the solution</a:t>
            </a:r>
          </a:p>
        </p:txBody>
      </p:sp>
      <p:sp>
        <p:nvSpPr>
          <p:cNvPr id="100" name="SDG 6 relevance • Market / audience">
            <a:extLst xmlns:a="http://schemas.openxmlformats.org/drawingml/2006/main">
              <a:ext uri="{FF2B5EF4-FFF2-40B4-BE49-F238E27FC236}">
                <a16:creationId xmlns:a16="http://schemas.microsoft.com/office/drawing/2014/main" id="{0FB4E98E-1649-4A2B-9205-B30A4833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SDG 6 relevance • Market / audience</a:t>
            </a:r>
          </a:p>
        </p:txBody>
      </p:sp>
      <p:sp>
        <p:nvSpPr>
          <p:cNvPr id="101" name="User: a treatment or reuse operator investiga">
            <a:extLst xmlns:a="http://schemas.openxmlformats.org/drawingml/2006/main">
              <a:ext uri="{FF2B5EF4-FFF2-40B4-BE49-F238E27FC236}">
                <a16:creationId xmlns:a16="http://schemas.microsoft.com/office/drawing/2014/main" id="{81612434-35B5-449E-98FA-BAAEED18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User: a treatment or reuse operator investigating small changes across sampling taps.</a:t>
            </a:r>
          </a:p>
        </p:txBody>
      </p:sp>
      <p:sp>
        <p:nvSpPr>
          <p:cNvPr id="102" name="Solution: estimate the mean dissolved-salt ch">
            <a:extLst xmlns:a="http://schemas.openxmlformats.org/drawingml/2006/main">
              <a:ext uri="{FF2B5EF4-FFF2-40B4-BE49-F238E27FC236}">
                <a16:creationId xmlns:a16="http://schemas.microsoft.com/office/drawing/2014/main" id="{1FD3C029-29D8-4CDB-A175-CCD899AB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Solution: estimate the mean dissolved-salt change with correlated optical readouts.</a:t>
            </a:r>
          </a:p>
        </p:txBody>
      </p:sp>
      <p:sp>
        <p:nvSpPr>
          <p:cNvPr id="103" name="Value hypothesis: detect a validated change s">
            <a:extLst xmlns:a="http://schemas.openxmlformats.org/drawingml/2006/main">
              <a:ext uri="{FF2B5EF4-FFF2-40B4-BE49-F238E27FC236}">
                <a16:creationId xmlns:a16="http://schemas.microsoft.com/office/drawing/2014/main" id="{E959420F-9A2A-4736-A3AA-3463404E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Value hypothesis: detect a validated change sooner and trigger confirmatory testing.</a:t>
            </a:r>
          </a:p>
        </p:txBody>
      </p:sp>
      <p:sp>
        <p:nvSpPr>
          <p:cNvPr id="104" name="Scope: NaCl-equivalent change screening; poll">
            <a:extLst xmlns:a="http://schemas.openxmlformats.org/drawingml/2006/main">
              <a:ext uri="{FF2B5EF4-FFF2-40B4-BE49-F238E27FC236}">
                <a16:creationId xmlns:a16="http://schemas.microsoft.com/office/drawing/2014/main" id="{9F1E6498-DC20-48F5-A75F-45D1FFB2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Scope: NaCl-equivalent change screening; pollutant identity remains unresolved.</a:t>
            </a:r>
          </a:p>
        </p:txBody>
      </p:sp>
      <p:sp>
        <p:nvSpPr>
          <p:cNvPr id="105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18D365F7-7DF9-4B75-B373-85A38FAE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06" name="2 / 14">
            <a:extLst xmlns:a="http://schemas.openxmlformats.org/drawingml/2006/main">
              <a:ext uri="{FF2B5EF4-FFF2-40B4-BE49-F238E27FC236}">
                <a16:creationId xmlns:a16="http://schemas.microsoft.com/office/drawing/2014/main" id="{B6DA647A-F64F-49A0-954A-B8B82545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 / 14</a:t>
            </a:r>
          </a:p>
        </p:txBody>
      </p:sp>
    </p:spTree>
    <p:extLst>
      <p:ext uri="{BB962C8B-B14F-4D97-AF65-F5344CB8AC3E}">
        <p14:creationId xmlns:p14="http://schemas.microsoft.com/office/powerpoint/2010/main" val="8462528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Google Shape;103;p15">
            <a:extLst xmlns:a="http://schemas.openxmlformats.org/drawingml/2006/main">
              <a:ext uri="{FF2B5EF4-FFF2-40B4-BE49-F238E27FC236}">
                <a16:creationId xmlns:a16="http://schemas.microsoft.com/office/drawing/2014/main" id="{3E4E6E3A-E879-4FBD-BC10-4540F5F3EA1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3600" b="1"/>
              <a:t/>
            </a:r>
            <a:endParaRPr sz="1200" b="1"/>
          </a:p>
        </p:txBody>
      </p:sp>
      <p:sp>
        <p:nvSpPr>
          <p:cNvPr id="104" name="Google Shape;104;p15">
            <a:extLst xmlns:a="http://schemas.openxmlformats.org/drawingml/2006/main">
              <a:ext uri="{FF2B5EF4-FFF2-40B4-BE49-F238E27FC236}">
                <a16:creationId xmlns:a16="http://schemas.microsoft.com/office/drawing/2014/main" id="{54E01097-BEFA-478B-B22A-FEEA371F5FC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3600" b="1"/>
              <a:t/>
            </a:r>
            <a:endParaRPr sz="1800">
              <a:solidFill>
                <a:srgbClr val="B7B7B7"/>
              </a:solidFill>
            </a:endParaRPr>
          </a:p>
        </p:txBody>
      </p:sp>
      <p:sp>
        <p:nvSpPr>
          <p:cNvPr id="105" name="Google Shape;105;p15">
            <a:extLst xmlns:a="http://schemas.openxmlformats.org/drawingml/2006/main">
              <a:ext uri="{FF2B5EF4-FFF2-40B4-BE49-F238E27FC236}">
                <a16:creationId xmlns:a16="http://schemas.microsoft.com/office/drawing/2014/main" id="{B5720113-59BE-4A32-AAA1-AFB54DB267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3600" b="1"/>
              <a:t/>
            </a:r>
            <a:endParaRPr sz="1800" i="0" u="none" cap="none">
              <a:solidFill>
                <a:srgbClr val="B7B7B7"/>
              </a:solidFill>
            </a:endParaRPr>
          </a:p>
        </p:txBody>
      </p:sp>
      <p:sp>
        <p:nvSpPr>
          <p:cNvPr id="106" name="Hack stack and measurement model">
            <a:extLst xmlns:a="http://schemas.openxmlformats.org/drawingml/2006/main">
              <a:ext uri="{FF2B5EF4-FFF2-40B4-BE49-F238E27FC236}">
                <a16:creationId xmlns:a16="http://schemas.microsoft.com/office/drawing/2014/main" id="{02142C18-10B0-4F4F-90D0-0D0DCB5D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Hack stack and measurement model</a:t>
            </a:r>
          </a:p>
        </p:txBody>
      </p:sp>
      <p:sp>
        <p:nvSpPr>
          <p:cNvPr id="107" name="Squeezed source → sample taps → homodyne → cl">
            <a:extLst xmlns:a="http://schemas.openxmlformats.org/drawingml/2006/main">
              <a:ext uri="{FF2B5EF4-FFF2-40B4-BE49-F238E27FC236}">
                <a16:creationId xmlns:a16="http://schemas.microsoft.com/office/drawing/2014/main" id="{D6D805B7-E64A-44AF-A558-C0A62AE9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Squeezed source → sample taps → homodyne → classical estimator</a:t>
            </a:r>
          </a:p>
        </p:txBody>
      </p:sp>
      <p:sp>
        <p:nvSpPr>
          <p:cNvPr id="108" name="Input: arbitrary local concentration changes,">
            <a:extLst xmlns:a="http://schemas.openxmlformats.org/drawingml/2006/main">
              <a:ext uri="{FF2B5EF4-FFF2-40B4-BE49-F238E27FC236}">
                <a16:creationId xmlns:a16="http://schemas.microsoft.com/office/drawing/2014/main" id="{C5C55302-8B04-4B60-929C-8BFFFA4A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Input: arbitrary local concentration changes, link losses and a fixed probe budget.</a:t>
            </a:r>
          </a:p>
        </p:txBody>
      </p:sp>
      <p:sp>
        <p:nvSpPr>
          <p:cNvPr id="109" name="Algorithm: Gaussian covariance propagation; m">
            <a:extLst xmlns:a="http://schemas.openxmlformats.org/drawingml/2006/main">
              <a:ext uri="{FF2B5EF4-FFF2-40B4-BE49-F238E27FC236}">
                <a16:creationId xmlns:a16="http://schemas.microsoft.com/office/drawing/2014/main" id="{1F2E78D5-C592-4775-8DD1-5A1F539F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Algorithm: Gaussian covariance propagation; mean estimate q̂ = Σ yᵢ / M.</a:t>
            </a:r>
          </a:p>
        </p:txBody>
      </p:sp>
      <p:sp>
        <p:nvSpPr>
          <p:cNvPr id="110" name="Compare coherent probes, independent squeezer">
            <a:extLst xmlns:a="http://schemas.openxmlformats.org/drawingml/2006/main">
              <a:ext uri="{FF2B5EF4-FFF2-40B4-BE49-F238E27FC236}">
                <a16:creationId xmlns:a16="http://schemas.microsoft.com/office/drawing/2014/main" id="{3391A17D-FC74-42E5-AFD1-5CEC527A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Compare coherent probes, independent squeezers and one distributed squeezed state.</a:t>
            </a:r>
          </a:p>
        </p:txBody>
      </p:sp>
      <p:sp>
        <p:nvSpPr>
          <p:cNvPr id="111" name="Classical simulator; the proposed advantage i">
            <a:extLst xmlns:a="http://schemas.openxmlformats.org/drawingml/2006/main">
              <a:ext uri="{FF2B5EF4-FFF2-40B4-BE49-F238E27FC236}">
                <a16:creationId xmlns:a16="http://schemas.microsoft.com/office/drawing/2014/main" id="{A5A8B91B-F37D-439F-B046-5EB458A4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Classical simulator; the proposed advantage is quantum sensing, not a computing speedup.</a:t>
            </a:r>
          </a:p>
        </p:txBody>
      </p:sp>
      <p:sp>
        <p:nvSpPr>
          <p:cNvPr id="112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AB013EF3-19D2-439F-B70C-145958F7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13" name="3 / 14">
            <a:extLst xmlns:a="http://schemas.openxmlformats.org/drawingml/2006/main">
              <a:ext uri="{FF2B5EF4-FFF2-40B4-BE49-F238E27FC236}">
                <a16:creationId xmlns:a16="http://schemas.microsoft.com/office/drawing/2014/main" id="{3DBCEF14-384B-4CD5-ADB4-B93EA9C9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 / 14</a:t>
            </a:r>
          </a:p>
        </p:txBody>
      </p:sp>
    </p:spTree>
    <p:extLst>
      <p:ext uri="{BB962C8B-B14F-4D97-AF65-F5344CB8AC3E}">
        <p14:creationId xmlns:p14="http://schemas.microsoft.com/office/powerpoint/2010/main" val="29641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16">
            <a:extLst xmlns:a="http://schemas.openxmlformats.org/drawingml/2006/main">
              <a:ext uri="{FF2B5EF4-FFF2-40B4-BE49-F238E27FC236}">
                <a16:creationId xmlns:a16="http://schemas.microsoft.com/office/drawing/2014/main" id="{0421F5C9-F091-4D72-9231-93F3F7EB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111" name="Google Shape;111;p16">
            <a:extLst xmlns:a="http://schemas.openxmlformats.org/drawingml/2006/main">
              <a:ext uri="{FF2B5EF4-FFF2-40B4-BE49-F238E27FC236}">
                <a16:creationId xmlns:a16="http://schemas.microsoft.com/office/drawing/2014/main" id="{140578C4-FA02-4DDF-AD6C-EB38C51741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600" b="1"/>
              <a:t/>
            </a:r>
            <a:endParaRPr sz="3600" b="1"/>
          </a:p>
        </p:txBody>
      </p:sp>
      <p:sp>
        <p:nvSpPr>
          <p:cNvPr id="112" name="Google Shape;112;p16">
            <a:extLst xmlns:a="http://schemas.openxmlformats.org/drawingml/2006/main">
              <a:ext uri="{FF2B5EF4-FFF2-40B4-BE49-F238E27FC236}">
                <a16:creationId xmlns:a16="http://schemas.microsoft.com/office/drawing/2014/main" id="{C73ED4DF-6F5E-4FB6-8DE6-F622AFD7A4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640"/>
              </a:spcBef>
              <a:spcAft>
                <a:spcPts val="0"/>
              </a:spcAft>
              <a:buNone/>
            </a:pPr>
            <a:r>
              <a:rPr sz="1000" b="1"/>
              <a:t/>
            </a:r>
            <a:endParaRPr sz="1000" b="1"/>
          </a:p>
        </p:txBody>
      </p:sp>
      <p:sp>
        <p:nvSpPr>
          <p:cNvPr id="113" name="28% lower total error in the pilot">
            <a:extLst xmlns:a="http://schemas.openxmlformats.org/drawingml/2006/main">
              <a:ext uri="{FF2B5EF4-FFF2-40B4-BE49-F238E27FC236}">
                <a16:creationId xmlns:a16="http://schemas.microsoft.com/office/drawing/2014/main" id="{B7FE4D6A-E359-438D-AA0D-08A67D24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28% lower total error in the pilot</a:t>
            </a:r>
          </a:p>
        </p:txBody>
      </p:sp>
      <p:sp>
        <p:nvSpPr>
          <p:cNvPr id="114" name="16 taps • 100 m links • 10 nW/node • 1 s • 50">
            <a:extLst xmlns:a="http://schemas.openxmlformats.org/drawingml/2006/main">
              <a:ext uri="{FF2B5EF4-FFF2-40B4-BE49-F238E27FC236}">
                <a16:creationId xmlns:a16="http://schemas.microsoft.com/office/drawing/2014/main" id="{F5250CEA-EA4B-4DF8-BF33-501ECED5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16 taps • 100 m links • 10 nW/node • 1 s • 50 µK common residual</a:t>
            </a:r>
          </a:p>
        </p:txBody>
      </p:sp>
      <p:graphicFrame>
        <p:nvGraphicFramePr>
          <p:cNvPr id="125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03b00af7bb4b16"/>
          </a:graphicData>
        </a:graphic>
      </p:graphicFrame>
      <p:sp>
        <p:nvSpPr>
          <p:cNvPr id="116" name="Coherent 0.0921 → distributed 0.0664 mg/kg to">
            <a:extLst xmlns:a="http://schemas.openxmlformats.org/drawingml/2006/main">
              <a:ext uri="{FF2B5EF4-FFF2-40B4-BE49-F238E27FC236}">
                <a16:creationId xmlns:a16="http://schemas.microsoft.com/office/drawing/2014/main" id="{96ACC056-17CC-4C7F-8E84-797C2B89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Coherent 0.0921 → distributed 0.0664 mg/kg total RMSE</a:t>
            </a:r>
          </a:p>
        </p:txBody>
      </p:sp>
      <p:sp>
        <p:nvSpPr>
          <p:cNvPr id="117" name="16.6% lower RMSE than independent squeezing; ">
            <a:extLst xmlns:a="http://schemas.openxmlformats.org/drawingml/2006/main">
              <a:ext uri="{FF2B5EF4-FFF2-40B4-BE49-F238E27FC236}">
                <a16:creationId xmlns:a16="http://schemas.microsoft.com/office/drawing/2014/main" id="{05C4DCE9-23CB-4410-AF4B-9944D1B3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16.6% lower RMSE than independent squeezing; same launched probe photons</a:t>
            </a:r>
          </a:p>
        </p:txBody>
      </p:sp>
      <p:sp>
        <p:nvSpPr>
          <p:cNvPr id="118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09B4C49D-A642-4ED4-BDFB-3B74AF81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19" name="4 / 14">
            <a:extLst xmlns:a="http://schemas.openxmlformats.org/drawingml/2006/main">
              <a:ext uri="{FF2B5EF4-FFF2-40B4-BE49-F238E27FC236}">
                <a16:creationId xmlns:a16="http://schemas.microsoft.com/office/drawing/2014/main" id="{6F06C44D-0215-40ED-901C-8D34418D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4 / 14</a:t>
            </a:r>
          </a:p>
        </p:txBody>
      </p:sp>
    </p:spTree>
    <p:extLst>
      <p:ext uri="{BB962C8B-B14F-4D97-AF65-F5344CB8AC3E}">
        <p14:creationId xmlns:p14="http://schemas.microsoft.com/office/powerpoint/2010/main" val="20507882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Google Shape;117;p17">
            <a:extLst xmlns:a="http://schemas.openxmlformats.org/drawingml/2006/main">
              <a:ext uri="{FF2B5EF4-FFF2-40B4-BE49-F238E27FC236}">
                <a16:creationId xmlns:a16="http://schemas.microsoft.com/office/drawing/2014/main" id="{8329C438-0758-4406-8C6F-0014C1C6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118" name="Google Shape;118;p17">
            <a:extLst xmlns:a="http://schemas.openxmlformats.org/drawingml/2006/main">
              <a:ext uri="{FF2B5EF4-FFF2-40B4-BE49-F238E27FC236}">
                <a16:creationId xmlns:a16="http://schemas.microsoft.com/office/drawing/2014/main" id="{7198F0F9-25B1-46D5-AE19-DF6CCEB64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600" b="1"/>
              <a:t/>
            </a:r>
            <a:endParaRPr sz="3600" b="1"/>
          </a:p>
        </p:txBody>
      </p:sp>
      <p:sp>
        <p:nvSpPr>
          <p:cNvPr id="119" name="Google Shape;119;p17">
            <a:extLst xmlns:a="http://schemas.openxmlformats.org/drawingml/2006/main">
              <a:ext uri="{FF2B5EF4-FFF2-40B4-BE49-F238E27FC236}">
                <a16:creationId xmlns:a16="http://schemas.microsoft.com/office/drawing/2014/main" id="{BED5E940-5D4D-47BD-89F6-1563EE6AEB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000" b="1"/>
          </a:p>
        </p:txBody>
      </p:sp>
      <p:sp>
        <p:nvSpPr>
          <p:cNvPr id="120" name="Ideal scaling has resource conditions">
            <a:extLst xmlns:a="http://schemas.openxmlformats.org/drawingml/2006/main">
              <a:ext uri="{FF2B5EF4-FFF2-40B4-BE49-F238E27FC236}">
                <a16:creationId xmlns:a16="http://schemas.microsoft.com/office/drawing/2014/main" id="{90929110-C745-4E0D-8C05-AB1F5836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Ideal scaling has resource conditions</a:t>
            </a:r>
          </a:p>
        </p:txBody>
      </p:sp>
      <p:sp>
        <p:nvSpPr>
          <p:cNvPr id="121" name="Lossless reference • Growing total squeezing ">
            <a:extLst xmlns:a="http://schemas.openxmlformats.org/drawingml/2006/main">
              <a:ext uri="{FF2B5EF4-FFF2-40B4-BE49-F238E27FC236}">
                <a16:creationId xmlns:a16="http://schemas.microsoft.com/office/drawing/2014/main" id="{2E748D86-4A95-4BF4-810A-16B0751A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Lossless reference • Growing total squeezing • No practical source cap</a:t>
            </a:r>
          </a:p>
        </p:txBody>
      </p:sp>
      <p:graphicFrame>
        <p:nvGraphicFramePr>
          <p:cNvPr id="132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b9f59f3da748e9"/>
          </a:graphicData>
        </a:graphic>
      </p:graphicFrame>
      <p:sp>
        <p:nvSpPr>
          <p:cNvPr id="123" name="Fitted RMS slope: −0.953 distributed versus −">
            <a:extLst xmlns:a="http://schemas.openxmlformats.org/drawingml/2006/main">
              <a:ext uri="{FF2B5EF4-FFF2-40B4-BE49-F238E27FC236}">
                <a16:creationId xmlns:a16="http://schemas.microsoft.com/office/drawing/2014/main" id="{EF6E5E7F-4053-4BD1-9DAF-55BB90B2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Fitted RMS slope: −0.953 distributed versus −0.500 coherent</a:t>
            </a:r>
          </a:p>
        </p:txBody>
      </p:sp>
      <p:sp>
        <p:nvSpPr>
          <p:cNvPr id="124" name="Loss and a finite source cap remove the asymp">
            <a:extLst xmlns:a="http://schemas.openxmlformats.org/drawingml/2006/main">
              <a:ext uri="{FF2B5EF4-FFF2-40B4-BE49-F238E27FC236}">
                <a16:creationId xmlns:a16="http://schemas.microsoft.com/office/drawing/2014/main" id="{E7CAB0C9-4106-4F5A-A3D6-E117CD50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Loss and a finite source cap remove the asymptotic exponent advantage</a:t>
            </a:r>
          </a:p>
        </p:txBody>
      </p:sp>
      <p:sp>
        <p:nvSpPr>
          <p:cNvPr id="125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8CBAD4A1-A928-45CD-886C-47C8E249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26" name="5 / 14">
            <a:extLst xmlns:a="http://schemas.openxmlformats.org/drawingml/2006/main">
              <a:ext uri="{FF2B5EF4-FFF2-40B4-BE49-F238E27FC236}">
                <a16:creationId xmlns:a16="http://schemas.microsoft.com/office/drawing/2014/main" id="{AAF803FC-E1FA-4FF0-8CF9-67514613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5 / 14</a:t>
            </a:r>
          </a:p>
        </p:txBody>
      </p:sp>
    </p:spTree>
    <p:extLst>
      <p:ext uri="{BB962C8B-B14F-4D97-AF65-F5344CB8AC3E}">
        <p14:creationId xmlns:p14="http://schemas.microsoft.com/office/powerpoint/2010/main" val="5275066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2637F03A-A128-47F4-95B0-FD76DEC6D9F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Regional gain shrinks to 1.11×">
            <a:extLst xmlns:a="http://schemas.openxmlformats.org/drawingml/2006/main">
              <a:ext uri="{FF2B5EF4-FFF2-40B4-BE49-F238E27FC236}">
                <a16:creationId xmlns:a16="http://schemas.microsoft.com/office/drawing/2014/main" id="{92DE0DFA-C49E-499F-BBD0-8D008E74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Regional gain shrinks to 1.11×</a:t>
            </a:r>
          </a:p>
        </p:txBody>
      </p:sp>
      <p:sp>
        <p:nvSpPr>
          <p:cNvPr id="126" name="64 distinct supplied coordinates • Assumed ro">
            <a:extLst xmlns:a="http://schemas.openxmlformats.org/drawingml/2006/main">
              <a:ext uri="{FF2B5EF4-FFF2-40B4-BE49-F238E27FC236}">
                <a16:creationId xmlns:a16="http://schemas.microsoft.com/office/drawing/2014/main" id="{C83AEE9F-A742-4BBB-B6C8-C8B684CD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64 distinct supplied coordinates • Assumed routes • Optimized coherent baseline</a:t>
            </a:r>
          </a:p>
        </p:txBody>
      </p:sp>
      <p:graphicFrame>
        <p:nvGraphicFramePr>
          <p:cNvPr id="135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b880d9d9954dba"/>
          </a:graphicData>
        </a:graphic>
      </p:graphicFrame>
      <p:sp>
        <p:nvSpPr>
          <p:cNvPr id="128" name="Mean transmission 0.371; longer links replace">
            <a:extLst xmlns:a="http://schemas.openxmlformats.org/drawingml/2006/main">
              <a:ext uri="{FF2B5EF4-FFF2-40B4-BE49-F238E27FC236}">
                <a16:creationId xmlns:a16="http://schemas.microsoft.com/office/drawing/2014/main" id="{A4671B11-A44C-433C-817F-D6B9E9AC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Mean transmission 0.371; longer links replace squeezing with vacuum noise</a:t>
            </a:r>
          </a:p>
        </p:txBody>
      </p:sp>
      <p:sp>
        <p:nvSpPr>
          <p:cNvPr id="129" name="Total RMSE: optimized coherent 0.0729 → distr">
            <a:extLst xmlns:a="http://schemas.openxmlformats.org/drawingml/2006/main">
              <a:ext uri="{FF2B5EF4-FFF2-40B4-BE49-F238E27FC236}">
                <a16:creationId xmlns:a16="http://schemas.microsoft.com/office/drawing/2014/main" id="{227F1DF6-CCAD-4DB6-87B6-0F1F4317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Total RMSE: optimized coherent 0.0729 → distributed 0.0655 mg/kg</a:t>
            </a:r>
          </a:p>
        </p:txBody>
      </p:sp>
      <p:sp>
        <p:nvSpPr>
          <p:cNvPr id="130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BE406429-07FA-4198-B718-74C3E6E5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1" name="6 / 14">
            <a:extLst xmlns:a="http://schemas.openxmlformats.org/drawingml/2006/main">
              <a:ext uri="{FF2B5EF4-FFF2-40B4-BE49-F238E27FC236}">
                <a16:creationId xmlns:a16="http://schemas.microsoft.com/office/drawing/2014/main" id="{730762C8-0AC9-4B2B-BA3A-792AA95D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6 / 14</a:t>
            </a:r>
          </a:p>
        </p:txBody>
      </p:sp>
    </p:spTree>
    <p:extLst>
      <p:ext uri="{BB962C8B-B14F-4D97-AF65-F5344CB8AC3E}">
        <p14:creationId xmlns:p14="http://schemas.microsoft.com/office/powerpoint/2010/main" val="16456117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2637F03A-A128-47F4-95B0-FD76DEC6D9F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Temperature can erase the benefit">
            <a:extLst xmlns:a="http://schemas.openxmlformats.org/drawingml/2006/main">
              <a:ext uri="{FF2B5EF4-FFF2-40B4-BE49-F238E27FC236}">
                <a16:creationId xmlns:a16="http://schemas.microsoft.com/office/drawing/2014/main" id="{3E259C7E-5678-44E0-8A63-ACCD0F3B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Temperature can erase the benefit</a:t>
            </a:r>
          </a:p>
        </p:txBody>
      </p:sp>
      <p:sp>
        <p:nvSpPr>
          <p:cNvPr id="126" name="Common drift does not average away across mor">
            <a:extLst xmlns:a="http://schemas.openxmlformats.org/drawingml/2006/main">
              <a:ext uri="{FF2B5EF4-FFF2-40B4-BE49-F238E27FC236}">
                <a16:creationId xmlns:a16="http://schemas.microsoft.com/office/drawing/2014/main" id="{3921E9D1-E992-4FF1-8227-041E6046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Common drift does not average away across more sensors</a:t>
            </a:r>
          </a:p>
        </p:txBody>
      </p:sp>
      <p:graphicFrame>
        <p:nvGraphicFramePr>
          <p:cNvPr id="135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560ffc44804fc4"/>
          </a:graphicData>
        </a:graphic>
      </p:graphicFrame>
      <p:sp>
        <p:nvSpPr>
          <p:cNvPr id="128" name="10 mK residual → about 9.137 mg/kg error for ">
            <a:extLst xmlns:a="http://schemas.openxmlformats.org/drawingml/2006/main">
              <a:ext uri="{FF2B5EF4-FFF2-40B4-BE49-F238E27FC236}">
                <a16:creationId xmlns:a16="http://schemas.microsoft.com/office/drawing/2014/main" id="{5936B4DB-0F52-44BF-B0C2-4294EC88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10 mK residual → about 9.137 mg/kg error for either strategy</a:t>
            </a:r>
          </a:p>
        </p:txBody>
      </p:sp>
      <p:sp>
        <p:nvSpPr>
          <p:cNvPr id="129" name="More classical probe power also narrows the a">
            <a:extLst xmlns:a="http://schemas.openxmlformats.org/drawingml/2006/main">
              <a:ext uri="{FF2B5EF4-FFF2-40B4-BE49-F238E27FC236}">
                <a16:creationId xmlns:a16="http://schemas.microsoft.com/office/drawing/2014/main" id="{463CD835-58CC-4243-85D2-CC7D0313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More classical probe power also narrows the advantage: validate the low-dose need</a:t>
            </a:r>
          </a:p>
        </p:txBody>
      </p:sp>
      <p:sp>
        <p:nvSpPr>
          <p:cNvPr id="130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6041A8D9-962F-41E2-8B7F-A25D4734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1" name="7 / 14">
            <a:extLst xmlns:a="http://schemas.openxmlformats.org/drawingml/2006/main">
              <a:ext uri="{FF2B5EF4-FFF2-40B4-BE49-F238E27FC236}">
                <a16:creationId xmlns:a16="http://schemas.microsoft.com/office/drawing/2014/main" id="{1DC2A51E-5CA7-4B4B-B6A4-381FCF0B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7 / 14</a:t>
            </a:r>
          </a:p>
        </p:txBody>
      </p:sp>
    </p:spTree>
    <p:extLst>
      <p:ext uri="{BB962C8B-B14F-4D97-AF65-F5344CB8AC3E}">
        <p14:creationId xmlns:p14="http://schemas.microsoft.com/office/powerpoint/2010/main" val="16456117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2637F03A-A128-47F4-95B0-FD76DEC6D9F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A matched detection comparison">
            <a:extLst xmlns:a="http://schemas.openxmlformats.org/drawingml/2006/main">
              <a:ext uri="{FF2B5EF4-FFF2-40B4-BE49-F238E27FC236}">
                <a16:creationId xmlns:a16="http://schemas.microsoft.com/office/drawing/2014/main" id="{8AC0B375-92EA-4FC0-A739-881C2DED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matched detection comparison</a:t>
            </a:r>
          </a:p>
        </p:txBody>
      </p:sp>
      <p:sp>
        <p:nvSpPr>
          <p:cNvPr id="126" name="0.15 mg/kg step • 16 taps • 1 s • 1% false al">
            <a:extLst xmlns:a="http://schemas.openxmlformats.org/drawingml/2006/main">
              <a:ext uri="{FF2B5EF4-FFF2-40B4-BE49-F238E27FC236}">
                <a16:creationId xmlns:a16="http://schemas.microsoft.com/office/drawing/2014/main" id="{7D74BCEE-F808-42E9-A42F-C92CDD50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0.15 mg/kg step • 16 taps • 1 s • 1% false alarm per decision</a:t>
            </a:r>
          </a:p>
        </p:txBody>
      </p:sp>
      <p:graphicFrame>
        <p:nvGraphicFramePr>
          <p:cNvPr id="135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93491ca6a64cbd"/>
          </a:graphicData>
        </a:graphic>
      </p:graphicFrame>
      <p:sp>
        <p:nvSpPr>
          <p:cNvPr id="128" name="Detection probability rises from 24.3% to 47.">
            <a:extLst xmlns:a="http://schemas.openxmlformats.org/drawingml/2006/main">
              <a:ext uri="{FF2B5EF4-FFF2-40B4-BE49-F238E27FC236}">
                <a16:creationId xmlns:a16="http://schemas.microsoft.com/office/drawing/2014/main" id="{ADF9B536-9FEC-44D2-9C14-D3B0377E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Detection probability rises from 24.3% to 47.3% under the model</a:t>
            </a:r>
          </a:p>
        </p:txBody>
      </p:sp>
      <p:sp>
        <p:nvSpPr>
          <p:cNvPr id="129" name="1% at 1 Hz means 36 expected flagged windows/">
            <a:extLst xmlns:a="http://schemas.openxmlformats.org/drawingml/2006/main">
              <a:ext uri="{FF2B5EF4-FFF2-40B4-BE49-F238E27FC236}">
                <a16:creationId xmlns:a16="http://schemas.microsoft.com/office/drawing/2014/main" id="{9010C192-B830-4F9D-8203-ED40051E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1% at 1 Hz means 36 expected flagged windows/hour: an alarm policy is still needed</a:t>
            </a:r>
          </a:p>
        </p:txBody>
      </p:sp>
      <p:sp>
        <p:nvSpPr>
          <p:cNvPr id="130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1FA3F154-DF53-42B9-811C-9CCCCC87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1" name="8 / 14">
            <a:extLst xmlns:a="http://schemas.openxmlformats.org/drawingml/2006/main">
              <a:ext uri="{FF2B5EF4-FFF2-40B4-BE49-F238E27FC236}">
                <a16:creationId xmlns:a16="http://schemas.microsoft.com/office/drawing/2014/main" id="{623DE79D-9844-4C83-BBCD-B590787F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8 / 14</a:t>
            </a:r>
          </a:p>
        </p:txBody>
      </p:sp>
    </p:spTree>
    <p:extLst>
      <p:ext uri="{BB962C8B-B14F-4D97-AF65-F5344CB8AC3E}">
        <p14:creationId xmlns:p14="http://schemas.microsoft.com/office/powerpoint/2010/main" val="16456117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2637F03A-A128-47F4-95B0-FD76DEC6D9F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Demo: continuous monitoring">
            <a:extLst xmlns:a="http://schemas.openxmlformats.org/drawingml/2006/main">
              <a:ext uri="{FF2B5EF4-FFF2-40B4-BE49-F238E27FC236}">
                <a16:creationId xmlns:a16="http://schemas.microsoft.com/office/drawing/2014/main" id="{B7D37084-8738-49AE-8A5F-E0F20A82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Demo: continuous monitoring</a:t>
            </a:r>
          </a:p>
        </p:txBody>
      </p:sp>
      <p:sp>
        <p:nvSpPr>
          <p:cNvPr id="126" name="Synthetic unequal arrivals • Shared drift • E">
            <a:extLst xmlns:a="http://schemas.openxmlformats.org/drawingml/2006/main">
              <a:ext uri="{FF2B5EF4-FFF2-40B4-BE49-F238E27FC236}">
                <a16:creationId xmlns:a16="http://schemas.microsoft.com/office/drawing/2014/main" id="{A850E11C-AA36-42AA-8C3E-EB7A055C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Synthetic unequal arrivals • Shared drift • Explicit sensor lag</a:t>
            </a:r>
          </a:p>
        </p:txBody>
      </p:sp>
      <p:graphicFrame>
        <p:nvGraphicFramePr>
          <p:cNvPr id="135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7aee95ac8e4e01"/>
          </a:graphicData>
        </a:graphic>
      </p:graphicFrame>
      <p:sp>
        <p:nvSpPr>
          <p:cNvPr id="128" name="The quantum mean is cleaner; neither method r">
            <a:extLst xmlns:a="http://schemas.openxmlformats.org/drawingml/2006/main">
              <a:ext uri="{FF2B5EF4-FFF2-40B4-BE49-F238E27FC236}">
                <a16:creationId xmlns:a16="http://schemas.microsoft.com/office/drawing/2014/main" id="{894AA8FC-88EC-44FE-80E1-0D05C4FB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The quantum mean is cleaner; neither method removes lag or identifies a chemical</a:t>
            </a:r>
          </a:p>
        </p:txBody>
      </p:sp>
      <p:sp>
        <p:nvSpPr>
          <p:cNvPr id="129" name="Demo: compare truth, filtered response and ob">
            <a:extLst xmlns:a="http://schemas.openxmlformats.org/drawingml/2006/main">
              <a:ext uri="{FF2B5EF4-FFF2-40B4-BE49-F238E27FC236}">
                <a16:creationId xmlns:a16="http://schemas.microsoft.com/office/drawing/2014/main" id="{01E1CF56-4D50-4AE4-BFE7-4A7FE5A0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Demo: compare truth, filtered response and observations in the figure gallery</a:t>
            </a:r>
          </a:p>
        </p:txBody>
      </p:sp>
      <p:sp>
        <p:nvSpPr>
          <p:cNvPr id="130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DD492E52-FD1C-42E1-B165-5D141575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1" name="9 / 14">
            <a:extLst xmlns:a="http://schemas.openxmlformats.org/drawingml/2006/main">
              <a:ext uri="{FF2B5EF4-FFF2-40B4-BE49-F238E27FC236}">
                <a16:creationId xmlns:a16="http://schemas.microsoft.com/office/drawing/2014/main" id="{26C18F50-C201-4673-A2C9-7FA9FC9A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9 / 14</a:t>
            </a:r>
          </a:p>
        </p:txBody>
      </p:sp>
    </p:spTree>
    <p:extLst>
      <p:ext uri="{BB962C8B-B14F-4D97-AF65-F5344CB8AC3E}">
        <p14:creationId xmlns:p14="http://schemas.microsoft.com/office/powerpoint/2010/main" val="16456117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2637F03A-A128-47F4-95B0-FD76DEC6D9F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Measured anchors / design assumptions">
            <a:extLst xmlns:a="http://schemas.openxmlformats.org/drawingml/2006/main">
              <a:ext uri="{FF2B5EF4-FFF2-40B4-BE49-F238E27FC236}">
                <a16:creationId xmlns:a16="http://schemas.microsoft.com/office/drawing/2014/main" id="{C9DE7CF7-F4A8-43B5-8F41-B1C378FF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Measured anchors / design assumptions</a:t>
            </a:r>
          </a:p>
        </p:txBody>
      </p:sp>
      <p:sp>
        <p:nvSpPr>
          <p:cNvPr id="126" name="Sources establish a mechanism; the complete w">
            <a:extLst xmlns:a="http://schemas.openxmlformats.org/drawingml/2006/main">
              <a:ext uri="{FF2B5EF4-FFF2-40B4-BE49-F238E27FC236}">
                <a16:creationId xmlns:a16="http://schemas.microsoft.com/office/drawing/2014/main" id="{703855AF-2984-4D9F-91B8-474A7CA9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Sources establish a mechanism; the complete water device remains unvalidated</a:t>
            </a:r>
          </a:p>
        </p:txBody>
      </p:sp>
      <p:sp>
        <p:nvSpPr>
          <p:cNvPr id="127" name="Measured anchors: NaCl index slope, telecom s">
            <a:extLst xmlns:a="http://schemas.openxmlformats.org/drawingml/2006/main">
              <a:ext uri="{FF2B5EF4-FFF2-40B4-BE49-F238E27FC236}">
                <a16:creationId xmlns:a16="http://schemas.microsoft.com/office/drawing/2014/main" id="{931AA8AE-093B-4FB7-8C4B-4138DBC5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Measured anchors: NaCl index slope, telecom squeezing, fiber attenuation, water dn/dT.</a:t>
            </a:r>
          </a:p>
        </p:txBody>
      </p:sp>
      <p:sp>
        <p:nvSpPr>
          <p:cNvPr id="128" name="Design targets: 10 µm interaction, 10 dB cap,">
            <a:extLst xmlns:a="http://schemas.openxmlformats.org/drawingml/2006/main">
              <a:ext uri="{FF2B5EF4-FFF2-40B4-BE49-F238E27FC236}">
                <a16:creationId xmlns:a16="http://schemas.microsoft.com/office/drawing/2014/main" id="{7016D173-1431-4389-A608-8D2F2A3D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Design targets: 10 µm interaction, 10 dB cap, 1 MHz mode rate, 50 µK residual.</a:t>
            </a:r>
          </a:p>
        </p:txBody>
      </p:sp>
      <p:sp>
        <p:nvSpPr>
          <p:cNvPr id="129" name="Supplied sensing experiment: RF air measureme">
            <a:extLst xmlns:a="http://schemas.openxmlformats.org/drawingml/2006/main">
              <a:ext uri="{FF2B5EF4-FFF2-40B4-BE49-F238E27FC236}">
                <a16:creationId xmlns:a16="http://schemas.microsoft.com/office/drawing/2014/main" id="{5D3FA52C-E8B3-4099-AC5C-4D304C2A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Supplied sensing experiment: RF air measurement, not slow water calibration.</a:t>
            </a:r>
          </a:p>
        </p:txBody>
      </p:sp>
      <p:sp>
        <p:nvSpPr>
          <p:cNvPr id="130" name="Water QML paper: baseline discipline; no QML ">
            <a:extLst xmlns:a="http://schemas.openxmlformats.org/drawingml/2006/main">
              <a:ext uri="{FF2B5EF4-FFF2-40B4-BE49-F238E27FC236}">
                <a16:creationId xmlns:a16="http://schemas.microsoft.com/office/drawing/2014/main" id="{8396FFBB-2497-4B25-9C2A-6FD00C75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Water QML paper: baseline discipline; no QML advantage claimed here.</a:t>
            </a:r>
          </a:p>
        </p:txBody>
      </p:sp>
      <p:sp>
        <p:nvSpPr>
          <p:cNvPr id="131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911D8849-ABC1-4CFF-A0DD-1D09A4CA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2" name="10 / 14">
            <a:extLst xmlns:a="http://schemas.openxmlformats.org/drawingml/2006/main">
              <a:ext uri="{FF2B5EF4-FFF2-40B4-BE49-F238E27FC236}">
                <a16:creationId xmlns:a16="http://schemas.microsoft.com/office/drawing/2014/main" id="{A3FAE828-D36B-44C8-8492-04DF4EA7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</p:spTree>
    <p:extLst>
      <p:ext uri="{BB962C8B-B14F-4D97-AF65-F5344CB8AC3E}">
        <p14:creationId xmlns:p14="http://schemas.microsoft.com/office/powerpoint/2010/main" val="16456117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2637F03A-A128-47F4-95B0-FD76DEC6D9F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Business sustainability and scalability">
            <a:extLst xmlns:a="http://schemas.openxmlformats.org/drawingml/2006/main">
              <a:ext uri="{FF2B5EF4-FFF2-40B4-BE49-F238E27FC236}">
                <a16:creationId xmlns:a16="http://schemas.microsoft.com/office/drawing/2014/main" id="{5E0E5C88-7044-4CE2-8267-0FAA2B2E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Business sustainability and scalability</a:t>
            </a:r>
          </a:p>
        </p:txBody>
      </p:sp>
      <p:sp>
        <p:nvSpPr>
          <p:cNvPr id="126" name="Start with a controlled plant laboratory">
            <a:extLst xmlns:a="http://schemas.openxmlformats.org/drawingml/2006/main">
              <a:ext uri="{FF2B5EF4-FFF2-40B4-BE49-F238E27FC236}">
                <a16:creationId xmlns:a16="http://schemas.microsoft.com/office/drawing/2014/main" id="{81B8E75B-1A97-4A41-B242-DF31CB10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Start with a controlled plant laboratory</a:t>
            </a:r>
          </a:p>
        </p:txBody>
      </p:sp>
      <p:sp>
        <p:nvSpPr>
          <p:cNvPr id="127" name="Alternative: conventional conductivity or a s">
            <a:extLst xmlns:a="http://schemas.openxmlformats.org/drawingml/2006/main">
              <a:ext uri="{FF2B5EF4-FFF2-40B4-BE49-F238E27FC236}">
                <a16:creationId xmlns:a16="http://schemas.microsoft.com/office/drawing/2014/main" id="{E8BC5A4C-6C10-42BD-AE01-1AB31553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Alternative: conventional conductivity or a stronger coherent optical probe.</a:t>
            </a:r>
          </a:p>
        </p:txBody>
      </p:sp>
      <p:sp>
        <p:nvSpPr>
          <p:cNvPr id="128" name="Possible path: a paid research pilot, then a ">
            <a:extLst xmlns:a="http://schemas.openxmlformats.org/drawingml/2006/main">
              <a:ext uri="{FF2B5EF4-FFF2-40B4-BE49-F238E27FC236}">
                <a16:creationId xmlns:a16="http://schemas.microsoft.com/office/drawing/2014/main" id="{532FA1DE-8057-42A3-BCBB-9002DDF2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Possible path: a paid research pilot, then a calibrated monitoring module.</a:t>
            </a:r>
          </a:p>
        </p:txBody>
      </p:sp>
      <p:sp>
        <p:nvSpPr>
          <p:cNvPr id="129" name="Scale only after surveyed routes, measured dr">
            <a:extLst xmlns:a="http://schemas.openxmlformats.org/drawingml/2006/main">
              <a:ext uri="{FF2B5EF4-FFF2-40B4-BE49-F238E27FC236}">
                <a16:creationId xmlns:a16="http://schemas.microsoft.com/office/drawing/2014/main" id="{563616D7-3B73-46A1-99D8-9D8F8A70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Scale only after surveyed routes, measured drift and useful detection justify cost.</a:t>
            </a:r>
          </a:p>
        </p:txBody>
      </p:sp>
      <p:sp>
        <p:nvSpPr>
          <p:cNvPr id="130" name="No verified customer, pricing, partner commit">
            <a:extLst xmlns:a="http://schemas.openxmlformats.org/drawingml/2006/main">
              <a:ext uri="{FF2B5EF4-FFF2-40B4-BE49-F238E27FC236}">
                <a16:creationId xmlns:a16="http://schemas.microsoft.com/office/drawing/2014/main" id="{206E0F38-8517-4ED2-BAA8-1A0A852C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No verified customer, pricing, partner commitment or net energy saving yet.</a:t>
            </a:r>
          </a:p>
        </p:txBody>
      </p:sp>
      <p:sp>
        <p:nvSpPr>
          <p:cNvPr id="131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BECD0B1C-E09B-4CDF-A483-E66EA6AD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2" name="11 / 14">
            <a:extLst xmlns:a="http://schemas.openxmlformats.org/drawingml/2006/main">
              <a:ext uri="{FF2B5EF4-FFF2-40B4-BE49-F238E27FC236}">
                <a16:creationId xmlns:a16="http://schemas.microsoft.com/office/drawing/2014/main" id="{F7AE3579-4E9C-4740-930E-2CED713F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</p:spTree>
    <p:extLst>
      <p:ext uri="{BB962C8B-B14F-4D97-AF65-F5344CB8AC3E}">
        <p14:creationId xmlns:p14="http://schemas.microsoft.com/office/powerpoint/2010/main" val="16456117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2637F03A-A128-47F4-95B0-FD76DEC6D9F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Next steps and decision gates">
            <a:extLst xmlns:a="http://schemas.openxmlformats.org/drawingml/2006/main">
              <a:ext uri="{FF2B5EF4-FFF2-40B4-BE49-F238E27FC236}">
                <a16:creationId xmlns:a16="http://schemas.microsoft.com/office/drawing/2014/main" id="{B11BC11D-7142-4550-96E2-8D82875C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 steps and decision gates</a:t>
            </a:r>
          </a:p>
        </p:txBody>
      </p:sp>
      <p:sp>
        <p:nvSpPr>
          <p:cNvPr id="126" name="A measured advantage must survive practical a">
            <a:extLst xmlns:a="http://schemas.openxmlformats.org/drawingml/2006/main">
              <a:ext uri="{FF2B5EF4-FFF2-40B4-BE49-F238E27FC236}">
                <a16:creationId xmlns:a16="http://schemas.microsoft.com/office/drawing/2014/main" id="{87C6FB98-AAE5-45BF-9793-24934EEF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A measured advantage must survive practical alternatives</a:t>
            </a:r>
          </a:p>
        </p:txBody>
      </p:sp>
      <p:sp>
        <p:nvSpPr>
          <p:cNvPr id="127" name="1  Calibrate one water cell: slope, bias, tem">
            <a:extLst xmlns:a="http://schemas.openxmlformats.org/drawingml/2006/main">
              <a:ext uri="{FF2B5EF4-FFF2-40B4-BE49-F238E27FC236}">
                <a16:creationId xmlns:a16="http://schemas.microsoft.com/office/drawing/2014/main" id="{322ADD93-0E9E-4FB3-A214-25AAA0E6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  Calibrate one water cell: slope, bias, temperature response and transmission.</a:t>
            </a:r>
          </a:p>
        </p:txBody>
      </p:sp>
      <p:sp>
        <p:nvSpPr>
          <p:cNvPr id="128" name="2  Test four taps with blind salt changes and">
            <a:extLst xmlns:a="http://schemas.openxmlformats.org/drawingml/2006/main">
              <a:ext uri="{FF2B5EF4-FFF2-40B4-BE49-F238E27FC236}">
                <a16:creationId xmlns:a16="http://schemas.microsoft.com/office/drawing/2014/main" id="{04BBC5E8-0728-44ED-9AEB-2ED42CCA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  Test four taps with blind salt changes and matched coherent/squeezed budgets.</a:t>
            </a:r>
          </a:p>
        </p:txBody>
      </p:sp>
      <p:sp>
        <p:nvSpPr>
          <p:cNvPr id="129" name="3  Measure full energy, false alarms and dete">
            <a:extLst xmlns:a="http://schemas.openxmlformats.org/drawingml/2006/main">
              <a:ext uri="{FF2B5EF4-FFF2-40B4-BE49-F238E27FC236}">
                <a16:creationId xmlns:a16="http://schemas.microsoft.com/office/drawing/2014/main" id="{7CE79C6E-A061-4BFD-97D7-874AE80C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  Measure full energy, false alarms and detection delay before a 16-tap pilot.</a:t>
            </a:r>
          </a:p>
        </p:txBody>
      </p:sp>
      <p:sp>
        <p:nvSpPr>
          <p:cNvPr id="130" name="Proceed only if useful detection improves und">
            <a:extLst xmlns:a="http://schemas.openxmlformats.org/drawingml/2006/main">
              <a:ext uri="{FF2B5EF4-FFF2-40B4-BE49-F238E27FC236}">
                <a16:creationId xmlns:a16="http://schemas.microsoft.com/office/drawing/2014/main" id="{6EE4C458-6BD9-4C0B-A2CA-FD37BC0C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Proceed only if useful detection improves under an operator-relevant constraint.</a:t>
            </a:r>
          </a:p>
        </p:txBody>
      </p:sp>
      <p:sp>
        <p:nvSpPr>
          <p:cNvPr id="131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A213D395-A5D3-4EFB-B708-C516FEC1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2" name="12 / 14">
            <a:extLst xmlns:a="http://schemas.openxmlformats.org/drawingml/2006/main">
              <a:ext uri="{FF2B5EF4-FFF2-40B4-BE49-F238E27FC236}">
                <a16:creationId xmlns:a16="http://schemas.microsoft.com/office/drawing/2014/main" id="{249E97D6-3210-4F8C-84ED-64FBE7EC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</p:spTree>
    <p:extLst>
      <p:ext uri="{BB962C8B-B14F-4D97-AF65-F5344CB8AC3E}">
        <p14:creationId xmlns:p14="http://schemas.microsoft.com/office/powerpoint/2010/main" val="16456117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2637F03A-A128-47F4-95B0-FD76DEC6D9F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Three measurable claims">
            <a:extLst xmlns:a="http://schemas.openxmlformats.org/drawingml/2006/main">
              <a:ext uri="{FF2B5EF4-FFF2-40B4-BE49-F238E27FC236}">
                <a16:creationId xmlns:a16="http://schemas.microsoft.com/office/drawing/2014/main" id="{204EFE18-2C02-450E-BE3A-BAB8D1B2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measurable claims</a:t>
            </a:r>
          </a:p>
        </p:txBody>
      </p:sp>
      <p:sp>
        <p:nvSpPr>
          <p:cNvPr id="126" name="Simulation evidence today • Operational outco">
            <a:extLst xmlns:a="http://schemas.openxmlformats.org/drawingml/2006/main">
              <a:ext uri="{FF2B5EF4-FFF2-40B4-BE49-F238E27FC236}">
                <a16:creationId xmlns:a16="http://schemas.microsoft.com/office/drawing/2014/main" id="{96AE92AE-8DB3-42ED-AF82-0D1B3393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Simulation evidence today • Operational outcomes to measure next</a:t>
            </a:r>
          </a:p>
        </p:txBody>
      </p:sp>
      <p:sp>
        <p:nvSpPr>
          <p:cNvPr id="127" name="Estimation: 27.92% lower total RMSE at matche">
            <a:extLst xmlns:a="http://schemas.openxmlformats.org/drawingml/2006/main">
              <a:ext uri="{FF2B5EF4-FFF2-40B4-BE49-F238E27FC236}">
                <a16:creationId xmlns:a16="http://schemas.microsoft.com/office/drawing/2014/main" id="{F37D9C51-DE98-4B9F-B28F-A2296C8C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Estimation: 27.92% lower total RMSE at matched launched probe photons.</a:t>
            </a:r>
          </a:p>
        </p:txBody>
      </p:sp>
      <p:sp>
        <p:nvSpPr>
          <p:cNvPr id="128" name="Water monitoring: 24.3% → 47.3% detection of ">
            <a:extLst xmlns:a="http://schemas.openxmlformats.org/drawingml/2006/main">
              <a:ext uri="{FF2B5EF4-FFF2-40B4-BE49-F238E27FC236}">
                <a16:creationId xmlns:a16="http://schemas.microsoft.com/office/drawing/2014/main" id="{E21BDA42-6BD8-4A56-8339-45803F45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Water monitoring: 24.3% → 47.3% detection of the specified salt-proxy step.</a:t>
            </a:r>
          </a:p>
        </p:txBody>
      </p:sp>
      <p:sp>
        <p:nvSpPr>
          <p:cNvPr id="129" name="Resource use: 160 nJ probe energy per pilot w">
            <a:extLst xmlns:a="http://schemas.openxmlformats.org/drawingml/2006/main">
              <a:ext uri="{FF2B5EF4-FFF2-40B4-BE49-F238E27FC236}">
                <a16:creationId xmlns:a16="http://schemas.microsoft.com/office/drawing/2014/main" id="{DA99B2BA-369D-4300-9D30-3CD47A9A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Resource use: 160 nJ probe energy per pilot window for both strategies.</a:t>
            </a:r>
          </a:p>
        </p:txBody>
      </p:sp>
      <p:sp>
        <p:nvSpPr>
          <p:cNvPr id="130" name="Liters saved, wall-plug energy and field adva">
            <a:extLst xmlns:a="http://schemas.openxmlformats.org/drawingml/2006/main">
              <a:ext uri="{FF2B5EF4-FFF2-40B4-BE49-F238E27FC236}">
                <a16:creationId xmlns:a16="http://schemas.microsoft.com/office/drawing/2014/main" id="{1735EE5A-5656-4B37-B2D4-D122B087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Liters saved, wall-plug energy and field advantage remain unmeasured.</a:t>
            </a:r>
          </a:p>
        </p:txBody>
      </p:sp>
      <p:sp>
        <p:nvSpPr>
          <p:cNvPr id="131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2D7BD3B0-2376-4EC9-88D3-2B8A4F21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2" name="13 / 14">
            <a:extLst xmlns:a="http://schemas.openxmlformats.org/drawingml/2006/main">
              <a:ext uri="{FF2B5EF4-FFF2-40B4-BE49-F238E27FC236}">
                <a16:creationId xmlns:a16="http://schemas.microsoft.com/office/drawing/2014/main" id="{950C91D7-041C-45F7-B5E8-CF77B0BD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</p:spTree>
    <p:extLst>
      <p:ext uri="{BB962C8B-B14F-4D97-AF65-F5344CB8AC3E}">
        <p14:creationId xmlns:p14="http://schemas.microsoft.com/office/powerpoint/2010/main" val="16456117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2637F03A-A128-47F4-95B0-FD76DEC6D9F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Evidence and judge questions">
            <a:extLst xmlns:a="http://schemas.openxmlformats.org/drawingml/2006/main">
              <a:ext uri="{FF2B5EF4-FFF2-40B4-BE49-F238E27FC236}">
                <a16:creationId xmlns:a16="http://schemas.microsoft.com/office/drawing/2014/main" id="{B7C204D9-D311-47D4-B308-AAA40022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and judge questions</a:t>
            </a:r>
          </a:p>
        </p:txBody>
      </p:sp>
      <p:sp>
        <p:nvSpPr>
          <p:cNvPr id="126" name="Appendix • Full derivation, ten experiments a">
            <a:extLst xmlns:a="http://schemas.openxmlformats.org/drawingml/2006/main">
              <a:ext uri="{FF2B5EF4-FFF2-40B4-BE49-F238E27FC236}">
                <a16:creationId xmlns:a16="http://schemas.microsoft.com/office/drawing/2014/main" id="{04BA0C54-9FB7-475D-9C76-A79050F0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Appendix • Full derivation, ten experiments and source register in the report</a:t>
            </a:r>
          </a:p>
        </p:txBody>
      </p:sp>
      <p:sp>
        <p:nvSpPr>
          <p:cNvPr id="127" name="Why quantum? Correlated readouts improve the ">
            <a:extLst xmlns:a="http://schemas.openxmlformats.org/drawingml/2006/main">
              <a:ext uri="{FF2B5EF4-FFF2-40B4-BE49-F238E27FC236}">
                <a16:creationId xmlns:a16="http://schemas.microsoft.com/office/drawing/2014/main" id="{B7A75A44-7831-4CD6-BEA6-F4813F8D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Why quantum? Correlated readouts improve the specified mean under a dose budget.</a:t>
            </a:r>
          </a:p>
        </p:txBody>
      </p:sp>
      <p:sp>
        <p:nvSpPr>
          <p:cNvPr id="128" name="Why not more classical light? It is a serious">
            <a:extLst xmlns:a="http://schemas.openxmlformats.org/drawingml/2006/main">
              <a:ext uri="{FF2B5EF4-FFF2-40B4-BE49-F238E27FC236}">
                <a16:creationId xmlns:a16="http://schemas.microsoft.com/office/drawing/2014/main" id="{0D9406D4-3B8B-4D1E-84C3-2CB85169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Why not more classical light? It is a serious alternative, included in the sweep.</a:t>
            </a:r>
          </a:p>
        </p:txBody>
      </p:sp>
      <p:sp>
        <p:nvSpPr>
          <p:cNvPr id="129" name="What is proven? Internal model checks; no har">
            <a:extLst xmlns:a="http://schemas.openxmlformats.org/drawingml/2006/main">
              <a:ext uri="{FF2B5EF4-FFF2-40B4-BE49-F238E27FC236}">
                <a16:creationId xmlns:a16="http://schemas.microsoft.com/office/drawing/2014/main" id="{371B1394-7772-4A07-ABC9-363E28C5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is proven? Internal model checks; no hardware or field claim.</a:t>
            </a:r>
          </a:p>
        </p:txBody>
      </p:sp>
      <p:sp>
        <p:nvSpPr>
          <p:cNvPr id="130" name="What is missing? Chemical specificity, low-fr">
            <a:extLst xmlns:a="http://schemas.openxmlformats.org/drawingml/2006/main">
              <a:ext uri="{FF2B5EF4-FFF2-40B4-BE49-F238E27FC236}">
                <a16:creationId xmlns:a16="http://schemas.microsoft.com/office/drawing/2014/main" id="{B1ED4BDB-159D-4497-93FD-EFF5AB7E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What is missing? Chemical specificity, low-frequency stability, total cost and energy.</a:t>
            </a:r>
          </a:p>
        </p:txBody>
      </p:sp>
      <p:sp>
        <p:nvSpPr>
          <p:cNvPr id="131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A0989D2E-FD09-4757-B72D-C3147E51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2" name="14 / 14">
            <a:extLst xmlns:a="http://schemas.openxmlformats.org/drawingml/2006/main">
              <a:ext uri="{FF2B5EF4-FFF2-40B4-BE49-F238E27FC236}">
                <a16:creationId xmlns:a16="http://schemas.microsoft.com/office/drawing/2014/main" id="{07C17A7D-C66D-45D6-93B2-39D27017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</p:spTree>
    <p:extLst>
      <p:ext uri="{BB962C8B-B14F-4D97-AF65-F5344CB8AC3E}">
        <p14:creationId xmlns:p14="http://schemas.microsoft.com/office/powerpoint/2010/main" val="1645611789"/>
      </p:ext>
    </p:extLst>
  </p:cSld>
</p:sld>
</file>

<file path=ppt/theme/theme1.xml><?xml version="1.0" encoding="utf-8"?>
<a:theme xmlns:a="http://schemas.openxmlformats.org/drawingml/2006/main" name="NYUAD Hackathon">
  <a:themeElements>
    <a:clrScheme name="Burea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2026-10-06T16:37:15.8370000Z</dcterms:created>
  <dcterms:modified xsi:type="dcterms:W3CDTF">2026-10-06T16:37:15.8370000Z</dcterms:modified>
</coreProperties>
</file>