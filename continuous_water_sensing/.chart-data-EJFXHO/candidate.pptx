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b3573e6bcd4168" /><Relationship Type="http://schemas.openxmlformats.org/officeDocument/2006/relationships/extended-properties" Target="/docProps/app.xml" Id="Rce0a3a6a63874ad7" /><Relationship Type="http://schemas.openxmlformats.org/officeDocument/2006/relationships/officeDocument" Target="/ppt/presentation.xml" Id="R6e294ffedb8641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c4aa3ef31e4c21"/>
  </p:sldMasterIdLst>
  <p:notesMasterIdLst>
    <p:notesMasterId xmlns:r="http://schemas.openxmlformats.org/officeDocument/2006/relationships" r:id="R73b07af086934a52"/>
  </p:notesMasterIdLst>
  <p:sldIdLst>
    <p:sldId xmlns:r="http://schemas.openxmlformats.org/officeDocument/2006/relationships" id="256" r:id="Rde940419abfd4d76"/>
    <p:sldId xmlns:r="http://schemas.openxmlformats.org/officeDocument/2006/relationships" id="257" r:id="Re31f12d478dd4fff"/>
    <p:sldId xmlns:r="http://schemas.openxmlformats.org/officeDocument/2006/relationships" id="258" r:id="R9a304718d69743e9"/>
    <p:sldId xmlns:r="http://schemas.openxmlformats.org/officeDocument/2006/relationships" id="259" r:id="Rf52e69f3e7b24e44"/>
    <p:sldId xmlns:r="http://schemas.openxmlformats.org/officeDocument/2006/relationships" id="260" r:id="Re203c4e7026942e8"/>
    <p:sldId xmlns:r="http://schemas.openxmlformats.org/officeDocument/2006/relationships" id="261" r:id="Raf2c625344ff4a83"/>
    <p:sldId xmlns:r="http://schemas.openxmlformats.org/officeDocument/2006/relationships" id="262" r:id="R643895368c5f49bf"/>
    <p:sldId xmlns:r="http://schemas.openxmlformats.org/officeDocument/2006/relationships" id="263" r:id="Rb82c75bddfae4fe1"/>
    <p:sldId xmlns:r="http://schemas.openxmlformats.org/officeDocument/2006/relationships" id="264" r:id="Rf15c4b270ef84c08"/>
    <p:sldId xmlns:r="http://schemas.openxmlformats.org/officeDocument/2006/relationships" id="265" r:id="R8e31a0ea0f5643c1"/>
    <p:sldId xmlns:r="http://schemas.openxmlformats.org/officeDocument/2006/relationships" id="266" r:id="R380955fc86134622"/>
    <p:sldId xmlns:r="http://schemas.openxmlformats.org/officeDocument/2006/relationships" id="267" r:id="R2e14489c73db4788"/>
    <p:sldId xmlns:r="http://schemas.openxmlformats.org/officeDocument/2006/relationships" id="268" r:id="R84e7121fda374ed6"/>
    <p:sldId xmlns:r="http://schemas.openxmlformats.org/officeDocument/2006/relationships" id="269" r:id="Re8b8dbdc5be74908"/>
    <p:sldId xmlns:r="http://schemas.openxmlformats.org/officeDocument/2006/relationships" id="270" r:id="Re10d2b3dc8dd49fa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52cbc96abe4206" /><Relationship Type="http://schemas.openxmlformats.org/officeDocument/2006/relationships/slideMaster" Target="/ppt/slideMasters/slideMaster1.xml" Id="Rf0c4aa3ef31e4c21" /><Relationship Type="http://schemas.openxmlformats.org/officeDocument/2006/relationships/notesMaster" Target="/ppt/notesMasters/notesMaster1.xml" Id="R73b07af086934a52" /><Relationship Type="http://schemas.openxmlformats.org/officeDocument/2006/relationships/presProps" Target="/ppt/presProps.xml" Id="R734319e9f26c46e3" /><Relationship Type="http://schemas.openxmlformats.org/officeDocument/2006/relationships/tableStyles" Target="/ppt/tableStyles.xml" Id="R75d2fc5345314f73" /><Relationship Type="http://schemas.openxmlformats.org/officeDocument/2006/relationships/slide" Target="/ppt/slides/slide1.xml" Id="Rde940419abfd4d76" /><Relationship Type="http://schemas.openxmlformats.org/officeDocument/2006/relationships/slide" Target="/ppt/slides/slide2.xml" Id="Re31f12d478dd4fff" /><Relationship Type="http://schemas.openxmlformats.org/officeDocument/2006/relationships/slide" Target="/ppt/slides/slide3.xml" Id="R9a304718d69743e9" /><Relationship Type="http://schemas.openxmlformats.org/officeDocument/2006/relationships/slide" Target="/ppt/slides/slide4.xml" Id="Rf52e69f3e7b24e44" /><Relationship Type="http://schemas.openxmlformats.org/officeDocument/2006/relationships/slide" Target="/ppt/slides/slide5.xml" Id="Re203c4e7026942e8" /><Relationship Type="http://schemas.openxmlformats.org/officeDocument/2006/relationships/slide" Target="/ppt/slides/slide6.xml" Id="Raf2c625344ff4a83" /><Relationship Type="http://schemas.openxmlformats.org/officeDocument/2006/relationships/slide" Target="/ppt/slides/slide7.xml" Id="R643895368c5f49bf" /><Relationship Type="http://schemas.openxmlformats.org/officeDocument/2006/relationships/slide" Target="/ppt/slides/slide8.xml" Id="Rb82c75bddfae4fe1" /><Relationship Type="http://schemas.openxmlformats.org/officeDocument/2006/relationships/slide" Target="/ppt/slides/slide9.xml" Id="Rf15c4b270ef84c08" /><Relationship Type="http://schemas.openxmlformats.org/officeDocument/2006/relationships/slide" Target="/ppt/slides/slide10.xml" Id="R8e31a0ea0f5643c1" /><Relationship Type="http://schemas.openxmlformats.org/officeDocument/2006/relationships/slide" Target="/ppt/slides/slide11.xml" Id="R380955fc86134622" /><Relationship Type="http://schemas.openxmlformats.org/officeDocument/2006/relationships/slide" Target="/ppt/slides/slide12.xml" Id="R2e14489c73db4788" /><Relationship Type="http://schemas.openxmlformats.org/officeDocument/2006/relationships/slide" Target="/ppt/slides/slide13.xml" Id="R84e7121fda374ed6" /><Relationship Type="http://schemas.openxmlformats.org/officeDocument/2006/relationships/slide" Target="/ppt/slides/slide14.xml" Id="Re8b8dbdc5be74908" /><Relationship Type="http://schemas.openxmlformats.org/officeDocument/2006/relationships/slide" Target="/ppt/slides/slide15.xml" Id="Re10d2b3dc8dd49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9c94de860e42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NYUAD Hackathon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bc2c05033b487b" /><Relationship Type="http://schemas.openxmlformats.org/officeDocument/2006/relationships/notesMaster" Target="/ppt/notesMasters/notesMaster1.xml" Id="R42d7de32f05f4f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2c7b9cb6ce4265" /><Relationship Type="http://schemas.openxmlformats.org/officeDocument/2006/relationships/notesMaster" Target="/ppt/notesMasters/notesMaster1.xml" Id="Re74691d8b7d64f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673573f62f41d1" /><Relationship Type="http://schemas.openxmlformats.org/officeDocument/2006/relationships/notesMaster" Target="/ppt/notesMasters/notesMaster1.xml" Id="Ra11bff5903fc4a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5a77bcd6f348ac" /><Relationship Type="http://schemas.openxmlformats.org/officeDocument/2006/relationships/notesMaster" Target="/ppt/notesMasters/notesMaster1.xml" Id="R2e3963b73fc84b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1ece5ad3e2467c" /><Relationship Type="http://schemas.openxmlformats.org/officeDocument/2006/relationships/notesMaster" Target="/ppt/notesMasters/notesMaster1.xml" Id="R79afa1a77d694e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7f39ac57fb4571" /><Relationship Type="http://schemas.openxmlformats.org/officeDocument/2006/relationships/notesMaster" Target="/ppt/notesMasters/notesMaster1.xml" Id="R429bba18f34344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a7d8efde63477a" /><Relationship Type="http://schemas.openxmlformats.org/officeDocument/2006/relationships/notesMaster" Target="/ppt/notesMasters/notesMaster1.xml" Id="R0568ec7f51ae4b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5b964ed18b4069" /><Relationship Type="http://schemas.openxmlformats.org/officeDocument/2006/relationships/notesMaster" Target="/ppt/notesMasters/notesMaster1.xml" Id="R89a0f0294b1047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b74cb0ffe444a3" /><Relationship Type="http://schemas.openxmlformats.org/officeDocument/2006/relationships/notesMaster" Target="/ppt/notesMasters/notesMaster1.xml" Id="R43937d52166647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1ec825b99f4ebc" /><Relationship Type="http://schemas.openxmlformats.org/officeDocument/2006/relationships/notesMaster" Target="/ppt/notesMasters/notesMaster1.xml" Id="Redee2e2e8bd841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0708d92c3348c9" /><Relationship Type="http://schemas.openxmlformats.org/officeDocument/2006/relationships/notesMaster" Target="/ppt/notesMasters/notesMaster1.xml" Id="R656381a122a546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d2d26a45b84cdf" /><Relationship Type="http://schemas.openxmlformats.org/officeDocument/2006/relationships/notesMaster" Target="/ppt/notesMasters/notesMaster1.xml" Id="Rd2d02d56b34547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427c2956c54527" /><Relationship Type="http://schemas.openxmlformats.org/officeDocument/2006/relationships/notesMaster" Target="/ppt/notesMasters/notesMaster1.xml" Id="R62742ea2895e47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8c9effdf35442c" /><Relationship Type="http://schemas.openxmlformats.org/officeDocument/2006/relationships/notesMaster" Target="/ppt/notesMasters/notesMaster1.xml" Id="R1594a947e77546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2e2b4372364544" /><Relationship Type="http://schemas.openxmlformats.org/officeDocument/2006/relationships/notesMaster" Target="/ppt/notesMasters/notesMaster1.xml" Id="R7f780888106b4f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Working team name confirmed by user. Final Arabic/English name, confirmed student/mentor roster with affiliations and contact details, team photo and team logo remain to be supplied. No identity or affiliation is invented. Result is 27.92% total RMSE reduction against coherent probes, at 10 nW/node, 1 s and assumed 50 µK common temperature residual. Source: results/summary.json. The supplied template says its presentation/demo guidance is for the in-person event; October ideation has no presentation. This deck is prepared for reuse and discussion.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 SDG Report 2025, Goal 6: https://unstats.un.org/sdgs/report/2025/Goal-06/ reports approximately two million measurements used for reporting, 60,000 from poorest regions. These are monitoring data, not all worldwide measurements. WHO 2023 fact sheet, 2022 data: https://www.who.int/news-room/fact-sheets/detail/drinking-water . EPA online monitoring: https://www.epa.gov/waterresilience/online-water-quality-monitoring-resources . These sources establish importance and monitoring use cases, not a quantum bottleneck or salt-based pathogen detection. Operator need for this dose and sensitivity is an assumption. 16 taps is a design assumption: four binary splitter stages and Ns=1.6 below the 2.025 photons/mode cap. Not optimal or deployment-derived. Guo et al. demonstrated four nodes: https://arxiv.org/abs/1905.09408 . Start with one/four measured taps. 100 m links, 10 nW/tap and 50 microkelvin residual are assumptions. Our contribution integrates existing CV theory with a NaCl proxy, losses, technical noise and decision analysis. No research-priority claim. docs/DESIGN_DECISIONS.md.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Implementation evidence: src/model.py, src/run.py, src/validate.py, src/practical_comparisons.py and requirements.txt. Local Python 3.12.14 CPU execution. NumPy 2.3.5 arrays, covariance, seeded Gaussian draws; SciPy 1.18.1 constants and normal CDF, root solve in comparison helper; pandas 2.2.3 CSV processing; Matplotlib 3.11.2 PNG/SVG figures. Python unittest runs 13 internal model checks. Inputs: config/default.json and data/site_geometry.csv. Chemical concentrations in the trace are synthetic; coordinates only from supplied USGS-labelled file. Compute phase slope, loss, covariance, w^T Sigma w, add thermal/calibration variance, then threshold tests. Most RMSE curves are analytic. Monte Carlo: 100,000 null and alternative draws per strategy. A separate synthetic OU time trace has response lag. Seed 2601006. Outputs: results/summary.json, CSV, feasibility.npz, ten figures. Run bash src/reproduce.sh in project root with prepared .venv. No quantum SDK, circuit execution, ML training or quantum hardware. JavaScript/Node artifact-tool creates PPTX; Python creates offline HTML; Playwright prints PDF. Authoring tools are separate from the scientific simulator. Details: docs/SIMULATION.md.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Implementation evidence: src/model.py, src/run.py, src/validate.py, src/practical_comparisons.py and requirements.txt. Local Python 3.12.14 CPU execution. NumPy 2.3.5 arrays, covariance, seeded Gaussian draws; SciPy 1.18.1 constants and normal CDF, root solve in comparison helper; pandas 2.2.3 CSV processing; Matplotlib 3.11.2 PNG/SVG figures. Python unittest runs 13 internal model checks. Inputs: config/default.json and data/site_geometry.csv. Chemical concentrations in the trace are synthetic; coordinates only from supplied USGS-labelled file. Compute phase slope, loss, covariance, w^T Sigma w, add thermal/calibration variance, then threshold tests. Most RMSE curves are analytic. Monte Carlo: 100,000 null and alternative draws per strategy. A separate synthetic OU time trace has response lag. Seed 2601006. Outputs: results/summary.json, CSV, feasibility.npz, ten figures. Run bash src/reproduce.sh in project root with prepared .venv. No quantum SDK, circuit execution, ML training or quantum hardware. JavaScript/Node artifact-tool creates PPTX; Python creates offline HTML; Playwright prints PDF. Authoring tools are separate from the scientific simulator. Details: docs/SIMULATION.md. 16 taps is a design assumption: four binary splitter stages and Ns=1.6 below the 2.025 photons/mode cap. Not optimal or deployment-derived. Guo et al. demonstrated four nodes: https://arxiv.org/abs/1905.09408 . Start with one/four measured taps. 100 m links, 10 nW/tap and 50 microkelvin residual are assumptions. Our contribution integrates existing CV theory with a NaCl proxy, losses, technical noise and decision analysis. No research-priority claim. docs/DESIGN_DECISIONS.md.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Quantum justification: 20%. This is a prediction for a proposed controlled instrument, not a measured water sensor. Optical RMSE .079619 vs .047583; total precision gain 1.387×. The ambitious common temperature residual is an engineering assumption. Probe photon accounting includes squeezed photons deducted from carrier power, but excludes pump and local oscillator energy.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results/summary.json pilot16. No measured-field accuracy claim. Common residual 50 microkelvin is an ambitious compensated bench target.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Fit uses M=33–64. Total squeezing Ns=.1M grows with M; fixed per-node carrier power also grows total probe energy. Ideal panel removes loss, phase jitter, technical errors and the 10 dB cap. It is not a forecast of field scaling. See figures/05_resource_accounting.png for fixed-total budgets and docs/MODEL.md. Consistent with qualified CV theory; no independent experimental proof.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Computed by src/model.py and results/summary.json. Per-node squeezed budget 0.1 photon/mode, total Ns=0.1 M; equal launched bright-plus-squeezed photon budgets. S4 asymptotic displacement model.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geometry is USGS-labelled input from the draft; no independent provenance or available fiber is established. Nearest 64 unique coordinates to assumed LA hub 34.05,-118.24; lengths 1.3×great-circle distances. Straight distances 3.5245–16.6434 km, mean routed length16.3847km. Fiber anchor .18dB/km, Corning AN2008. Changing M changes the sampled population. Coherent allocation F_i proportional to 1/sqrt(eta_i), relaxing individual power cap at fixed total photons. Source Ns capped2.025 photons/mode.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data/site_geometry.csv derives coordinates only from draft. 8889 records reduce to 7704 coordinate pairs; nearest64 selected. As M changes, sampled population changes, so this is not a sensor-reduction claim for one fixed spatial target.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Water thermo-optic anchor https://opg.optica.org/abstract.cfm?uri=sensors-2012-STu1F.3 . At the NaCl slope, 1mK appears as .916mg/kg. 50µK controlled and10mK stress residuals are assumptions; neither is a manufacturer Gaussian noise claim. OU correlation60s. YSI temperature accuracy±.01C is contextual, not statistical conversion. Power sweep1nW–70µW in Figure10 independently tests a stronger classical alternative.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S10 reports dn/dT≈−1.485e−4 RIU/K at1550nm. The exact coefficient depends on temperature/composition. 0.05 mK and10 mK are assumed stochastic residuals, not manufacturer statistical specifications. Derived same-model comparison: results/practical_comparisons.json.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Analytic Gaussian ROC validated by100000 null and100000 alternative independent draws per strategy. This is marginal repeated-experiment validation, not an operational sequential detector. Temperature correlations, non-Gaussian tails and response lag require time-series validation. No regulatory threshold or guaranteed detection is implied. Measurable SDG6-related monitoring proxy, not measured environmental impact.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results/detection.csv. Independent Monte Carlo marginal windows, not independent samples of the OU trace. Assumes Gaussian moments including squeeze-angle jitter. Decision threshold is not regulatory. Bonferroni alpha=0.05/3600 bounds hourly familywise false-alarm probability at5% without independence.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Offline demo: open figures/index.html and Figure07. Explain 16 different arrivals90–135s, mean amplitude.35mg/kg with±25% variation, rise25s, response10s,1s sampling. Shared thermal and calibration realization for both methods. Show Figure08 to change the discussion to loss/temperature limits, then Figure10 to challenge the low-power premise. No live hardware is represented. Stationary RMSE excludes transient lag bias.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results/time_trace.csv. Synthetic changes, not observed water data. Independent optical noise, common OU realization, seed2601006. Optical noise advantage concerns the aggregate; local contrasts do not receive the same benefit.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NaCl: Saunders https://doi.org/10.1364/AO.55.000947 ; squeezing Mehmet https://arxiv.org/abs/1110.3737 ; fiber https://www.corning.com/media/worldwide/coc/documents/Fiber/application-notes/AN2008.pdf ; thermo-optic Kim https://opg.optica.org/abstract.cfm?uri=sensors-2012-STu1F.3 . Supplied Dowran https://doi.org/10.1364/OPTICA.5.000628 reports795nm199kHz air sensitivities8.6/6.8/5.5e-10RIU/sqrtHz; not transferable to1s1550nm water. Supplied Pooser/Lawrie PDF is supporting information of a separate paper. QML https://doi.org/10.3390/quantum8030060 ; matched RBF remains strong. Complete sources and each config parameter in docs/PROJECT_REPORT.md AppendixA. 16 taps is a design assumption: four binary splitter stages and Ns=1.6 below the 2.025 photons/mode cap. Not optimal or deployment-derived. Guo et al. demonstrated four nodes: https://arxiv.org/abs/1905.09408 . Start with one/four measured taps. 100 m links, 10 nW/tap and 50 microkelvin residual are assumptions. Our contribution integrates existing CV theory with a NaCl proxy, losses, technical noise and decision analysis. No research-priority claim. docs/DESIGN_DECISIONS.md.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Sustainability/scalability15%. Business model is a hypothesis; avoid unsupported market size or demand claims. Seek water operator and optical lab partnership, with a budget based on equipment quotations. Local calibration and infrastructure review required for UAE/Arab-region and other deployments. Data access, incident privacy, maintenance and confirmatory sampling are future product requirements. YSI EXO contextual comparator https://www.ysi.com/product/id-599870/exo-conductivity--temperature-smart-sensor ; accuracy bounds are not a fair ratio to simulated differential RMSE.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Proposed research stages, not completed work or promised dates. Full electrical meter includes pump, local oscillator, locking, electronics and classical compute. Acceptance proposal: RMSE ratio confidence interval below1 with prespecified budgets, then time-based false-alarm target agreed with operator. Need evidence10nW dose constraint matters; if higher-power coherent or conventional sensing achieves same goal with lower burden, prefer it. Organizer confirmation needed that quantum sensing satisfies the rubric’s quantum-computing focus.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Required closing three claims from judging guidance. All pilot claims use16nodes,10nW/node,1s,50µK common residual. Detection uses.15mg/kg increase and1% false alarm per decision. Optical energy160nJ is equal resources, not measured sustainability improvement. Algorithm is estimator accuracy, not quantum computational runtime. Next KPI: total joules per validated useful detection at matched coverage, false-alarm rate and response time. Results do not prove/disprove literature: conditional model consistency only.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Primary references: Dowran2018 https://doi.org/10.1364/OPTICA.5.000628 ; Pooser/Lawrie supplied supporting information; Abraham-Mexicano2026 https://doi.org/10.3390/quantum8030060 ; Zhuang2018 https://arxiv.org/abs/1711.10459 ; Oh2020 https://doi.org/10.1103/PhysRevResearch.2.023030 ; Guo2020 https://arxiv.org/abs/1905.09408 ; Saunders2016 https://doi.org/10.1364/AO.55.000947 ; Mehmet2011 https://arxiv.org/abs/1110.3737 . Full parameter provenance, remaining Kim/Corning/YSI references and assumptions: docs/PROJECT_REPORT.md AppendixA. Seed2601006, results/summary.json,13validationchecks. Team photo, roster, affiliations, team logo and final bilingual name are pending; working nameTeam7 authorized. Supplied judging weights20/20/30/15/15 addressed through defined use case, classical baselines, explicit estimator, resource limits, and honest communication.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e3864aab6d4d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aceb8187cb4b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cb8b4ef8d741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6bff21af84a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f26f3c10c46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33815be2ad4e9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21544c67b84b9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8b81147132457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82c18763c473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58a4129edc4f8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a2ca87aa34e87" /></Relationships>
</file>

<file path=ppt/slideLayouts/slideLayout1.xml><?xml version="1.0" encoding="utf-8"?>
<p:sldLayout xmlns:p="http://schemas.openxmlformats.org/presentationml/2006/main" matchingName="Diapositive de titr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FC6ACCC5-2CFD-41F8-AEEE-7E247C0FB16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BE01D541-0141-4DCA-BE98-30632F2A72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0" marR="0" indent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marL="457200" marR="0" indent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marL="914400" marR="0" indent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marL="13716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marL="18288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marL="22860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marL="27432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marL="32004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marL="36576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1D72209F-AF3B-4672-AD52-F61E9A15C2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7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C393FD59-236B-4348-B6B8-F7B4BCA25B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8" name="Google Shape;18;p2">
            <a:extLst xmlns:a="http://schemas.openxmlformats.org/drawingml/2006/main">
              <a:ext uri="{FF2B5EF4-FFF2-40B4-BE49-F238E27FC236}">
                <a16:creationId xmlns:a16="http://schemas.microsoft.com/office/drawing/2014/main" id="{6CDB7CE4-9DF0-46AE-A129-C08329B756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re et contenu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87ED8202-0BCF-4F98-B44E-7729E062BF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C372C846-8D57-454A-BBFF-82484FA8DE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200150"/>
            <a:ext cx="8229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marL="914400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marL="1371600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marL="1828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marL="22860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marL="27432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marL="32004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marL="36576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marL="4114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472E4A3A-D5AB-4CF3-A31F-79487BD497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0C5EB317-8CC0-48CD-A38E-E7250AB84A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C8227F72-5312-4E83-8F56-E55A069A07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En-tête de section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54B07E7B-D0AA-46C1-BA9B-B8477C3482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3305175"/>
            <a:ext cx="7772400" cy="102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AB1BC7DE-5867-4BC8-9914-ECBD8DD232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180035"/>
            <a:ext cx="77724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0CC3D67C-A222-4451-8A2B-37D8D82D49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0A8FA068-5E1D-4638-BF17-D26DC5DAD8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9438A62C-26A1-46ED-A2E1-21E03F2E13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Deux contenus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FDB1898C-B821-4D77-A030-9CC6D13EF1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3" name="Google Shape;33;p5">
            <a:extLst xmlns:a="http://schemas.openxmlformats.org/drawingml/2006/main">
              <a:ext uri="{FF2B5EF4-FFF2-40B4-BE49-F238E27FC236}">
                <a16:creationId xmlns:a16="http://schemas.microsoft.com/office/drawing/2014/main" id="{8B104023-662B-44BA-B2F1-B50753DAA8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200150"/>
            <a:ext cx="4038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4" name="Google Shape;34;p5">
            <a:extLst xmlns:a="http://schemas.openxmlformats.org/drawingml/2006/main">
              <a:ext uri="{FF2B5EF4-FFF2-40B4-BE49-F238E27FC236}">
                <a16:creationId xmlns:a16="http://schemas.microsoft.com/office/drawing/2014/main" id="{D3E128D8-FE88-4FBD-9B69-CDF4161B9B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200150"/>
            <a:ext cx="4038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5" name="Google Shape;35;p5">
            <a:extLst xmlns:a="http://schemas.openxmlformats.org/drawingml/2006/main">
              <a:ext uri="{FF2B5EF4-FFF2-40B4-BE49-F238E27FC236}">
                <a16:creationId xmlns:a16="http://schemas.microsoft.com/office/drawing/2014/main" id="{31F82D44-BA14-467C-B832-90662801CB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6" name="Google Shape;36;p5">
            <a:extLst xmlns:a="http://schemas.openxmlformats.org/drawingml/2006/main">
              <a:ext uri="{FF2B5EF4-FFF2-40B4-BE49-F238E27FC236}">
                <a16:creationId xmlns:a16="http://schemas.microsoft.com/office/drawing/2014/main" id="{7718D175-A29E-450C-AAE5-5EB6754D48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7" name="Google Shape;37;p5">
            <a:extLst xmlns:a="http://schemas.openxmlformats.org/drawingml/2006/main">
              <a:ext uri="{FF2B5EF4-FFF2-40B4-BE49-F238E27FC236}">
                <a16:creationId xmlns:a16="http://schemas.microsoft.com/office/drawing/2014/main" id="{CA0C624F-A0F9-4FDF-923E-C03486FBB0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ompara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FD152586-0E93-4736-B080-97B3F35AEC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FFD3651D-6C73-4AC7-B765-C7A0363EF2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151335"/>
            <a:ext cx="4040188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4E20E40D-EBE2-437C-89F9-5CF5C2B66E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631156"/>
            <a:ext cx="4040188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141EC055-3238-44B2-B9B5-271EE0CEC2A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151335"/>
            <a:ext cx="4041775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Google Shape;43;p6">
            <a:extLst xmlns:a="http://schemas.openxmlformats.org/drawingml/2006/main">
              <a:ext uri="{FF2B5EF4-FFF2-40B4-BE49-F238E27FC236}">
                <a16:creationId xmlns:a16="http://schemas.microsoft.com/office/drawing/2014/main" id="{A2A8DCA2-5C50-4C65-9E00-82F6431BDED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1631156"/>
            <a:ext cx="4041775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4" name="Google Shape;44;p6">
            <a:extLst xmlns:a="http://schemas.openxmlformats.org/drawingml/2006/main">
              <a:ext uri="{FF2B5EF4-FFF2-40B4-BE49-F238E27FC236}">
                <a16:creationId xmlns:a16="http://schemas.microsoft.com/office/drawing/2014/main" id="{2C3C4D53-665E-4C33-B381-3D7980BEB1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5" name="Google Shape;45;p6">
            <a:extLst xmlns:a="http://schemas.openxmlformats.org/drawingml/2006/main">
              <a:ext uri="{FF2B5EF4-FFF2-40B4-BE49-F238E27FC236}">
                <a16:creationId xmlns:a16="http://schemas.microsoft.com/office/drawing/2014/main" id="{8F52700E-4D2B-41C0-8CAB-10CA9F35E3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6" name="Google Shape;46;p6">
            <a:extLst xmlns:a="http://schemas.openxmlformats.org/drawingml/2006/main">
              <a:ext uri="{FF2B5EF4-FFF2-40B4-BE49-F238E27FC236}">
                <a16:creationId xmlns:a16="http://schemas.microsoft.com/office/drawing/2014/main" id="{6752D9DA-C83C-4DA0-A542-E67E28086A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re seul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ACC7D497-7BD0-4E60-987D-95DB26459B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17F0856A-B702-44ED-A9E9-9E7FBB6A5F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18E2CB7A-AD03-4422-ACD4-0E9E85490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1" name="Google Shape;51;p7">
            <a:extLst xmlns:a="http://schemas.openxmlformats.org/drawingml/2006/main">
              <a:ext uri="{FF2B5EF4-FFF2-40B4-BE49-F238E27FC236}">
                <a16:creationId xmlns:a16="http://schemas.microsoft.com/office/drawing/2014/main" id="{AA885E14-4EC0-42DD-B7D4-F8F21E12AB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Vide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79163204-BAC5-425B-A9FA-E5B1091837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169331B3-9A7A-40DE-B676-05517BBBFE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6AF98123-4002-455C-B27F-6F6B344B96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u avec légende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0F94E553-B545-4808-AAEA-3783A596A4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4788"/>
            <a:ext cx="3008313" cy="87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7A6871ED-0EFF-4318-9856-11A925D0CE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04788"/>
            <a:ext cx="5111750" cy="4389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FB8027CE-95D5-4016-8958-DD5A17CA49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076325"/>
            <a:ext cx="3008313" cy="3518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DDCEF4E4-FE39-47BF-84FA-C1891B9FC8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0A991844-278C-4EEA-9C46-8442187F14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2C4CEC2E-30D3-4C3E-ADEF-A2B1248910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Image avec légende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708F1F8D-3D3C-41D0-B1B6-A0C2F0EE7F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3600450"/>
            <a:ext cx="5486400" cy="425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5" name="Google Shape;65;p10">
            <a:extLst xmlns:a="http://schemas.openxmlformats.org/drawingml/2006/main">
              <a:ext uri="{FF2B5EF4-FFF2-40B4-BE49-F238E27FC236}">
                <a16:creationId xmlns:a16="http://schemas.microsoft.com/office/drawing/2014/main" id="{54E76803-20CA-4F80-8E53-E7068340C373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459581"/>
            <a:ext cx="548640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1CFE60AB-819A-4558-AE85-2E04772CEF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4025504"/>
            <a:ext cx="5486400" cy="603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marL="914400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marL="1371600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marL="32004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marL="36576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marL="4114800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05ECFBC7-40C2-4445-B68F-81C4BF842F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66388277-8E24-467A-8B28-8142787ABA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9" name="Google Shape;69;p10">
            <a:extLst xmlns:a="http://schemas.openxmlformats.org/drawingml/2006/main">
              <a:ext uri="{FF2B5EF4-FFF2-40B4-BE49-F238E27FC236}">
                <a16:creationId xmlns:a16="http://schemas.microsoft.com/office/drawing/2014/main" id="{B8314D8F-55CF-43FE-A1FC-71A92A6ADD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re et texte vertical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11">
            <a:extLst xmlns:a="http://schemas.openxmlformats.org/drawingml/2006/main">
              <a:ext uri="{FF2B5EF4-FFF2-40B4-BE49-F238E27FC236}">
                <a16:creationId xmlns:a16="http://schemas.microsoft.com/office/drawing/2014/main" id="{8F4F5E62-D066-4BAD-A6BD-E20B2A937B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2" name="Google Shape;72;p11">
            <a:extLst xmlns:a="http://schemas.openxmlformats.org/drawingml/2006/main">
              <a:ext uri="{FF2B5EF4-FFF2-40B4-BE49-F238E27FC236}">
                <a16:creationId xmlns:a16="http://schemas.microsoft.com/office/drawing/2014/main" id="{1698C748-8590-4BCB-9F04-AB9E7B671A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874764" y="-1217414"/>
            <a:ext cx="3394472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marL="914400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marL="1371600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marL="1828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marL="22860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marL="27432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marL="32004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marL="36576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marL="4114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B109F6BB-930F-48B3-B345-61FB1C93A9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4" name="Google Shape;74;p11">
            <a:extLst xmlns:a="http://schemas.openxmlformats.org/drawingml/2006/main">
              <a:ext uri="{FF2B5EF4-FFF2-40B4-BE49-F238E27FC236}">
                <a16:creationId xmlns:a16="http://schemas.microsoft.com/office/drawing/2014/main" id="{393C0B95-5ECC-4D4C-8263-92F2EEB518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05907993-66BB-4E3E-826E-CD6628C190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Titre vertical et texte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p12">
            <a:extLst xmlns:a="http://schemas.openxmlformats.org/drawingml/2006/main">
              <a:ext uri="{FF2B5EF4-FFF2-40B4-BE49-F238E27FC236}">
                <a16:creationId xmlns:a16="http://schemas.microsoft.com/office/drawing/2014/main" id="{3740D13C-5F7A-400A-94E5-4E4D092ED6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463778" y="1371600"/>
            <a:ext cx="4388644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8" name="Google Shape;78;p12">
            <a:extLst xmlns:a="http://schemas.openxmlformats.org/drawingml/2006/main">
              <a:ext uri="{FF2B5EF4-FFF2-40B4-BE49-F238E27FC236}">
                <a16:creationId xmlns:a16="http://schemas.microsoft.com/office/drawing/2014/main" id="{1E04B013-58D1-49AF-B304-00177041F3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272778" y="-609599"/>
            <a:ext cx="4388644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marL="914400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marL="1371600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marL="1828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marL="22860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marL="27432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marL="32004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marL="36576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marL="411480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9F9146CA-D6C0-452A-8133-052B270478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80" name="Google Shape;80;p12">
            <a:extLst xmlns:a="http://schemas.openxmlformats.org/drawingml/2006/main">
              <a:ext uri="{FF2B5EF4-FFF2-40B4-BE49-F238E27FC236}">
                <a16:creationId xmlns:a16="http://schemas.microsoft.com/office/drawing/2014/main" id="{B8438815-3C38-41DA-9CBF-BF6365A12F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81" name="Google Shape;81;p12">
            <a:extLst xmlns:a="http://schemas.openxmlformats.org/drawingml/2006/main">
              <a:ext uri="{FF2B5EF4-FFF2-40B4-BE49-F238E27FC236}">
                <a16:creationId xmlns:a16="http://schemas.microsoft.com/office/drawing/2014/main" id="{A392CC7C-8D48-48AA-81C7-B20FFBB2CB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fc812578ae154866" /><Relationship Type="http://schemas.openxmlformats.org/officeDocument/2006/relationships/theme" Target="/ppt/slideMasters/theme/theme2.xml" Id="R21b43d3e382840ae" /><Relationship Type="http://schemas.openxmlformats.org/officeDocument/2006/relationships/slideLayout" Target="/ppt/slideLayouts/slideLayout1.xml" Id="Raa78d34cd9c54451" /><Relationship Type="http://schemas.openxmlformats.org/officeDocument/2006/relationships/slideLayout" Target="/ppt/slideLayouts/slideLayout2.xml" Id="Re1d1928b3583407b" /><Relationship Type="http://schemas.openxmlformats.org/officeDocument/2006/relationships/slideLayout" Target="/ppt/slideLayouts/slideLayout3.xml" Id="Rf071152e5f8b4bb1" /><Relationship Type="http://schemas.openxmlformats.org/officeDocument/2006/relationships/slideLayout" Target="/ppt/slideLayouts/slideLayout4.xml" Id="R387eff736ce94d30" /><Relationship Type="http://schemas.openxmlformats.org/officeDocument/2006/relationships/slideLayout" Target="/ppt/slideLayouts/slideLayout5.xml" Id="R2398dbc752fd4c9e" /><Relationship Type="http://schemas.openxmlformats.org/officeDocument/2006/relationships/slideLayout" Target="/ppt/slideLayouts/slideLayout6.xml" Id="R91703dc22180413e" /><Relationship Type="http://schemas.openxmlformats.org/officeDocument/2006/relationships/slideLayout" Target="/ppt/slideLayouts/slideLayout7.xml" Id="R92ae634171d447b6" /><Relationship Type="http://schemas.openxmlformats.org/officeDocument/2006/relationships/slideLayout" Target="/ppt/slideLayouts/slideLayout8.xml" Id="Rfa4fdd91cb7d47c7" /><Relationship Type="http://schemas.openxmlformats.org/officeDocument/2006/relationships/slideLayout" Target="/ppt/slideLayouts/slideLayout9.xml" Id="Rb7263375b3ea4d75" /><Relationship Type="http://schemas.openxmlformats.org/officeDocument/2006/relationships/slideLayout" Target="/ppt/slideLayouts/slideLayout10.xml" Id="R186768ad15be4ea3" /><Relationship Type="http://schemas.openxmlformats.org/officeDocument/2006/relationships/slideLayout" Target="/ppt/slideLayouts/slideLayout11.xml" Id="Rad88008332c64ff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A1B4468C-4825-46C6-8971-0F1D69CC05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8"/>
            <a:ext cx="822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A8658829-FD34-431E-929D-E43DD7EAD5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200150"/>
            <a:ext cx="8229600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marL="914400" marR="0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marL="1371600" marR="0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marL="18288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marL="22860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marL="27432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marL="32004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marL="36576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marL="4114800" marR="0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15F2FA66-6442-4294-BE4B-F038C03D77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917D3745-7C7F-4AE8-BDD9-39BCA28705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00" marR="0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B988D440-FCFE-45F2-B5D0-4EC4AFB15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r">
              <a:buNone/>
              <a:defRPr/>
            </a:lvl1pPr>
            <a:lvl2pPr marL="0" marR="0" indent="0" algn="r">
              <a:buNone/>
              <a:defRPr/>
            </a:lvl2pPr>
            <a:lvl3pPr marL="0" marR="0" indent="0" algn="r">
              <a:buNone/>
              <a:defRPr/>
            </a:lvl3pPr>
            <a:lvl4pPr marL="0" marR="0" indent="0" algn="r">
              <a:buNone/>
              <a:defRPr/>
            </a:lvl4pPr>
            <a:lvl5pPr marL="0" marR="0" indent="0" algn="r">
              <a:buNone/>
              <a:defRPr/>
            </a:lvl5pPr>
            <a:lvl6pPr marL="0" marR="0" indent="0" algn="r">
              <a:buNone/>
              <a:defRPr/>
            </a:lvl6pPr>
            <a:lvl7pPr marL="0" marR="0" indent="0" algn="r">
              <a:buNone/>
              <a:defRPr/>
            </a:lvl7pPr>
            <a:lvl8pPr marL="0" marR="0" indent="0" algn="r">
              <a:buNone/>
              <a:defRPr/>
            </a:lvl8pPr>
            <a:lvl9pPr marL="0" marR="0" indent="0" algn="r">
              <a:buNone/>
              <a:defRPr/>
            </a:lvl9pPr>
          </a:lstStyle>
          <a:p xmlns:a="http://schemas.openxmlformats.org/drawingml/2006/main">
            <a:pPr marL="0" lvl="0" indent="-8890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45720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91440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137160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182880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228600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 xmlns:a="http://schemas.openxmlformats.org/drawingml/2006/main">
            <a:pPr marL="274320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 xmlns:a="http://schemas.openxmlformats.org/drawingml/2006/main">
            <a:pPr marL="320040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 xmlns:a="http://schemas.openxmlformats.org/drawingml/2006/main">
            <a:pPr marL="365760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245F81AC-4115-4CD1-B368-7E0D57CF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941" y="5056026"/>
            <a:ext cx="9180512" cy="1080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068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9" name="Google Shape;12;p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12578ae15486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5675" y="0"/>
            <a:ext cx="1188326" cy="579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78d34cd9c54451"/>
    <p:sldLayoutId xmlns:r="http://schemas.openxmlformats.org/officeDocument/2006/relationships" id="2147483650" r:id="Re1d1928b3583407b"/>
    <p:sldLayoutId xmlns:r="http://schemas.openxmlformats.org/officeDocument/2006/relationships" id="2147483651" r:id="Rf071152e5f8b4bb1"/>
    <p:sldLayoutId xmlns:r="http://schemas.openxmlformats.org/officeDocument/2006/relationships" id="2147483652" r:id="R387eff736ce94d30"/>
    <p:sldLayoutId xmlns:r="http://schemas.openxmlformats.org/officeDocument/2006/relationships" id="2147483653" r:id="R2398dbc752fd4c9e"/>
    <p:sldLayoutId xmlns:r="http://schemas.openxmlformats.org/officeDocument/2006/relationships" id="2147483654" r:id="R91703dc22180413e"/>
    <p:sldLayoutId xmlns:r="http://schemas.openxmlformats.org/officeDocument/2006/relationships" id="2147483655" r:id="R92ae634171d447b6"/>
    <p:sldLayoutId xmlns:r="http://schemas.openxmlformats.org/officeDocument/2006/relationships" id="2147483656" r:id="Rfa4fdd91cb7d47c7"/>
    <p:sldLayoutId xmlns:r="http://schemas.openxmlformats.org/officeDocument/2006/relationships" id="2147483657" r:id="Rb7263375b3ea4d75"/>
    <p:sldLayoutId xmlns:r="http://schemas.openxmlformats.org/officeDocument/2006/relationships" id="2147483658" r:id="R186768ad15be4ea3"/>
    <p:sldLayoutId xmlns:r="http://schemas.openxmlformats.org/officeDocument/2006/relationships" id="2147483659" r:id="Rad88008332c64ff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NYUAD Hackathon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c576a95f949c3" /><Relationship Type="http://schemas.openxmlformats.org/officeDocument/2006/relationships/notesSlide" Target="/ppt/notesSlides/notesSlide1.xml" Id="R1635b0d4b30143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038e03ebf4e14" /><Relationship Type="http://schemas.openxmlformats.org/officeDocument/2006/relationships/notesSlide" Target="/ppt/notesSlides/notesSlide2.xml" Id="R614c1e8f89d042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6bde1256e49c5" /><Relationship Type="http://schemas.openxmlformats.org/officeDocument/2006/relationships/notesSlide" Target="/ppt/notesSlides/notesSlide3.xml" Id="R2be88370aaf74e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255e733864bee" /><Relationship Type="http://schemas.openxmlformats.org/officeDocument/2006/relationships/notesSlide" Target="/ppt/notesSlides/notesSlide4.xml" Id="R4a0872da14eb43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acc78b62b4b8b" /><Relationship Type="http://schemas.openxmlformats.org/officeDocument/2006/relationships/chart" Target="/ppt/slides/charts/chart1.xml" Id="Re55ac77300a74421" /><Relationship Type="http://schemas.openxmlformats.org/officeDocument/2006/relationships/notesSlide" Target="/ppt/notesSlides/notesSlide5.xml" Id="Rc677b018769d42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2053be7a64f77" /><Relationship Type="http://schemas.openxmlformats.org/officeDocument/2006/relationships/chart" Target="/ppt/slides/charts/chart2.xml" Id="R19161ffc76ce4657" /><Relationship Type="http://schemas.openxmlformats.org/officeDocument/2006/relationships/notesSlide" Target="/ppt/notesSlides/notesSlide6.xml" Id="R1dcd15ff2b8348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c8135b615443c" /><Relationship Type="http://schemas.openxmlformats.org/officeDocument/2006/relationships/chart" Target="/ppt/slides/charts/chart3.xml" Id="R15e18242f3fb48df" /><Relationship Type="http://schemas.openxmlformats.org/officeDocument/2006/relationships/notesSlide" Target="/ppt/notesSlides/notesSlide7.xml" Id="R66642f4a38c041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f34d13ce542a9" /><Relationship Type="http://schemas.openxmlformats.org/officeDocument/2006/relationships/chart" Target="/ppt/slides/charts/chart4.xml" Id="R1f9a89f3cb0d4fb8" /><Relationship Type="http://schemas.openxmlformats.org/officeDocument/2006/relationships/notesSlide" Target="/ppt/notesSlides/notesSlide8.xml" Id="Rcc7ed4fe0ecd4e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bb1b6123e43e1" /><Relationship Type="http://schemas.openxmlformats.org/officeDocument/2006/relationships/chart" Target="/ppt/slides/charts/chart5.xml" Id="Rb82084e0f28a4e5b" /><Relationship Type="http://schemas.openxmlformats.org/officeDocument/2006/relationships/notesSlide" Target="/ppt/notesSlides/notesSlide9.xml" Id="Rbe04ecf405aa45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5d6fbc08a414e" /><Relationship Type="http://schemas.openxmlformats.org/officeDocument/2006/relationships/chart" Target="/ppt/slides/charts/chart6.xml" Id="R299f0621135b4db9" /><Relationship Type="http://schemas.openxmlformats.org/officeDocument/2006/relationships/notesSlide" Target="/ppt/notesSlides/notesSlide10.xml" Id="R5b0008557b2443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bdc323a3140b3" /><Relationship Type="http://schemas.openxmlformats.org/officeDocument/2006/relationships/notesSlide" Target="/ppt/notesSlides/notesSlide11.xml" Id="R8648a908095145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5140a6aca459a" /><Relationship Type="http://schemas.openxmlformats.org/officeDocument/2006/relationships/notesSlide" Target="/ppt/notesSlides/notesSlide12.xml" Id="R454d471b22aa48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0c7ff3a584b53" /><Relationship Type="http://schemas.openxmlformats.org/officeDocument/2006/relationships/notesSlide" Target="/ppt/notesSlides/notesSlide13.xml" Id="R6d6c6edcb8ba49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56b9b274e41a6" /><Relationship Type="http://schemas.openxmlformats.org/officeDocument/2006/relationships/notesSlide" Target="/ppt/notesSlides/notesSlide14.xml" Id="R9598da4ef74d4b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8fe6a5a994b63" /><Relationship Type="http://schemas.openxmlformats.org/officeDocument/2006/relationships/notesSlide" Target="/ppt/notesSlides/notesSlide15.xml" Id="Rf6cc1e7af4164c3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Optical error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0.07961902554</c:v>
                </c:pt>
                <c:pt idx="1">
                  <c:v>0.0647329637</c:v>
                </c:pt>
                <c:pt idx="2">
                  <c:v>0.04758283976</c:v>
                </c:pt>
              </c:numCache>
            </c:numRef>
          </c:val>
        </c:ser>
        <c:ser>
          <c:idx val="1"/>
          <c:order val="1"/>
          <c:tx>
            <c:v>Total error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0.09210106368</c:v>
                </c:pt>
                <c:pt idx="1">
                  <c:v>0.0795850067</c:v>
                </c:pt>
                <c:pt idx="2">
                  <c:v>0.06638933154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Probe strategy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-0.5647188387</c:v>
                </c:pt>
                <c:pt idx="1">
                  <c:v>-0.7152338365</c:v>
                </c:pt>
                <c:pt idx="2">
                  <c:v>-0.803279466</c:v>
                </c:pt>
                <c:pt idx="3">
                  <c:v>-0.8657488343</c:v>
                </c:pt>
                <c:pt idx="4">
                  <c:v>-0.9142038408</c:v>
                </c:pt>
                <c:pt idx="5">
                  <c:v>-0.9537944638</c:v>
                </c:pt>
                <c:pt idx="6">
                  <c:v>-0.9872678587</c:v>
                </c:pt>
                <c:pt idx="7">
                  <c:v>-1.016263832</c:v>
                </c:pt>
                <c:pt idx="8">
                  <c:v>-1.041840093</c:v>
                </c:pt>
                <c:pt idx="9">
                  <c:v>-1.064718839</c:v>
                </c:pt>
                <c:pt idx="10">
                  <c:v>-1.085415181</c:v>
                </c:pt>
                <c:pt idx="11">
                  <c:v>-1.104309462</c:v>
                </c:pt>
                <c:pt idx="12">
                  <c:v>-1.121690515</c:v>
                </c:pt>
                <c:pt idx="13">
                  <c:v>-1.137782856</c:v>
                </c:pt>
                <c:pt idx="14">
                  <c:v>-1.152764468</c:v>
                </c:pt>
                <c:pt idx="15">
                  <c:v>-1.16677883</c:v>
                </c:pt>
                <c:pt idx="16">
                  <c:v>-1.179943299</c:v>
                </c:pt>
                <c:pt idx="17">
                  <c:v>-1.192355091</c:v>
                </c:pt>
                <c:pt idx="18">
                  <c:v>-1.204095639</c:v>
                </c:pt>
                <c:pt idx="19">
                  <c:v>-1.215233836</c:v>
                </c:pt>
                <c:pt idx="20">
                  <c:v>-1.225828486</c:v>
                </c:pt>
                <c:pt idx="21">
                  <c:v>-1.235930179</c:v>
                </c:pt>
                <c:pt idx="22">
                  <c:v>-1.245582757</c:v>
                </c:pt>
                <c:pt idx="23">
                  <c:v>-1.25482446</c:v>
                </c:pt>
                <c:pt idx="24">
                  <c:v>-1.263688843</c:v>
                </c:pt>
                <c:pt idx="25">
                  <c:v>-1.272205513</c:v>
                </c:pt>
                <c:pt idx="26">
                  <c:v>-1.280400721</c:v>
                </c:pt>
                <c:pt idx="27">
                  <c:v>-1.288297854</c:v>
                </c:pt>
                <c:pt idx="28">
                  <c:v>-1.295917838</c:v>
                </c:pt>
                <c:pt idx="29">
                  <c:v>-1.303279466</c:v>
                </c:pt>
                <c:pt idx="30">
                  <c:v>-1.310399686</c:v>
                </c:pt>
                <c:pt idx="31">
                  <c:v>-1.317293828</c:v>
                </c:pt>
                <c:pt idx="32">
                  <c:v>-1.323975809</c:v>
                </c:pt>
                <c:pt idx="33">
                  <c:v>-1.330458297</c:v>
                </c:pt>
                <c:pt idx="34">
                  <c:v>-1.336752861</c:v>
                </c:pt>
                <c:pt idx="35">
                  <c:v>-1.342870089</c:v>
                </c:pt>
                <c:pt idx="36">
                  <c:v>-1.348819701</c:v>
                </c:pt>
                <c:pt idx="37">
                  <c:v>-1.354610637</c:v>
                </c:pt>
                <c:pt idx="38">
                  <c:v>-1.360251142</c:v>
                </c:pt>
                <c:pt idx="39">
                  <c:v>-1.365748834</c:v>
                </c:pt>
                <c:pt idx="40">
                  <c:v>-1.371110767</c:v>
                </c:pt>
                <c:pt idx="41">
                  <c:v>-1.376343484</c:v>
                </c:pt>
                <c:pt idx="42">
                  <c:v>-1.381453066</c:v>
                </c:pt>
                <c:pt idx="43">
                  <c:v>-1.386445177</c:v>
                </c:pt>
                <c:pt idx="44">
                  <c:v>-1.391325096</c:v>
                </c:pt>
                <c:pt idx="45">
                  <c:v>-1.396097754</c:v>
                </c:pt>
                <c:pt idx="46">
                  <c:v>-1.400767768</c:v>
                </c:pt>
                <c:pt idx="47">
                  <c:v>-1.405339457</c:v>
                </c:pt>
                <c:pt idx="48">
                  <c:v>-1.409816879</c:v>
                </c:pt>
                <c:pt idx="49">
                  <c:v>-1.414203841</c:v>
                </c:pt>
                <c:pt idx="50">
                  <c:v>-1.418503927</c:v>
                </c:pt>
                <c:pt idx="51">
                  <c:v>-1.42272051</c:v>
                </c:pt>
                <c:pt idx="52">
                  <c:v>-1.426856773</c:v>
                </c:pt>
                <c:pt idx="53">
                  <c:v>-1.430915719</c:v>
                </c:pt>
                <c:pt idx="54">
                  <c:v>-1.434900183</c:v>
                </c:pt>
                <c:pt idx="55">
                  <c:v>-1.438812852</c:v>
                </c:pt>
                <c:pt idx="56">
                  <c:v>-1.442656266</c:v>
                </c:pt>
                <c:pt idx="57">
                  <c:v>-1.446432835</c:v>
                </c:pt>
                <c:pt idx="58">
                  <c:v>-1.450144844</c:v>
                </c:pt>
                <c:pt idx="59">
                  <c:v>-1.453794464</c:v>
                </c:pt>
                <c:pt idx="60">
                  <c:v>-1.457383756</c:v>
                </c:pt>
                <c:pt idx="61">
                  <c:v>-1.460914683</c:v>
                </c:pt>
                <c:pt idx="62">
                  <c:v>-1.464389113</c:v>
                </c:pt>
                <c:pt idx="63">
                  <c:v>-1.467808826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-0.6998628609</c:v>
                </c:pt>
                <c:pt idx="1">
                  <c:v>-0.8503778588</c:v>
                </c:pt>
                <c:pt idx="2">
                  <c:v>-0.9384234883</c:v>
                </c:pt>
                <c:pt idx="3">
                  <c:v>-1.000892857</c:v>
                </c:pt>
                <c:pt idx="4">
                  <c:v>-1.049347863</c:v>
                </c:pt>
                <c:pt idx="5">
                  <c:v>-1.088938486</c:v>
                </c:pt>
                <c:pt idx="6">
                  <c:v>-1.122411881</c:v>
                </c:pt>
                <c:pt idx="7">
                  <c:v>-1.151407854</c:v>
                </c:pt>
                <c:pt idx="8">
                  <c:v>-1.176984116</c:v>
                </c:pt>
                <c:pt idx="9">
                  <c:v>-1.199862861</c:v>
                </c:pt>
                <c:pt idx="10">
                  <c:v>-1.220559203</c:v>
                </c:pt>
                <c:pt idx="11">
                  <c:v>-1.239453484</c:v>
                </c:pt>
                <c:pt idx="12">
                  <c:v>-1.256834537</c:v>
                </c:pt>
                <c:pt idx="13">
                  <c:v>-1.272926879</c:v>
                </c:pt>
                <c:pt idx="14">
                  <c:v>-1.28790849</c:v>
                </c:pt>
                <c:pt idx="15">
                  <c:v>-1.301922852</c:v>
                </c:pt>
                <c:pt idx="16">
                  <c:v>-1.315087322</c:v>
                </c:pt>
                <c:pt idx="17">
                  <c:v>-1.327499113</c:v>
                </c:pt>
                <c:pt idx="18">
                  <c:v>-1.339239661</c:v>
                </c:pt>
                <c:pt idx="19">
                  <c:v>-1.350377859</c:v>
                </c:pt>
                <c:pt idx="20">
                  <c:v>-1.360972508</c:v>
                </c:pt>
                <c:pt idx="21">
                  <c:v>-1.371074201</c:v>
                </c:pt>
                <c:pt idx="22">
                  <c:v>-1.380726779</c:v>
                </c:pt>
                <c:pt idx="23">
                  <c:v>-1.389968482</c:v>
                </c:pt>
                <c:pt idx="24">
                  <c:v>-1.398832865</c:v>
                </c:pt>
                <c:pt idx="25">
                  <c:v>-1.407349535</c:v>
                </c:pt>
                <c:pt idx="26">
                  <c:v>-1.415544743</c:v>
                </c:pt>
                <c:pt idx="27">
                  <c:v>-1.423441877</c:v>
                </c:pt>
                <c:pt idx="28">
                  <c:v>-1.43106186</c:v>
                </c:pt>
                <c:pt idx="29">
                  <c:v>-1.438423488</c:v>
                </c:pt>
                <c:pt idx="30">
                  <c:v>-1.445543708</c:v>
                </c:pt>
                <c:pt idx="31">
                  <c:v>-1.45243785</c:v>
                </c:pt>
                <c:pt idx="32">
                  <c:v>-1.459119831</c:v>
                </c:pt>
                <c:pt idx="33">
                  <c:v>-1.465602319</c:v>
                </c:pt>
                <c:pt idx="34">
                  <c:v>-1.471896883</c:v>
                </c:pt>
                <c:pt idx="35">
                  <c:v>-1.478014111</c:v>
                </c:pt>
                <c:pt idx="36">
                  <c:v>-1.483963723</c:v>
                </c:pt>
                <c:pt idx="37">
                  <c:v>-1.489754659</c:v>
                </c:pt>
                <c:pt idx="38">
                  <c:v>-1.495395164</c:v>
                </c:pt>
                <c:pt idx="39">
                  <c:v>-1.500892857</c:v>
                </c:pt>
                <c:pt idx="40">
                  <c:v>-1.506254789</c:v>
                </c:pt>
                <c:pt idx="41">
                  <c:v>-1.511487506</c:v>
                </c:pt>
                <c:pt idx="42">
                  <c:v>-1.516597089</c:v>
                </c:pt>
                <c:pt idx="43">
                  <c:v>-1.521589199</c:v>
                </c:pt>
                <c:pt idx="44">
                  <c:v>-1.526469118</c:v>
                </c:pt>
                <c:pt idx="45">
                  <c:v>-1.531241777</c:v>
                </c:pt>
                <c:pt idx="46">
                  <c:v>-1.53591179</c:v>
                </c:pt>
                <c:pt idx="47">
                  <c:v>-1.54048348</c:v>
                </c:pt>
                <c:pt idx="48">
                  <c:v>-1.544960901</c:v>
                </c:pt>
                <c:pt idx="49">
                  <c:v>-1.549347863</c:v>
                </c:pt>
                <c:pt idx="50">
                  <c:v>-1.553647949</c:v>
                </c:pt>
                <c:pt idx="51">
                  <c:v>-1.557864533</c:v>
                </c:pt>
                <c:pt idx="52">
                  <c:v>-1.562000796</c:v>
                </c:pt>
                <c:pt idx="53">
                  <c:v>-1.566059741</c:v>
                </c:pt>
                <c:pt idx="54">
                  <c:v>-1.570044206</c:v>
                </c:pt>
                <c:pt idx="55">
                  <c:v>-1.573956874</c:v>
                </c:pt>
                <c:pt idx="56">
                  <c:v>-1.577800289</c:v>
                </c:pt>
                <c:pt idx="57">
                  <c:v>-1.581576858</c:v>
                </c:pt>
                <c:pt idx="58">
                  <c:v>-1.585288867</c:v>
                </c:pt>
                <c:pt idx="59">
                  <c:v>-1.588938486</c:v>
                </c:pt>
                <c:pt idx="60">
                  <c:v>-1.592527778</c:v>
                </c:pt>
                <c:pt idx="61">
                  <c:v>-1.596058706</c:v>
                </c:pt>
                <c:pt idx="62">
                  <c:v>-1.599533136</c:v>
                </c:pt>
                <c:pt idx="63">
                  <c:v>-1.602952848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660099"/>
            </a:solidFill>
            <a:ln xmlns:a="http://schemas.openxmlformats.org/drawingml/2006/main" w="23813">
              <a:solidFill>
                <a:srgbClr val="660099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-0.6998628609</c:v>
                </c:pt>
                <c:pt idx="1">
                  <c:v>-0.9035034139</c:v>
                </c:pt>
                <c:pt idx="2">
                  <c:v>-1.030625382</c:v>
                </c:pt>
                <c:pt idx="3">
                  <c:v>-1.12478583</c:v>
                </c:pt>
                <c:pt idx="4">
                  <c:v>-1.200177336</c:v>
                </c:pt>
                <c:pt idx="5">
                  <c:v>-1.263319542</c:v>
                </c:pt>
                <c:pt idx="6">
                  <c:v>-1.317782916</c:v>
                </c:pt>
                <c:pt idx="7">
                  <c:v>-1.365748556</c:v>
                </c:pt>
                <c:pt idx="8">
                  <c:v>-1.408652654</c:v>
                </c:pt>
                <c:pt idx="9">
                  <c:v>-1.447494246</c:v>
                </c:pt>
                <c:pt idx="10">
                  <c:v>-1.48299804</c:v>
                </c:pt>
                <c:pt idx="11">
                  <c:v>-1.515707446</c:v>
                </c:pt>
                <c:pt idx="12">
                  <c:v>-1.54604101</c:v>
                </c:pt>
                <c:pt idx="13">
                  <c:v>-1.574328332</c:v>
                </c:pt>
                <c:pt idx="14">
                  <c:v>-1.600833856</c:v>
                </c:pt>
                <c:pt idx="15">
                  <c:v>-1.625773148</c:v>
                </c:pt>
                <c:pt idx="16">
                  <c:v>-1.649324358</c:v>
                </c:pt>
                <c:pt idx="17">
                  <c:v>-1.671636489</c:v>
                </c:pt>
                <c:pt idx="18">
                  <c:v>-1.692835478</c:v>
                </c:pt>
                <c:pt idx="19">
                  <c:v>-1.71302877</c:v>
                </c:pt>
                <c:pt idx="20">
                  <c:v>-1.7323088</c:v>
                </c:pt>
                <c:pt idx="21">
                  <c:v>-1.750755683</c:v>
                </c:pt>
                <c:pt idx="22">
                  <c:v>-1.76843933</c:v>
                </c:pt>
                <c:pt idx="23">
                  <c:v>-1.785421126</c:v>
                </c:pt>
                <c:pt idx="24">
                  <c:v>-1.801755266</c:v>
                </c:pt>
                <c:pt idx="25">
                  <c:v>-1.817489849</c:v>
                </c:pt>
                <c:pt idx="26">
                  <c:v>-1.832667764</c:v>
                </c:pt>
                <c:pt idx="27">
                  <c:v>-1.84732742</c:v>
                </c:pt>
                <c:pt idx="28">
                  <c:v>-1.861503354</c:v>
                </c:pt>
                <c:pt idx="29">
                  <c:v>-1.875226735</c:v>
                </c:pt>
                <c:pt idx="30">
                  <c:v>-1.888525797</c:v>
                </c:pt>
                <c:pt idx="31">
                  <c:v>-1.90142619</c:v>
                </c:pt>
                <c:pt idx="32">
                  <c:v>-1.913951294</c:v>
                </c:pt>
                <c:pt idx="33">
                  <c:v>-1.926122479</c:v>
                </c:pt>
                <c:pt idx="34">
                  <c:v>-1.937959329</c:v>
                </c:pt>
                <c:pt idx="35">
                  <c:v>-1.949479836</c:v>
                </c:pt>
                <c:pt idx="36">
                  <c:v>-1.960700571</c:v>
                </c:pt>
                <c:pt idx="37">
                  <c:v>-1.97163683</c:v>
                </c:pt>
                <c:pt idx="38">
                  <c:v>-1.982302761</c:v>
                </c:pt>
                <c:pt idx="39">
                  <c:v>-1.992711477</c:v>
                </c:pt>
                <c:pt idx="40">
                  <c:v>-2.002875155</c:v>
                </c:pt>
                <c:pt idx="41">
                  <c:v>-2.012805124</c:v>
                </c:pt>
                <c:pt idx="42">
                  <c:v>-2.022511942</c:v>
                </c:pt>
                <c:pt idx="43">
                  <c:v>-2.032005462</c:v>
                </c:pt>
                <c:pt idx="44">
                  <c:v>-2.0412949</c:v>
                </c:pt>
                <c:pt idx="45">
                  <c:v>-2.050388881</c:v>
                </c:pt>
                <c:pt idx="46">
                  <c:v>-2.059295496</c:v>
                </c:pt>
                <c:pt idx="47">
                  <c:v>-2.068022338</c:v>
                </c:pt>
                <c:pt idx="48">
                  <c:v>-2.076576551</c:v>
                </c:pt>
                <c:pt idx="49">
                  <c:v>-2.084964855</c:v>
                </c:pt>
                <c:pt idx="50">
                  <c:v>-2.093193587</c:v>
                </c:pt>
                <c:pt idx="51">
                  <c:v>-2.101268726</c:v>
                </c:pt>
                <c:pt idx="52">
                  <c:v>-2.109195919</c:v>
                </c:pt>
                <c:pt idx="53">
                  <c:v>-2.116980508</c:v>
                </c:pt>
                <c:pt idx="54">
                  <c:v>-2.124627549</c:v>
                </c:pt>
                <c:pt idx="55">
                  <c:v>-2.132141832</c:v>
                </c:pt>
                <c:pt idx="56">
                  <c:v>-2.139527902</c:v>
                </c:pt>
                <c:pt idx="57">
                  <c:v>-2.146790074</c:v>
                </c:pt>
                <c:pt idx="58">
                  <c:v>-2.153932447</c:v>
                </c:pt>
                <c:pt idx="59">
                  <c:v>-2.160958921</c:v>
                </c:pt>
                <c:pt idx="60">
                  <c:v>-2.167873205</c:v>
                </c:pt>
                <c:pt idx="61">
                  <c:v>-2.174678836</c:v>
                </c:pt>
                <c:pt idx="62">
                  <c:v>-2.181379185</c:v>
                </c:pt>
                <c:pt idx="63">
                  <c:v>-2.187977466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log₁₀ optical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log₁₀(number of sensors 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0.3458640433</c:v>
                </c:pt>
                <c:pt idx="1">
                  <c:v>0.2483469631</c:v>
                </c:pt>
                <c:pt idx="2">
                  <c:v>0.2106031117</c:v>
                </c:pt>
                <c:pt idx="3">
                  <c:v>0.1867134477</c:v>
                </c:pt>
                <c:pt idx="4">
                  <c:v>0.1706816032</c:v>
                </c:pt>
                <c:pt idx="5">
                  <c:v>0.1581146647</c:v>
                </c:pt>
                <c:pt idx="6">
                  <c:v>0.1482835053</c:v>
                </c:pt>
                <c:pt idx="7">
                  <c:v>0.1403873584</c:v>
                </c:pt>
                <c:pt idx="8">
                  <c:v>0.1345229821</c:v>
                </c:pt>
                <c:pt idx="9">
                  <c:v>0.1289078616</c:v>
                </c:pt>
                <c:pt idx="10">
                  <c:v>0.1241511824</c:v>
                </c:pt>
                <c:pt idx="11">
                  <c:v>0.1200297081</c:v>
                </c:pt>
                <c:pt idx="12">
                  <c:v>0.116384787</c:v>
                </c:pt>
                <c:pt idx="13">
                  <c:v>0.1131828071</c:v>
                </c:pt>
                <c:pt idx="14">
                  <c:v>0.1104770775</c:v>
                </c:pt>
                <c:pt idx="15">
                  <c:v>0.108091079</c:v>
                </c:pt>
                <c:pt idx="16">
                  <c:v>0.1063793108</c:v>
                </c:pt>
                <c:pt idx="17">
                  <c:v>0.1043285148</c:v>
                </c:pt>
                <c:pt idx="18">
                  <c:v>0.1024488299</c:v>
                </c:pt>
                <c:pt idx="19">
                  <c:v>0.1008011329</c:v>
                </c:pt>
                <c:pt idx="20">
                  <c:v>0.09925018314</c:v>
                </c:pt>
                <c:pt idx="21">
                  <c:v>0.09781233972</c:v>
                </c:pt>
                <c:pt idx="22">
                  <c:v>0.09647460462</c:v>
                </c:pt>
                <c:pt idx="23">
                  <c:v>0.09520527783</c:v>
                </c:pt>
                <c:pt idx="24">
                  <c:v>0.09401587797</c:v>
                </c:pt>
                <c:pt idx="25">
                  <c:v>0.09289776961</c:v>
                </c:pt>
                <c:pt idx="26">
                  <c:v>0.09183689538</c:v>
                </c:pt>
                <c:pt idx="27">
                  <c:v>0.09082419957</c:v>
                </c:pt>
                <c:pt idx="28">
                  <c:v>0.08986449751</c:v>
                </c:pt>
                <c:pt idx="29">
                  <c:v>0.08894974412</c:v>
                </c:pt>
                <c:pt idx="30">
                  <c:v>0.08807929034</c:v>
                </c:pt>
                <c:pt idx="31">
                  <c:v>0.08724446031</c:v>
                </c:pt>
                <c:pt idx="32">
                  <c:v>0.0868118805</c:v>
                </c:pt>
                <c:pt idx="33">
                  <c:v>0.08606258135</c:v>
                </c:pt>
                <c:pt idx="34">
                  <c:v>0.08536488971</c:v>
                </c:pt>
                <c:pt idx="35">
                  <c:v>0.08469068081</c:v>
                </c:pt>
                <c:pt idx="36">
                  <c:v>0.08403870346</c:v>
                </c:pt>
                <c:pt idx="37">
                  <c:v>0.08341592126</c:v>
                </c:pt>
                <c:pt idx="38">
                  <c:v>0.08281353797</c:v>
                </c:pt>
                <c:pt idx="39">
                  <c:v>0.08223097105</c:v>
                </c:pt>
                <c:pt idx="40">
                  <c:v>0.08167022062</c:v>
                </c:pt>
                <c:pt idx="41">
                  <c:v>0.08113008355</c:v>
                </c:pt>
                <c:pt idx="42">
                  <c:v>0.08062455935</c:v>
                </c:pt>
                <c:pt idx="43">
                  <c:v>0.08013553355</c:v>
                </c:pt>
                <c:pt idx="44">
                  <c:v>0.07966449549</c:v>
                </c:pt>
                <c:pt idx="45">
                  <c:v>0.07920609795</c:v>
                </c:pt>
                <c:pt idx="46">
                  <c:v>0.07876366222</c:v>
                </c:pt>
                <c:pt idx="47">
                  <c:v>0.07833359341</c:v>
                </c:pt>
                <c:pt idx="48">
                  <c:v>0.0779276499</c:v>
                </c:pt>
                <c:pt idx="49">
                  <c:v>0.07753128836</c:v>
                </c:pt>
                <c:pt idx="50">
                  <c:v>0.07715111226</c:v>
                </c:pt>
                <c:pt idx="51">
                  <c:v>0.07678227791</c:v>
                </c:pt>
                <c:pt idx="52">
                  <c:v>0.07642384489</c:v>
                </c:pt>
                <c:pt idx="53">
                  <c:v>0.07608136167</c:v>
                </c:pt>
                <c:pt idx="54">
                  <c:v>0.07574618482</c:v>
                </c:pt>
                <c:pt idx="55">
                  <c:v>0.07541874438</c:v>
                </c:pt>
                <c:pt idx="56">
                  <c:v>0.07510071892</c:v>
                </c:pt>
                <c:pt idx="57">
                  <c:v>0.07478910121</c:v>
                </c:pt>
                <c:pt idx="58">
                  <c:v>0.0744850387</c:v>
                </c:pt>
                <c:pt idx="59">
                  <c:v>0.07418772747</c:v>
                </c:pt>
                <c:pt idx="60">
                  <c:v>0.07389632127</c:v>
                </c:pt>
                <c:pt idx="61">
                  <c:v>0.07361055701</c:v>
                </c:pt>
                <c:pt idx="62">
                  <c:v>0.07333208047</c:v>
                </c:pt>
                <c:pt idx="63">
                  <c:v>0.0730592694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0.2919599865</c:v>
                </c:pt>
                <c:pt idx="1">
                  <c:v>0.2109160112</c:v>
                </c:pt>
                <c:pt idx="2">
                  <c:v>0.181364937</c:v>
                </c:pt>
                <c:pt idx="3">
                  <c:v>0.1620697079</c:v>
                </c:pt>
                <c:pt idx="4">
                  <c:v>0.1491842943</c:v>
                </c:pt>
                <c:pt idx="5">
                  <c:v>0.1388165492</c:v>
                </c:pt>
                <c:pt idx="6">
                  <c:v>0.1306766515</c:v>
                </c:pt>
                <c:pt idx="7">
                  <c:v>0.1241408527</c:v>
                </c:pt>
                <c:pt idx="8">
                  <c:v>0.1194834371</c:v>
                </c:pt>
                <c:pt idx="9">
                  <c:v>0.1148003052</c:v>
                </c:pt>
                <c:pt idx="10">
                  <c:v>0.1108510104</c:v>
                </c:pt>
                <c:pt idx="11">
                  <c:v>0.1074338191</c:v>
                </c:pt>
                <c:pt idx="12">
                  <c:v>0.1044064469</c:v>
                </c:pt>
                <c:pt idx="13">
                  <c:v>0.1017572772</c:v>
                </c:pt>
                <c:pt idx="14">
                  <c:v>0.0995645556</c:v>
                </c:pt>
                <c:pt idx="15">
                  <c:v>0.09764657092</c:v>
                </c:pt>
                <c:pt idx="16">
                  <c:v>0.09640607428</c:v>
                </c:pt>
                <c:pt idx="17">
                  <c:v>0.09473314906</c:v>
                </c:pt>
                <c:pt idx="18">
                  <c:v>0.09319991063</c:v>
                </c:pt>
                <c:pt idx="19">
                  <c:v>0.09187930166</c:v>
                </c:pt>
                <c:pt idx="20">
                  <c:v>0.09074210257</c:v>
                </c:pt>
                <c:pt idx="21">
                  <c:v>0.08971849101</c:v>
                </c:pt>
                <c:pt idx="22">
                  <c:v>0.08875982833</c:v>
                </c:pt>
                <c:pt idx="23">
                  <c:v>0.08783687891</c:v>
                </c:pt>
                <c:pt idx="24">
                  <c:v>0.08696659421</c:v>
                </c:pt>
                <c:pt idx="25">
                  <c:v>0.0861433213</c:v>
                </c:pt>
                <c:pt idx="26">
                  <c:v>0.08535506792</c:v>
                </c:pt>
                <c:pt idx="27">
                  <c:v>0.08459485427</c:v>
                </c:pt>
                <c:pt idx="28">
                  <c:v>0.08387023088</c:v>
                </c:pt>
                <c:pt idx="29">
                  <c:v>0.08317461034</c:v>
                </c:pt>
                <c:pt idx="30">
                  <c:v>0.08250907909</c:v>
                </c:pt>
                <c:pt idx="31">
                  <c:v>0.08186593246</c:v>
                </c:pt>
                <c:pt idx="32">
                  <c:v>0.08163653012</c:v>
                </c:pt>
                <c:pt idx="33">
                  <c:v>0.0810566951</c:v>
                </c:pt>
                <c:pt idx="34">
                  <c:v>0.08051981836</c:v>
                </c:pt>
                <c:pt idx="35">
                  <c:v>0.07999698035</c:v>
                </c:pt>
                <c:pt idx="36">
                  <c:v>0.0794877311</c:v>
                </c:pt>
                <c:pt idx="37">
                  <c:v>0.07900020177</c:v>
                </c:pt>
                <c:pt idx="38">
                  <c:v>0.07852578045</c:v>
                </c:pt>
                <c:pt idx="39">
                  <c:v>0.07806447794</c:v>
                </c:pt>
                <c:pt idx="40">
                  <c:v>0.07761895907</c:v>
                </c:pt>
                <c:pt idx="41">
                  <c:v>0.07718845476</c:v>
                </c:pt>
                <c:pt idx="42">
                  <c:v>0.07678811314</c:v>
                </c:pt>
                <c:pt idx="43">
                  <c:v>0.07639929385</c:v>
                </c:pt>
                <c:pt idx="44">
                  <c:v>0.07602393673</c:v>
                </c:pt>
                <c:pt idx="45">
                  <c:v>0.07565678254</c:v>
                </c:pt>
                <c:pt idx="46">
                  <c:v>0.07530162756</c:v>
                </c:pt>
                <c:pt idx="47">
                  <c:v>0.07495499896</c:v>
                </c:pt>
                <c:pt idx="48">
                  <c:v>0.07462944292</c:v>
                </c:pt>
                <c:pt idx="49">
                  <c:v>0.07431000053</c:v>
                </c:pt>
                <c:pt idx="50">
                  <c:v>0.07400378772</c:v>
                </c:pt>
                <c:pt idx="51">
                  <c:v>0.07370595522</c:v>
                </c:pt>
                <c:pt idx="52">
                  <c:v>0.07341571535</c:v>
                </c:pt>
                <c:pt idx="53">
                  <c:v>0.07313901766</c:v>
                </c:pt>
                <c:pt idx="54">
                  <c:v>0.07286702899</c:v>
                </c:pt>
                <c:pt idx="55">
                  <c:v>0.0726003538</c:v>
                </c:pt>
                <c:pt idx="56">
                  <c:v>0.07234087951</c:v>
                </c:pt>
                <c:pt idx="57">
                  <c:v>0.07208561675</c:v>
                </c:pt>
                <c:pt idx="58">
                  <c:v>0.07183588191</c:v>
                </c:pt>
                <c:pt idx="59">
                  <c:v>0.0715909572</c:v>
                </c:pt>
                <c:pt idx="60">
                  <c:v>0.07135007465</c:v>
                </c:pt>
                <c:pt idx="61">
                  <c:v>0.07111306422</c:v>
                </c:pt>
                <c:pt idx="62">
                  <c:v>0.07088172416</c:v>
                </c:pt>
                <c:pt idx="63">
                  <c:v>0.07065446351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660099"/>
            </a:solidFill>
            <a:ln xmlns:a="http://schemas.openxmlformats.org/drawingml/2006/main" w="23813">
              <a:solidFill>
                <a:srgbClr val="660099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0.2919599865</c:v>
                </c:pt>
                <c:pt idx="1">
                  <c:v>0.200412721</c:v>
                </c:pt>
                <c:pt idx="2">
                  <c:v>0.1682322922</c:v>
                </c:pt>
                <c:pt idx="3">
                  <c:v>0.1481204853</c:v>
                </c:pt>
                <c:pt idx="4">
                  <c:v>0.135165731</c:v>
                </c:pt>
                <c:pt idx="5">
                  <c:v>0.1249322483</c:v>
                </c:pt>
                <c:pt idx="6">
                  <c:v>0.1170604386</c:v>
                </c:pt>
                <c:pt idx="7">
                  <c:v>0.1108619386</c:v>
                </c:pt>
                <c:pt idx="8">
                  <c:v>0.1066596714</c:v>
                </c:pt>
                <c:pt idx="9">
                  <c:v>0.1023341293</c:v>
                </c:pt>
                <c:pt idx="10">
                  <c:v>0.09874793454</c:v>
                </c:pt>
                <c:pt idx="11">
                  <c:v>0.09568588138</c:v>
                </c:pt>
                <c:pt idx="12">
                  <c:v>0.09299754414</c:v>
                </c:pt>
                <c:pt idx="13">
                  <c:v>0.09067770983</c:v>
                </c:pt>
                <c:pt idx="14">
                  <c:v>0.08882055837</c:v>
                </c:pt>
                <c:pt idx="15">
                  <c:v>0.08722742036</c:v>
                </c:pt>
                <c:pt idx="16">
                  <c:v>0.08635251093</c:v>
                </c:pt>
                <c:pt idx="17">
                  <c:v>0.08495927188</c:v>
                </c:pt>
                <c:pt idx="18">
                  <c:v>0.0836911562</c:v>
                </c:pt>
                <c:pt idx="19">
                  <c:v>0.08263219541</c:v>
                </c:pt>
                <c:pt idx="20">
                  <c:v>0.08168808491</c:v>
                </c:pt>
                <c:pt idx="21">
                  <c:v>0.08083338973</c:v>
                </c:pt>
                <c:pt idx="22">
                  <c:v>0.08003756169</c:v>
                </c:pt>
                <c:pt idx="23">
                  <c:v>0.0792691354</c:v>
                </c:pt>
                <c:pt idx="24">
                  <c:v>0.07854778201</c:v>
                </c:pt>
                <c:pt idx="25">
                  <c:v>0.07786801001</c:v>
                </c:pt>
                <c:pt idx="26">
                  <c:v>0.07721725674</c:v>
                </c:pt>
                <c:pt idx="27">
                  <c:v>0.07658846363</c:v>
                </c:pt>
                <c:pt idx="28">
                  <c:v>0.07599056613</c:v>
                </c:pt>
                <c:pt idx="29">
                  <c:v>0.075416823</c:v>
                </c:pt>
                <c:pt idx="30">
                  <c:v>0.07486891927</c:v>
                </c:pt>
                <c:pt idx="31">
                  <c:v>0.07433880834</c:v>
                </c:pt>
                <c:pt idx="32">
                  <c:v>0.07425737135</c:v>
                </c:pt>
                <c:pt idx="33">
                  <c:v>0.07378412651</c:v>
                </c:pt>
                <c:pt idx="34">
                  <c:v>0.07335236919</c:v>
                </c:pt>
                <c:pt idx="35">
                  <c:v>0.07293063827</c:v>
                </c:pt>
                <c:pt idx="36">
                  <c:v>0.0725187453</c:v>
                </c:pt>
                <c:pt idx="37">
                  <c:v>0.0721258766</c:v>
                </c:pt>
                <c:pt idx="38">
                  <c:v>0.07174284442</c:v>
                </c:pt>
                <c:pt idx="39">
                  <c:v>0.07136989826</c:v>
                </c:pt>
                <c:pt idx="40">
                  <c:v>0.07101016969</c:v>
                </c:pt>
                <c:pt idx="41">
                  <c:v>0.07066301447</c:v>
                </c:pt>
                <c:pt idx="42">
                  <c:v>0.07034515057</c:v>
                </c:pt>
                <c:pt idx="43">
                  <c:v>0.07003637866</c:v>
                </c:pt>
                <c:pt idx="44">
                  <c:v>0.06973897652</c:v>
                </c:pt>
                <c:pt idx="45">
                  <c:v>0.06944736168</c:v>
                </c:pt>
                <c:pt idx="46">
                  <c:v>0.06916581434</c:v>
                </c:pt>
                <c:pt idx="47">
                  <c:v>0.06889068504</c:v>
                </c:pt>
                <c:pt idx="48">
                  <c:v>0.06863574271</c:v>
                </c:pt>
                <c:pt idx="49">
                  <c:v>0.06838482495</c:v>
                </c:pt>
                <c:pt idx="50">
                  <c:v>0.0681457751</c:v>
                </c:pt>
                <c:pt idx="51">
                  <c:v>0.06791342413</c:v>
                </c:pt>
                <c:pt idx="52">
                  <c:v>0.06768701467</c:v>
                </c:pt>
                <c:pt idx="53">
                  <c:v>0.06747308809</c:v>
                </c:pt>
                <c:pt idx="54">
                  <c:v>0.06726214994</c:v>
                </c:pt>
                <c:pt idx="55">
                  <c:v>0.06705494123</c:v>
                </c:pt>
                <c:pt idx="56">
                  <c:v>0.06685358447</c:v>
                </c:pt>
                <c:pt idx="57">
                  <c:v>0.06665491868</c:v>
                </c:pt>
                <c:pt idx="58">
                  <c:v>0.06646043964</c:v>
                </c:pt>
                <c:pt idx="59">
                  <c:v>0.06626943835</c:v>
                </c:pt>
                <c:pt idx="60">
                  <c:v>0.06608114939</c:v>
                </c:pt>
                <c:pt idx="61">
                  <c:v>0.06589545071</c:v>
                </c:pt>
                <c:pt idx="62">
                  <c:v>0.0657143403</c:v>
                </c:pt>
                <c:pt idx="63">
                  <c:v>0.06553615519</c:v>
                </c:pt>
              </c:numCache>
            </c:numRef>
          </c:yVal>
        </c:ser>
        <c:ser>
          <c:idx val="3"/>
          <c:order val="3"/>
          <c:tx>
            <c:v>Coherent: optimized power</c:v>
          </c:tx>
          <c:spPr>
            <a:solidFill xmlns:a="http://schemas.openxmlformats.org/drawingml/2006/main">
              <a:srgbClr val="BC3441"/>
            </a:solidFill>
            <a:ln xmlns:a="http://schemas.openxmlformats.org/drawingml/2006/main" w="23813">
              <a:solidFill>
                <a:srgbClr val="BC3441"/>
              </a:solidFill>
            </a:ln>
          </c:spPr>
          <c:marker>
            <c:symbol val="none"/>
          </c:marker>
          <c:xVal>
            <c:numRef>
              <c:f>'Chart Data'!$G$2:$G$65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Data'!$H$2:$H$65</c:f>
              <c:numCache>
                <c:formatCode>0.##</c:formatCode>
                <c:ptCount val="64"/>
                <c:pt idx="0">
                  <c:v>0.3458640433</c:v>
                </c:pt>
                <c:pt idx="1">
                  <c:v>0.2483467807</c:v>
                </c:pt>
                <c:pt idx="2">
                  <c:v>0.2104829547</c:v>
                </c:pt>
                <c:pt idx="3">
                  <c:v>0.18656683</c:v>
                </c:pt>
                <c:pt idx="4">
                  <c:v>0.170547662</c:v>
                </c:pt>
                <c:pt idx="5">
                  <c:v>0.1579896961</c:v>
                </c:pt>
                <c:pt idx="6">
                  <c:v>0.1481680681</c:v>
                </c:pt>
                <c:pt idx="7">
                  <c:v>0.1402785367</c:v>
                </c:pt>
                <c:pt idx="8">
                  <c:v>0.1344193753</c:v>
                </c:pt>
                <c:pt idx="9">
                  <c:v>0.1288112463</c:v>
                </c:pt>
                <c:pt idx="10">
                  <c:v>0.1240578605</c:v>
                </c:pt>
                <c:pt idx="11">
                  <c:v>0.119938514</c:v>
                </c:pt>
                <c:pt idx="12">
                  <c:v>0.11629631</c:v>
                </c:pt>
                <c:pt idx="13">
                  <c:v>0.1130951022</c:v>
                </c:pt>
                <c:pt idx="14">
                  <c:v>0.1103806477</c:v>
                </c:pt>
                <c:pt idx="15">
                  <c:v>0.1079832411</c:v>
                </c:pt>
                <c:pt idx="16">
                  <c:v>0.1062639903</c:v>
                </c:pt>
                <c:pt idx="17">
                  <c:v>0.1042090272</c:v>
                </c:pt>
                <c:pt idx="18">
                  <c:v>0.1023256186</c:v>
                </c:pt>
                <c:pt idx="19">
                  <c:v>0.1006678752</c:v>
                </c:pt>
                <c:pt idx="20">
                  <c:v>0.09911034354</c:v>
                </c:pt>
                <c:pt idx="21">
                  <c:v>0.09766645788</c:v>
                </c:pt>
                <c:pt idx="22">
                  <c:v>0.09632317272</c:v>
                </c:pt>
                <c:pt idx="23">
                  <c:v>0.09505053516</c:v>
                </c:pt>
                <c:pt idx="24">
                  <c:v>0.09385816698</c:v>
                </c:pt>
                <c:pt idx="25">
                  <c:v>0.09273745414</c:v>
                </c:pt>
                <c:pt idx="26">
                  <c:v>0.09167491654</c:v>
                </c:pt>
                <c:pt idx="27">
                  <c:v>0.09066168789</c:v>
                </c:pt>
                <c:pt idx="28">
                  <c:v>0.08970169634</c:v>
                </c:pt>
                <c:pt idx="29">
                  <c:v>0.08878715442</c:v>
                </c:pt>
                <c:pt idx="30">
                  <c:v>0.08791710888</c:v>
                </c:pt>
                <c:pt idx="31">
                  <c:v>0.0870832667</c:v>
                </c:pt>
                <c:pt idx="32">
                  <c:v>0.08665012058</c:v>
                </c:pt>
                <c:pt idx="33">
                  <c:v>0.08590058397</c:v>
                </c:pt>
                <c:pt idx="34">
                  <c:v>0.085201119</c:v>
                </c:pt>
                <c:pt idx="35">
                  <c:v>0.08452593824</c:v>
                </c:pt>
                <c:pt idx="36">
                  <c:v>0.08387366644</c:v>
                </c:pt>
                <c:pt idx="37">
                  <c:v>0.08325045304</c:v>
                </c:pt>
                <c:pt idx="38">
                  <c:v>0.08264812236</c:v>
                </c:pt>
                <c:pt idx="39">
                  <c:v>0.08206597945</c:v>
                </c:pt>
                <c:pt idx="40">
                  <c:v>0.08150571236</c:v>
                </c:pt>
                <c:pt idx="41">
                  <c:v>0.08096610203</c:v>
                </c:pt>
                <c:pt idx="42">
                  <c:v>0.08045976964</c:v>
                </c:pt>
                <c:pt idx="43">
                  <c:v>0.07997016583</c:v>
                </c:pt>
                <c:pt idx="44">
                  <c:v>0.07949853226</c:v>
                </c:pt>
                <c:pt idx="45">
                  <c:v>0.07903993277</c:v>
                </c:pt>
                <c:pt idx="46">
                  <c:v>0.07859728194</c:v>
                </c:pt>
                <c:pt idx="47">
                  <c:v>0.07816724203</c:v>
                </c:pt>
                <c:pt idx="48">
                  <c:v>0.07776036188</c:v>
                </c:pt>
                <c:pt idx="49">
                  <c:v>0.07736345871</c:v>
                </c:pt>
                <c:pt idx="50">
                  <c:v>0.07698240234</c:v>
                </c:pt>
                <c:pt idx="51">
                  <c:v>0.07661277605</c:v>
                </c:pt>
                <c:pt idx="52">
                  <c:v>0.07625367325</c:v>
                </c:pt>
                <c:pt idx="53">
                  <c:v>0.07591000686</c:v>
                </c:pt>
                <c:pt idx="54">
                  <c:v>0.07557399072</c:v>
                </c:pt>
                <c:pt idx="55">
                  <c:v>0.07524595048</c:v>
                </c:pt>
                <c:pt idx="56">
                  <c:v>0.07492733902</c:v>
                </c:pt>
                <c:pt idx="57">
                  <c:v>0.07461541597</c:v>
                </c:pt>
                <c:pt idx="58">
                  <c:v>0.07431116398</c:v>
                </c:pt>
                <c:pt idx="59">
                  <c:v>0.07401382058</c:v>
                </c:pt>
                <c:pt idx="60">
                  <c:v>0.07372258542</c:v>
                </c:pt>
                <c:pt idx="61">
                  <c:v>0.07343718308</c:v>
                </c:pt>
                <c:pt idx="62">
                  <c:v>0.07315906326</c:v>
                </c:pt>
                <c:pt idx="63">
                  <c:v>0.07288673409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Total 1 s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Number of nearest sampling locations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16-node pilot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Data'!$A$2:$A$81</c:f>
              <c:numCache>
                <c:formatCode>General</c:formatCode>
                <c:ptCount val="80"/>
                <c:pt idx="0">
                  <c:v>-2</c:v>
                </c:pt>
                <c:pt idx="1">
                  <c:v>-1.962025316</c:v>
                </c:pt>
                <c:pt idx="2">
                  <c:v>-1.924050633</c:v>
                </c:pt>
                <c:pt idx="3">
                  <c:v>-1.886075949</c:v>
                </c:pt>
                <c:pt idx="4">
                  <c:v>-1.848101266</c:v>
                </c:pt>
                <c:pt idx="5">
                  <c:v>-1.810126582</c:v>
                </c:pt>
                <c:pt idx="6">
                  <c:v>-1.772151899</c:v>
                </c:pt>
                <c:pt idx="7">
                  <c:v>-1.734177215</c:v>
                </c:pt>
                <c:pt idx="8">
                  <c:v>-1.696202532</c:v>
                </c:pt>
                <c:pt idx="9">
                  <c:v>-1.658227848</c:v>
                </c:pt>
                <c:pt idx="10">
                  <c:v>-1.620253165</c:v>
                </c:pt>
                <c:pt idx="11">
                  <c:v>-1.582278481</c:v>
                </c:pt>
                <c:pt idx="12">
                  <c:v>-1.544303797</c:v>
                </c:pt>
                <c:pt idx="13">
                  <c:v>-1.506329114</c:v>
                </c:pt>
                <c:pt idx="14">
                  <c:v>-1.46835443</c:v>
                </c:pt>
                <c:pt idx="15">
                  <c:v>-1.430379747</c:v>
                </c:pt>
                <c:pt idx="16">
                  <c:v>-1.392405063</c:v>
                </c:pt>
                <c:pt idx="17">
                  <c:v>-1.35443038</c:v>
                </c:pt>
                <c:pt idx="18">
                  <c:v>-1.316455696</c:v>
                </c:pt>
                <c:pt idx="19">
                  <c:v>-1.278481013</c:v>
                </c:pt>
                <c:pt idx="20">
                  <c:v>-1.240506329</c:v>
                </c:pt>
                <c:pt idx="21">
                  <c:v>-1.202531646</c:v>
                </c:pt>
                <c:pt idx="22">
                  <c:v>-1.164556962</c:v>
                </c:pt>
                <c:pt idx="23">
                  <c:v>-1.126582278</c:v>
                </c:pt>
                <c:pt idx="24">
                  <c:v>-1.088607595</c:v>
                </c:pt>
                <c:pt idx="25">
                  <c:v>-1.050632911</c:v>
                </c:pt>
                <c:pt idx="26">
                  <c:v>-1.012658228</c:v>
                </c:pt>
                <c:pt idx="27">
                  <c:v>-0.9746835443</c:v>
                </c:pt>
                <c:pt idx="28">
                  <c:v>-0.9367088608</c:v>
                </c:pt>
                <c:pt idx="29">
                  <c:v>-0.8987341772</c:v>
                </c:pt>
                <c:pt idx="30">
                  <c:v>-0.8607594937</c:v>
                </c:pt>
                <c:pt idx="31">
                  <c:v>-0.8227848101</c:v>
                </c:pt>
                <c:pt idx="32">
                  <c:v>-0.7848101266</c:v>
                </c:pt>
                <c:pt idx="33">
                  <c:v>-0.746835443</c:v>
                </c:pt>
                <c:pt idx="34">
                  <c:v>-0.7088607595</c:v>
                </c:pt>
                <c:pt idx="35">
                  <c:v>-0.6708860759</c:v>
                </c:pt>
                <c:pt idx="36">
                  <c:v>-0.6329113924</c:v>
                </c:pt>
                <c:pt idx="37">
                  <c:v>-0.5949367089</c:v>
                </c:pt>
                <c:pt idx="38">
                  <c:v>-0.5569620253</c:v>
                </c:pt>
                <c:pt idx="39">
                  <c:v>-0.5189873418</c:v>
                </c:pt>
                <c:pt idx="40">
                  <c:v>-0.4810126582</c:v>
                </c:pt>
                <c:pt idx="41">
                  <c:v>-0.4430379747</c:v>
                </c:pt>
                <c:pt idx="42">
                  <c:v>-0.4050632911</c:v>
                </c:pt>
                <c:pt idx="43">
                  <c:v>-0.3670886076</c:v>
                </c:pt>
                <c:pt idx="44">
                  <c:v>-0.3291139241</c:v>
                </c:pt>
                <c:pt idx="45">
                  <c:v>-0.2911392405</c:v>
                </c:pt>
                <c:pt idx="46">
                  <c:v>-0.253164557</c:v>
                </c:pt>
                <c:pt idx="47">
                  <c:v>-0.2151898734</c:v>
                </c:pt>
                <c:pt idx="48">
                  <c:v>-0.1772151899</c:v>
                </c:pt>
                <c:pt idx="49">
                  <c:v>-0.1392405063</c:v>
                </c:pt>
                <c:pt idx="50">
                  <c:v>-0.1012658228</c:v>
                </c:pt>
                <c:pt idx="51">
                  <c:v>-0.06329113924</c:v>
                </c:pt>
                <c:pt idx="52">
                  <c:v>-0.0253164557</c:v>
                </c:pt>
                <c:pt idx="53">
                  <c:v>0.01265822785</c:v>
                </c:pt>
                <c:pt idx="54">
                  <c:v>0.05063291139</c:v>
                </c:pt>
                <c:pt idx="55">
                  <c:v>0.08860759494</c:v>
                </c:pt>
                <c:pt idx="56">
                  <c:v>0.1265822785</c:v>
                </c:pt>
                <c:pt idx="57">
                  <c:v>0.164556962</c:v>
                </c:pt>
                <c:pt idx="58">
                  <c:v>0.2025316456</c:v>
                </c:pt>
                <c:pt idx="59">
                  <c:v>0.2405063291</c:v>
                </c:pt>
                <c:pt idx="60">
                  <c:v>0.2784810127</c:v>
                </c:pt>
                <c:pt idx="61">
                  <c:v>0.3164556962</c:v>
                </c:pt>
                <c:pt idx="62">
                  <c:v>0.3544303797</c:v>
                </c:pt>
                <c:pt idx="63">
                  <c:v>0.3924050633</c:v>
                </c:pt>
                <c:pt idx="64">
                  <c:v>0.4303797468</c:v>
                </c:pt>
                <c:pt idx="65">
                  <c:v>0.4683544304</c:v>
                </c:pt>
                <c:pt idx="66">
                  <c:v>0.5063291139</c:v>
                </c:pt>
                <c:pt idx="67">
                  <c:v>0.5443037975</c:v>
                </c:pt>
                <c:pt idx="68">
                  <c:v>0.582278481</c:v>
                </c:pt>
                <c:pt idx="69">
                  <c:v>0.6202531646</c:v>
                </c:pt>
                <c:pt idx="70">
                  <c:v>0.6582278481</c:v>
                </c:pt>
                <c:pt idx="71">
                  <c:v>0.6962025316</c:v>
                </c:pt>
                <c:pt idx="72">
                  <c:v>0.7341772152</c:v>
                </c:pt>
                <c:pt idx="73">
                  <c:v>0.7721518987</c:v>
                </c:pt>
                <c:pt idx="74">
                  <c:v>0.8101265823</c:v>
                </c:pt>
                <c:pt idx="75">
                  <c:v>0.8481012658</c:v>
                </c:pt>
                <c:pt idx="76">
                  <c:v>0.8860759494</c:v>
                </c:pt>
                <c:pt idx="77">
                  <c:v>0.9240506329</c:v>
                </c:pt>
                <c:pt idx="78">
                  <c:v>0.9620253165</c:v>
                </c:pt>
                <c:pt idx="79">
                  <c:v>1</c:v>
                </c:pt>
              </c:numCache>
            </c:numRef>
          </c:xVal>
          <c:yVal>
            <c:numRef>
              <c:f>'Chart Data'!$B$2:$B$81</c:f>
              <c:numCache>
                <c:formatCode>0.##</c:formatCode>
                <c:ptCount val="80"/>
                <c:pt idx="0">
                  <c:v>1.641710675</c:v>
                </c:pt>
                <c:pt idx="1">
                  <c:v>1.638303055</c:v>
                </c:pt>
                <c:pt idx="2">
                  <c:v>1.634293341</c:v>
                </c:pt>
                <c:pt idx="3">
                  <c:v>1.629585609</c:v>
                </c:pt>
                <c:pt idx="4">
                  <c:v>1.62407271</c:v>
                </c:pt>
                <c:pt idx="5">
                  <c:v>1.617636541</c:v>
                </c:pt>
                <c:pt idx="6">
                  <c:v>1.610149049</c:v>
                </c:pt>
                <c:pt idx="7">
                  <c:v>1.601474237</c:v>
                </c:pt>
                <c:pt idx="8">
                  <c:v>1.59147144</c:v>
                </c:pt>
                <c:pt idx="9">
                  <c:v>1.580000136</c:v>
                </c:pt>
                <c:pt idx="10">
                  <c:v>1.566926501</c:v>
                </c:pt>
                <c:pt idx="11">
                  <c:v>1.552131777</c:v>
                </c:pt>
                <c:pt idx="12">
                  <c:v>1.535522303</c:v>
                </c:pt>
                <c:pt idx="13">
                  <c:v>1.517040751</c:v>
                </c:pt>
                <c:pt idx="14">
                  <c:v>1.496677742</c:v>
                </c:pt>
                <c:pt idx="15">
                  <c:v>1.474482617</c:v>
                </c:pt>
                <c:pt idx="16">
                  <c:v>1.450571855</c:v>
                </c:pt>
                <c:pt idx="17">
                  <c:v>1.425133522</c:v>
                </c:pt>
                <c:pt idx="18">
                  <c:v>1.398426325</c:v>
                </c:pt>
                <c:pt idx="19">
                  <c:v>1.370772399</c:v>
                </c:pt>
                <c:pt idx="20">
                  <c:v>1.3425438</c:v>
                </c:pt>
                <c:pt idx="21">
                  <c:v>1.314143691</c:v>
                </c:pt>
                <c:pt idx="22">
                  <c:v>1.285984095</c:v>
                </c:pt>
                <c:pt idx="23">
                  <c:v>1.258462769</c:v>
                </c:pt>
                <c:pt idx="24">
                  <c:v>1.23194182</c:v>
                </c:pt>
                <c:pt idx="25">
                  <c:v>1.206730386</c:v>
                </c:pt>
                <c:pt idx="26">
                  <c:v>1.183072901</c:v>
                </c:pt>
                <c:pt idx="27">
                  <c:v>1.16114357</c:v>
                </c:pt>
                <c:pt idx="28">
                  <c:v>1.141046716</c:v>
                </c:pt>
                <c:pt idx="29">
                  <c:v>1.122822008</c:v>
                </c:pt>
                <c:pt idx="30">
                  <c:v>1.106453139</c:v>
                </c:pt>
                <c:pt idx="31">
                  <c:v>1.091878463</c:v>
                </c:pt>
                <c:pt idx="32">
                  <c:v>1.079002211</c:v>
                </c:pt>
                <c:pt idx="33">
                  <c:v>1.067705226</c:v>
                </c:pt>
                <c:pt idx="34">
                  <c:v>1.057854484</c:v>
                </c:pt>
                <c:pt idx="35">
                  <c:v>1.049311019</c:v>
                </c:pt>
                <c:pt idx="36">
                  <c:v>1.04193613</c:v>
                </c:pt>
                <c:pt idx="37">
                  <c:v>1.035595935</c:v>
                </c:pt>
                <c:pt idx="38">
                  <c:v>1.030164478</c:v>
                </c:pt>
                <c:pt idx="39">
                  <c:v>1.02552563</c:v>
                </c:pt>
                <c:pt idx="40">
                  <c:v>1.021574036</c:v>
                </c:pt>
                <c:pt idx="41">
                  <c:v>1.018215372</c:v>
                </c:pt>
                <c:pt idx="42">
                  <c:v>1.015366087</c:v>
                </c:pt>
                <c:pt idx="43">
                  <c:v>1.012952831</c:v>
                </c:pt>
                <c:pt idx="44">
                  <c:v>1.010911681</c:v>
                </c:pt>
                <c:pt idx="45">
                  <c:v>1.009187267</c:v>
                </c:pt>
                <c:pt idx="46">
                  <c:v>1.007731872</c:v>
                </c:pt>
                <c:pt idx="47">
                  <c:v>1.006504549</c:v>
                </c:pt>
                <c:pt idx="48">
                  <c:v>1.005470284</c:v>
                </c:pt>
                <c:pt idx="49">
                  <c:v>1.004599225</c:v>
                </c:pt>
                <c:pt idx="50">
                  <c:v>1.003865985</c:v>
                </c:pt>
                <c:pt idx="51">
                  <c:v>1.003249017</c:v>
                </c:pt>
                <c:pt idx="52">
                  <c:v>1.002730068</c:v>
                </c:pt>
                <c:pt idx="53">
                  <c:v>1.002293695</c:v>
                </c:pt>
                <c:pt idx="54">
                  <c:v>1.001926851</c:v>
                </c:pt>
                <c:pt idx="55">
                  <c:v>1.001618523</c:v>
                </c:pt>
                <c:pt idx="56">
                  <c:v>1.001359422</c:v>
                </c:pt>
                <c:pt idx="57">
                  <c:v>1.001141721</c:v>
                </c:pt>
                <c:pt idx="58">
                  <c:v>1.000958829</c:v>
                </c:pt>
                <c:pt idx="59">
                  <c:v>1.000805195</c:v>
                </c:pt>
                <c:pt idx="60">
                  <c:v>1.000676151</c:v>
                </c:pt>
                <c:pt idx="61">
                  <c:v>1.000567769</c:v>
                </c:pt>
                <c:pt idx="62">
                  <c:v>1.000476746</c:v>
                </c:pt>
                <c:pt idx="63">
                  <c:v>1.000400306</c:v>
                </c:pt>
                <c:pt idx="64">
                  <c:v>1.000336115</c:v>
                </c:pt>
                <c:pt idx="65">
                  <c:v>1.000282213</c:v>
                </c:pt>
                <c:pt idx="66">
                  <c:v>1.000236952</c:v>
                </c:pt>
                <c:pt idx="67">
                  <c:v>1.000198947</c:v>
                </c:pt>
                <c:pt idx="68">
                  <c:v>1.000167036</c:v>
                </c:pt>
                <c:pt idx="69">
                  <c:v>1.000140243</c:v>
                </c:pt>
                <c:pt idx="70">
                  <c:v>1.000117746</c:v>
                </c:pt>
                <c:pt idx="71">
                  <c:v>1.000098858</c:v>
                </c:pt>
                <c:pt idx="72">
                  <c:v>1.000082999</c:v>
                </c:pt>
                <c:pt idx="73">
                  <c:v>1.000069684</c:v>
                </c:pt>
                <c:pt idx="74">
                  <c:v>1.000058505</c:v>
                </c:pt>
                <c:pt idx="75">
                  <c:v>1.000049119</c:v>
                </c:pt>
                <c:pt idx="76">
                  <c:v>1.000041239</c:v>
                </c:pt>
                <c:pt idx="77">
                  <c:v>1.000034623</c:v>
                </c:pt>
                <c:pt idx="78">
                  <c:v>1.000029068</c:v>
                </c:pt>
                <c:pt idx="79">
                  <c:v>1.000024404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Classical / quantum total RMSE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log₁₀ temperature residual RMS (mK)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Analytic probability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0.2426817297</c:v>
                </c:pt>
                <c:pt idx="1">
                  <c:v>0.3293999268</c:v>
                </c:pt>
                <c:pt idx="2">
                  <c:v>0.4733112665</c:v>
                </c:pt>
              </c:numCache>
            </c:numRef>
          </c:val>
        </c:ser>
        <c:ser>
          <c:idx val="1"/>
          <c:order val="1"/>
          <c:tx>
            <c:v>100,000 Monte Carlo trials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0.24311</c:v>
                </c:pt>
                <c:pt idx="1">
                  <c:v>0.3316</c:v>
                </c:pt>
                <c:pt idx="2">
                  <c:v>0.47512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Probe strategy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Detection probability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True regional change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3813">
              <a:solidFill>
                <a:srgbClr val="555555"/>
              </a:solidFill>
            </a:ln>
          </c:spPr>
          <c:marker>
            <c:symbol val="none"/>
          </c:marker>
          <c:xVal>
            <c:numRef>
              <c:f>'Chart Data'!$A$2:$A$361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Data'!$B$2:$B$361</c:f>
              <c:numCache>
                <c:formatCode>0.##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0.0008577310185</c:v>
                </c:pt>
                <c:pt idx="92">
                  <c:v>0.001681829923</c:v>
                </c:pt>
                <c:pt idx="93">
                  <c:v>0.002473615447</c:v>
                </c:pt>
                <c:pt idx="94">
                  <c:v>0.004272524576</c:v>
                </c:pt>
                <c:pt idx="95">
                  <c:v>0.00600089747</c:v>
                </c:pt>
                <c:pt idx="96">
                  <c:v>0.007661499892</c:v>
                </c:pt>
                <c:pt idx="97">
                  <c:v>0.01030970333</c:v>
                </c:pt>
                <c:pt idx="98">
                  <c:v>0.01285406923</c:v>
                </c:pt>
                <c:pt idx="99">
                  <c:v>0.01529866912</c:v>
                </c:pt>
                <c:pt idx="100">
                  <c:v>0.01853540664</c:v>
                </c:pt>
                <c:pt idx="101">
                  <c:v>0.02164522987</c:v>
                </c:pt>
                <c:pt idx="102">
                  <c:v>0.02463311519</c:v>
                </c:pt>
                <c:pt idx="103">
                  <c:v>0.02819929162</c:v>
                </c:pt>
                <c:pt idx="104">
                  <c:v>0.03162563627</c:v>
                </c:pt>
                <c:pt idx="105">
                  <c:v>0.03491763203</c:v>
                </c:pt>
                <c:pt idx="106">
                  <c:v>0.03873265304</c:v>
                </c:pt>
                <c:pt idx="107">
                  <c:v>0.04239808493</c:v>
                </c:pt>
                <c:pt idx="108">
                  <c:v>0.04591979318</c:v>
                </c:pt>
                <c:pt idx="109">
                  <c:v>0.05010122845</c:v>
                </c:pt>
                <c:pt idx="110">
                  <c:v>0.05411870731</c:v>
                </c:pt>
                <c:pt idx="111">
                  <c:v>0.05797865857</c:v>
                </c:pt>
                <c:pt idx="112">
                  <c:v>0.06268586943</c:v>
                </c:pt>
                <c:pt idx="113">
                  <c:v>0.06720850792</c:v>
                </c:pt>
                <c:pt idx="114">
                  <c:v>0.07155381122</c:v>
                </c:pt>
                <c:pt idx="115">
                  <c:v>0.07679861457</c:v>
                </c:pt>
                <c:pt idx="116">
                  <c:v>0.08183776624</c:v>
                </c:pt>
                <c:pt idx="117">
                  <c:v>0.08667932995</c:v>
                </c:pt>
                <c:pt idx="118">
                  <c:v>0.09227715595</c:v>
                </c:pt>
                <c:pt idx="119">
                  <c:v>0.09765548805</c:v>
                </c:pt>
                <c:pt idx="120">
                  <c:v>0.1028229327</c:v>
                </c:pt>
                <c:pt idx="121">
                  <c:v>0.1085288341</c:v>
                </c:pt>
                <c:pt idx="122">
                  <c:v>0.1140110039</c:v>
                </c:pt>
                <c:pt idx="123">
                  <c:v>0.1192782147</c:v>
                </c:pt>
                <c:pt idx="124">
                  <c:v>0.1249821955</c:v>
                </c:pt>
                <c:pt idx="125">
                  <c:v>0.1304625201</c:v>
                </c:pt>
                <c:pt idx="126">
                  <c:v>0.1357279581</c:v>
                </c:pt>
                <c:pt idx="127">
                  <c:v>0.1415296076</c:v>
                </c:pt>
                <c:pt idx="128">
                  <c:v>0.1471037711</c:v>
                </c:pt>
                <c:pt idx="129">
                  <c:v>0.1524593685</c:v>
                </c:pt>
                <c:pt idx="130">
                  <c:v>0.1585527985</c:v>
                </c:pt>
                <c:pt idx="131">
                  <c:v>0.1644073017</c:v>
                </c:pt>
                <c:pt idx="132">
                  <c:v>0.1700322466</c:v>
                </c:pt>
                <c:pt idx="133">
                  <c:v>0.1765067839</c:v>
                </c:pt>
                <c:pt idx="134">
                  <c:v>0.182727451</c:v>
                </c:pt>
                <c:pt idx="135">
                  <c:v>0.1887042022</c:v>
                </c:pt>
                <c:pt idx="136">
                  <c:v>0.1954437757</c:v>
                </c:pt>
                <c:pt idx="137">
                  <c:v>0.2019190868</c:v>
                </c:pt>
                <c:pt idx="138">
                  <c:v>0.2081404972</c:v>
                </c:pt>
                <c:pt idx="139">
                  <c:v>0.2141179627</c:v>
                </c:pt>
                <c:pt idx="140">
                  <c:v>0.2198610484</c:v>
                </c:pt>
                <c:pt idx="141">
                  <c:v>0.2253789444</c:v>
                </c:pt>
                <c:pt idx="142">
                  <c:v>0.2306804807</c:v>
                </c:pt>
                <c:pt idx="143">
                  <c:v>0.2357741408</c:v>
                </c:pt>
                <c:pt idx="144">
                  <c:v>0.2406680756</c:v>
                </c:pt>
                <c:pt idx="145">
                  <c:v>0.2453701165</c:v>
                </c:pt>
                <c:pt idx="146">
                  <c:v>0.2498877877</c:v>
                </c:pt>
                <c:pt idx="147">
                  <c:v>0.2542283185</c:v>
                </c:pt>
                <c:pt idx="148">
                  <c:v>0.2583986546</c:v>
                </c:pt>
                <c:pt idx="149">
                  <c:v>0.2624054695</c:v>
                </c:pt>
                <c:pt idx="150">
                  <c:v>0.266255175</c:v>
                </c:pt>
                <c:pt idx="151">
                  <c:v>0.2699539314</c:v>
                </c:pt>
                <c:pt idx="152">
                  <c:v>0.2735076574</c:v>
                </c:pt>
                <c:pt idx="153">
                  <c:v>0.2769220399</c:v>
                </c:pt>
                <c:pt idx="154">
                  <c:v>0.2802025425</c:v>
                </c:pt>
                <c:pt idx="155">
                  <c:v>0.2833544147</c:v>
                </c:pt>
                <c:pt idx="156">
                  <c:v>0.2863827003</c:v>
                </c:pt>
                <c:pt idx="157">
                  <c:v>0.2892922451</c:v>
                </c:pt>
                <c:pt idx="158">
                  <c:v>0.292087705</c:v>
                </c:pt>
                <c:pt idx="159">
                  <c:v>0.2947735534</c:v>
                </c:pt>
                <c:pt idx="160">
                  <c:v>0.2973540881</c:v>
                </c:pt>
                <c:pt idx="161">
                  <c:v>0.2998334386</c:v>
                </c:pt>
                <c:pt idx="162">
                  <c:v>0.3022155724</c:v>
                </c:pt>
                <c:pt idx="163">
                  <c:v>0.3045043014</c:v>
                </c:pt>
                <c:pt idx="164">
                  <c:v>0.3067032881</c:v>
                </c:pt>
                <c:pt idx="165">
                  <c:v>0.3088160513</c:v>
                </c:pt>
                <c:pt idx="166">
                  <c:v>0.3108459718</c:v>
                </c:pt>
                <c:pt idx="167">
                  <c:v>0.312796298</c:v>
                </c:pt>
                <c:pt idx="168">
                  <c:v>0.3146701508</c:v>
                </c:pt>
                <c:pt idx="169">
                  <c:v>0.3164705288</c:v>
                </c:pt>
                <c:pt idx="170">
                  <c:v>0.318200313</c:v>
                </c:pt>
                <c:pt idx="171">
                  <c:v>0.3198622713</c:v>
                </c:pt>
                <c:pt idx="172">
                  <c:v>0.3214590634</c:v>
                </c:pt>
                <c:pt idx="173">
                  <c:v>0.3229932443</c:v>
                </c:pt>
                <c:pt idx="174">
                  <c:v>0.3244672691</c:v>
                </c:pt>
                <c:pt idx="175">
                  <c:v>0.3258834966</c:v>
                </c:pt>
                <c:pt idx="176">
                  <c:v>0.3272441931</c:v>
                </c:pt>
                <c:pt idx="177">
                  <c:v>0.3285515358</c:v>
                </c:pt>
                <c:pt idx="178">
                  <c:v>0.3298076169</c:v>
                </c:pt>
                <c:pt idx="179">
                  <c:v>0.3310144464</c:v>
                </c:pt>
                <c:pt idx="180">
                  <c:v>0.3321739554</c:v>
                </c:pt>
                <c:pt idx="181">
                  <c:v>0.3332879994</c:v>
                </c:pt>
                <c:pt idx="182">
                  <c:v>0.3343583611</c:v>
                </c:pt>
                <c:pt idx="183">
                  <c:v>0.3353867533</c:v>
                </c:pt>
                <c:pt idx="184">
                  <c:v>0.3363748217</c:v>
                </c:pt>
                <c:pt idx="185">
                  <c:v>0.3373241474</c:v>
                </c:pt>
                <c:pt idx="186">
                  <c:v>0.3382362495</c:v>
                </c:pt>
                <c:pt idx="187">
                  <c:v>0.3391125876</c:v>
                </c:pt>
                <c:pt idx="188">
                  <c:v>0.3399545639</c:v>
                </c:pt>
                <c:pt idx="189">
                  <c:v>0.3407635259</c:v>
                </c:pt>
                <c:pt idx="190">
                  <c:v>0.341540768</c:v>
                </c:pt>
                <c:pt idx="191">
                  <c:v>0.342287534</c:v>
                </c:pt>
                <c:pt idx="192">
                  <c:v>0.343005019</c:v>
                </c:pt>
                <c:pt idx="193">
                  <c:v>0.3436943709</c:v>
                </c:pt>
                <c:pt idx="194">
                  <c:v>0.3443566929</c:v>
                </c:pt>
                <c:pt idx="195">
                  <c:v>0.344993045</c:v>
                </c:pt>
                <c:pt idx="196">
                  <c:v>0.3456044453</c:v>
                </c:pt>
                <c:pt idx="197">
                  <c:v>0.3461918722</c:v>
                </c:pt>
                <c:pt idx="198">
                  <c:v>0.3467562659</c:v>
                </c:pt>
                <c:pt idx="199">
                  <c:v>0.3472985293</c:v>
                </c:pt>
                <c:pt idx="200">
                  <c:v>0.3478195303</c:v>
                </c:pt>
                <c:pt idx="201">
                  <c:v>0.3483201025</c:v>
                </c:pt>
                <c:pt idx="202">
                  <c:v>0.348801047</c:v>
                </c:pt>
                <c:pt idx="203">
                  <c:v>0.3492631335</c:v>
                </c:pt>
                <c:pt idx="204">
                  <c:v>0.3497071012</c:v>
                </c:pt>
                <c:pt idx="205">
                  <c:v>0.3501336607</c:v>
                </c:pt>
                <c:pt idx="206">
                  <c:v>0.3505434946</c:v>
                </c:pt>
                <c:pt idx="207">
                  <c:v>0.3509372587</c:v>
                </c:pt>
                <c:pt idx="208">
                  <c:v>0.351315583</c:v>
                </c:pt>
                <c:pt idx="209">
                  <c:v>0.3516790731</c:v>
                </c:pt>
                <c:pt idx="210">
                  <c:v>0.3520283105</c:v>
                </c:pt>
                <c:pt idx="211">
                  <c:v>0.3523638541</c:v>
                </c:pt>
                <c:pt idx="212">
                  <c:v>0.3526862409</c:v>
                </c:pt>
                <c:pt idx="213">
                  <c:v>0.3529959866</c:v>
                </c:pt>
                <c:pt idx="214">
                  <c:v>0.3532935871</c:v>
                </c:pt>
                <c:pt idx="215">
                  <c:v>0.3535795185</c:v>
                </c:pt>
                <c:pt idx="216">
                  <c:v>0.3538542384</c:v>
                </c:pt>
                <c:pt idx="217">
                  <c:v>0.3541181863</c:v>
                </c:pt>
                <c:pt idx="218">
                  <c:v>0.3543717847</c:v>
                </c:pt>
                <c:pt idx="219">
                  <c:v>0.3546154394</c:v>
                </c:pt>
                <c:pt idx="220">
                  <c:v>0.3548495402</c:v>
                </c:pt>
                <c:pt idx="221">
                  <c:v>0.3550744618</c:v>
                </c:pt>
                <c:pt idx="222">
                  <c:v>0.3552905642</c:v>
                </c:pt>
                <c:pt idx="223">
                  <c:v>0.355498193</c:v>
                </c:pt>
                <c:pt idx="224">
                  <c:v>0.3556976805</c:v>
                </c:pt>
                <c:pt idx="225">
                  <c:v>0.3558893461</c:v>
                </c:pt>
                <c:pt idx="226">
                  <c:v>0.3560734963</c:v>
                </c:pt>
                <c:pt idx="227">
                  <c:v>0.3562504259</c:v>
                </c:pt>
                <c:pt idx="228">
                  <c:v>0.356420418</c:v>
                </c:pt>
                <c:pt idx="229">
                  <c:v>0.3565837446</c:v>
                </c:pt>
                <c:pt idx="230">
                  <c:v>0.3567406671</c:v>
                </c:pt>
                <c:pt idx="231">
                  <c:v>0.3568914366</c:v>
                </c:pt>
                <c:pt idx="232">
                  <c:v>0.3570362943</c:v>
                </c:pt>
                <c:pt idx="233">
                  <c:v>0.357175472</c:v>
                </c:pt>
                <c:pt idx="234">
                  <c:v>0.3573091925</c:v>
                </c:pt>
                <c:pt idx="235">
                  <c:v>0.3574376698</c:v>
                </c:pt>
                <c:pt idx="236">
                  <c:v>0.3575611094</c:v>
                </c:pt>
                <c:pt idx="237">
                  <c:v>0.3576797088</c:v>
                </c:pt>
                <c:pt idx="238">
                  <c:v>0.357793658</c:v>
                </c:pt>
                <c:pt idx="239">
                  <c:v>0.3579031391</c:v>
                </c:pt>
                <c:pt idx="240">
                  <c:v>0.3580083273</c:v>
                </c:pt>
                <c:pt idx="241">
                  <c:v>0.3581093911</c:v>
                </c:pt>
                <c:pt idx="242">
                  <c:v>0.3582064922</c:v>
                </c:pt>
                <c:pt idx="243">
                  <c:v>0.3582997858</c:v>
                </c:pt>
                <c:pt idx="244">
                  <c:v>0.3583894213</c:v>
                </c:pt>
                <c:pt idx="245">
                  <c:v>0.3584755422</c:v>
                </c:pt>
                <c:pt idx="246">
                  <c:v>0.3585582862</c:v>
                </c:pt>
                <c:pt idx="247">
                  <c:v>0.3586377858</c:v>
                </c:pt>
                <c:pt idx="248">
                  <c:v>0.3587141682</c:v>
                </c:pt>
                <c:pt idx="249">
                  <c:v>0.3587875556</c:v>
                </c:pt>
                <c:pt idx="250">
                  <c:v>0.3588580654</c:v>
                </c:pt>
                <c:pt idx="251">
                  <c:v>0.3589258105</c:v>
                </c:pt>
                <c:pt idx="252">
                  <c:v>0.3589908993</c:v>
                </c:pt>
                <c:pt idx="253">
                  <c:v>0.3590534359</c:v>
                </c:pt>
                <c:pt idx="254">
                  <c:v>0.3591135204</c:v>
                </c:pt>
                <c:pt idx="255">
                  <c:v>0.3591712489</c:v>
                </c:pt>
                <c:pt idx="256">
                  <c:v>0.3592267139</c:v>
                </c:pt>
                <c:pt idx="257">
                  <c:v>0.3592800041</c:v>
                </c:pt>
                <c:pt idx="258">
                  <c:v>0.3593312047</c:v>
                </c:pt>
                <c:pt idx="259">
                  <c:v>0.3593803977</c:v>
                </c:pt>
                <c:pt idx="260">
                  <c:v>0.3594276619</c:v>
                </c:pt>
                <c:pt idx="261">
                  <c:v>0.3594730728</c:v>
                </c:pt>
                <c:pt idx="262">
                  <c:v>0.3595167031</c:v>
                </c:pt>
                <c:pt idx="263">
                  <c:v>0.3595586226</c:v>
                </c:pt>
                <c:pt idx="264">
                  <c:v>0.3595988984</c:v>
                </c:pt>
                <c:pt idx="265">
                  <c:v>0.359637595</c:v>
                </c:pt>
                <c:pt idx="266">
                  <c:v>0.3596747743</c:v>
                </c:pt>
                <c:pt idx="267">
                  <c:v>0.3597104958</c:v>
                </c:pt>
                <c:pt idx="268">
                  <c:v>0.3597448166</c:v>
                </c:pt>
                <c:pt idx="269">
                  <c:v>0.3597777917</c:v>
                </c:pt>
                <c:pt idx="270">
                  <c:v>0.3598094738</c:v>
                </c:pt>
                <c:pt idx="271">
                  <c:v>0.3598399136</c:v>
                </c:pt>
                <c:pt idx="272">
                  <c:v>0.3598691599</c:v>
                </c:pt>
                <c:pt idx="273">
                  <c:v>0.3598972594</c:v>
                </c:pt>
                <c:pt idx="274">
                  <c:v>0.3599242571</c:v>
                </c:pt>
                <c:pt idx="275">
                  <c:v>0.3599501962</c:v>
                </c:pt>
                <c:pt idx="276">
                  <c:v>0.3599751182</c:v>
                </c:pt>
                <c:pt idx="277">
                  <c:v>0.3599990631</c:v>
                </c:pt>
                <c:pt idx="278">
                  <c:v>0.360022069</c:v>
                </c:pt>
                <c:pt idx="279">
                  <c:v>0.3600441728</c:v>
                </c:pt>
                <c:pt idx="280">
                  <c:v>0.36006541</c:v>
                </c:pt>
                <c:pt idx="281">
                  <c:v>0.3600858144</c:v>
                </c:pt>
                <c:pt idx="282">
                  <c:v>0.3601054188</c:v>
                </c:pt>
                <c:pt idx="283">
                  <c:v>0.3601242544</c:v>
                </c:pt>
                <c:pt idx="284">
                  <c:v>0.3601423515</c:v>
                </c:pt>
                <c:pt idx="285">
                  <c:v>0.360159739</c:v>
                </c:pt>
                <c:pt idx="286">
                  <c:v>0.3601764448</c:v>
                </c:pt>
                <c:pt idx="287">
                  <c:v>0.3601924955</c:v>
                </c:pt>
                <c:pt idx="288">
                  <c:v>0.3602079168</c:v>
                </c:pt>
                <c:pt idx="289">
                  <c:v>0.3602227335</c:v>
                </c:pt>
                <c:pt idx="290">
                  <c:v>0.3602369691</c:v>
                </c:pt>
                <c:pt idx="291">
                  <c:v>0.3602506466</c:v>
                </c:pt>
                <c:pt idx="292">
                  <c:v>0.3602637878</c:v>
                </c:pt>
                <c:pt idx="293">
                  <c:v>0.3602764138</c:v>
                </c:pt>
                <c:pt idx="294">
                  <c:v>0.3602885446</c:v>
                </c:pt>
                <c:pt idx="295">
                  <c:v>0.3603001998</c:v>
                </c:pt>
                <c:pt idx="296">
                  <c:v>0.360311398</c:v>
                </c:pt>
                <c:pt idx="297">
                  <c:v>0.3603221571</c:v>
                </c:pt>
                <c:pt idx="298">
                  <c:v>0.3603324943</c:v>
                </c:pt>
                <c:pt idx="299">
                  <c:v>0.3603424262</c:v>
                </c:pt>
                <c:pt idx="300">
                  <c:v>0.3603519687</c:v>
                </c:pt>
                <c:pt idx="301">
                  <c:v>0.360361137</c:v>
                </c:pt>
                <c:pt idx="302">
                  <c:v>0.3603699458</c:v>
                </c:pt>
                <c:pt idx="303">
                  <c:v>0.3603784092</c:v>
                </c:pt>
                <c:pt idx="304">
                  <c:v>0.3603865408</c:v>
                </c:pt>
                <c:pt idx="305">
                  <c:v>0.3603943535</c:v>
                </c:pt>
                <c:pt idx="306">
                  <c:v>0.3604018598</c:v>
                </c:pt>
                <c:pt idx="307">
                  <c:v>0.3604090719</c:v>
                </c:pt>
                <c:pt idx="308">
                  <c:v>0.3604160011</c:v>
                </c:pt>
                <c:pt idx="309">
                  <c:v>0.3604226587</c:v>
                </c:pt>
                <c:pt idx="310">
                  <c:v>0.3604290552</c:v>
                </c:pt>
                <c:pt idx="311">
                  <c:v>0.3604352009</c:v>
                </c:pt>
                <c:pt idx="312">
                  <c:v>0.3604411056</c:v>
                </c:pt>
                <c:pt idx="313">
                  <c:v>0.3604467788</c:v>
                </c:pt>
                <c:pt idx="314">
                  <c:v>0.3604522295</c:v>
                </c:pt>
                <c:pt idx="315">
                  <c:v>0.3604574665</c:v>
                </c:pt>
                <c:pt idx="316">
                  <c:v>0.3604624982</c:v>
                </c:pt>
                <c:pt idx="317">
                  <c:v>0.3604673326</c:v>
                </c:pt>
                <c:pt idx="318">
                  <c:v>0.3604719774</c:v>
                </c:pt>
                <c:pt idx="319">
                  <c:v>0.3604764401</c:v>
                </c:pt>
                <c:pt idx="320">
                  <c:v>0.3604807278</c:v>
                </c:pt>
                <c:pt idx="321">
                  <c:v>0.3604848474</c:v>
                </c:pt>
                <c:pt idx="322">
                  <c:v>0.3604888054</c:v>
                </c:pt>
                <c:pt idx="323">
                  <c:v>0.3604926083</c:v>
                </c:pt>
                <c:pt idx="324">
                  <c:v>0.360496262</c:v>
                </c:pt>
                <c:pt idx="325">
                  <c:v>0.3604997725</c:v>
                </c:pt>
                <c:pt idx="326">
                  <c:v>0.3605031453</c:v>
                </c:pt>
                <c:pt idx="327">
                  <c:v>0.3605063859</c:v>
                </c:pt>
                <c:pt idx="328">
                  <c:v>0.3605094994</c:v>
                </c:pt>
                <c:pt idx="329">
                  <c:v>0.3605124909</c:v>
                </c:pt>
                <c:pt idx="330">
                  <c:v>0.360515365</c:v>
                </c:pt>
                <c:pt idx="331">
                  <c:v>0.3605181264</c:v>
                </c:pt>
                <c:pt idx="332">
                  <c:v>0.3605207796</c:v>
                </c:pt>
                <c:pt idx="333">
                  <c:v>0.3605233287</c:v>
                </c:pt>
                <c:pt idx="334">
                  <c:v>0.3605257779</c:v>
                </c:pt>
                <c:pt idx="335">
                  <c:v>0.3605281311</c:v>
                </c:pt>
                <c:pt idx="336">
                  <c:v>0.3605303919</c:v>
                </c:pt>
                <c:pt idx="337">
                  <c:v>0.3605325642</c:v>
                </c:pt>
                <c:pt idx="338">
                  <c:v>0.3605346512</c:v>
                </c:pt>
                <c:pt idx="339">
                  <c:v>0.3605366564</c:v>
                </c:pt>
                <c:pt idx="340">
                  <c:v>0.360538583</c:v>
                </c:pt>
                <c:pt idx="341">
                  <c:v>0.3605404341</c:v>
                </c:pt>
                <c:pt idx="342">
                  <c:v>0.3605422125</c:v>
                </c:pt>
                <c:pt idx="343">
                  <c:v>0.3605439213</c:v>
                </c:pt>
                <c:pt idx="344">
                  <c:v>0.360545563</c:v>
                </c:pt>
                <c:pt idx="345">
                  <c:v>0.3605471403</c:v>
                </c:pt>
                <c:pt idx="346">
                  <c:v>0.3605486559</c:v>
                </c:pt>
                <c:pt idx="347">
                  <c:v>0.3605501119</c:v>
                </c:pt>
                <c:pt idx="348">
                  <c:v>0.3605515109</c:v>
                </c:pt>
                <c:pt idx="349">
                  <c:v>0.3605528551</c:v>
                </c:pt>
                <c:pt idx="350">
                  <c:v>0.3605541465</c:v>
                </c:pt>
                <c:pt idx="351">
                  <c:v>0.3605553873</c:v>
                </c:pt>
                <c:pt idx="352">
                  <c:v>0.3605565794</c:v>
                </c:pt>
                <c:pt idx="353">
                  <c:v>0.3605577248</c:v>
                </c:pt>
                <c:pt idx="354">
                  <c:v>0.3605588253</c:v>
                </c:pt>
                <c:pt idx="355">
                  <c:v>0.3605598827</c:v>
                </c:pt>
                <c:pt idx="356">
                  <c:v>0.3605608985</c:v>
                </c:pt>
                <c:pt idx="357">
                  <c:v>0.3605618746</c:v>
                </c:pt>
                <c:pt idx="358">
                  <c:v>0.3605628124</c:v>
                </c:pt>
                <c:pt idx="359">
                  <c:v>0.3605637134</c:v>
                </c:pt>
              </c:numCache>
            </c:numRef>
          </c:yVal>
        </c:ser>
        <c:ser>
          <c:idx val="1"/>
          <c:order val="1"/>
          <c:tx>
            <c:v>Sensor response</c:v>
          </c:tx>
          <c:spPr>
            <a:solidFill xmlns:a="http://schemas.openxmlformats.org/drawingml/2006/main">
              <a:srgbClr val="16877B"/>
            </a:solidFill>
            <a:ln xmlns:a="http://schemas.openxmlformats.org/drawingml/2006/main" w="23813">
              <a:solidFill>
                <a:srgbClr val="16877B"/>
              </a:solidFill>
            </a:ln>
          </c:spPr>
          <c:marker>
            <c:symbol val="none"/>
          </c:marker>
          <c:xVal>
            <c:numRef>
              <c:f>'Chart Data'!$C$2:$C$361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Data'!$D$2:$D$361</c:f>
              <c:numCache>
                <c:formatCode>0.##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8.162389836E-05</c:v>
                </c:pt>
                <c:pt idx="92">
                  <c:v>0.0002339036353</c:v>
                </c:pt>
                <c:pt idx="93">
                  <c:v>0.0004470403942</c:v>
                </c:pt>
                <c:pt idx="94">
                  <c:v>0.0008110833462</c:v>
                </c:pt>
                <c:pt idx="95">
                  <c:v>0.001304959458</c:v>
                </c:pt>
                <c:pt idx="96">
                  <c:v>0.001909864258</c:v>
                </c:pt>
                <c:pt idx="97">
                  <c:v>0.002709214633</c:v>
                </c:pt>
                <c:pt idx="98">
                  <c:v>0.00367462519</c:v>
                </c:pt>
                <c:pt idx="99">
                  <c:v>0.004780799223</c:v>
                </c:pt>
                <c:pt idx="100">
                  <c:v>0.006089723179</c:v>
                </c:pt>
                <c:pt idx="101">
                  <c:v>0.007570025359</c:v>
                </c:pt>
                <c:pt idx="102">
                  <c:v>0.009193793044</c:v>
                </c:pt>
                <c:pt idx="103">
                  <c:v>0.01100240536</c:v>
                </c:pt>
                <c:pt idx="104">
                  <c:v>0.01296496526</c:v>
                </c:pt>
                <c:pt idx="105">
                  <c:v>0.01505403771</c:v>
                </c:pt>
                <c:pt idx="106">
                  <c:v>0.01730735588</c:v>
                </c:pt>
                <c:pt idx="107">
                  <c:v>0.01969505444</c:v>
                </c:pt>
                <c:pt idx="108">
                  <c:v>0.02219066829</c:v>
                </c:pt>
                <c:pt idx="109">
                  <c:v>0.02484670926</c:v>
                </c:pt>
                <c:pt idx="110">
                  <c:v>0.02763230818</c:v>
                </c:pt>
                <c:pt idx="111">
                  <c:v>0.03052014523</c:v>
                </c:pt>
                <c:pt idx="112">
                  <c:v>0.0335811186</c:v>
                </c:pt>
                <c:pt idx="113">
                  <c:v>0.03678118779</c:v>
                </c:pt>
                <c:pt idx="114">
                  <c:v>0.04009024042</c:v>
                </c:pt>
                <c:pt idx="115">
                  <c:v>0.04358350408</c:v>
                </c:pt>
                <c:pt idx="116">
                  <c:v>0.04722387844</c:v>
                </c:pt>
                <c:pt idx="117">
                  <c:v>0.05097856108</c:v>
                </c:pt>
                <c:pt idx="118">
                  <c:v>0.054908642</c:v>
                </c:pt>
                <c:pt idx="119">
                  <c:v>0.05897654224</c:v>
                </c:pt>
                <c:pt idx="120">
                  <c:v>0.06314907797</c:v>
                </c:pt>
                <c:pt idx="121">
                  <c:v>0.06746753273</c:v>
                </c:pt>
                <c:pt idx="122">
                  <c:v>0.07189672962</c:v>
                </c:pt>
                <c:pt idx="123">
                  <c:v>0.07640567407</c:v>
                </c:pt>
                <c:pt idx="124">
                  <c:v>0.08102834128</c:v>
                </c:pt>
                <c:pt idx="125">
                  <c:v>0.08573262537</c:v>
                </c:pt>
                <c:pt idx="126">
                  <c:v>0.09049031033</c:v>
                </c:pt>
                <c:pt idx="127">
                  <c:v>0.09534734163</c:v>
                </c:pt>
                <c:pt idx="128">
                  <c:v>0.1002726171</c:v>
                </c:pt>
                <c:pt idx="129">
                  <c:v>0.1052388431</c:v>
                </c:pt>
                <c:pt idx="130">
                  <c:v>0.1103123367</c:v>
                </c:pt>
                <c:pt idx="131">
                  <c:v>0.1154601533</c:v>
                </c:pt>
                <c:pt idx="132">
                  <c:v>0.1206533746</c:v>
                </c:pt>
                <c:pt idx="133">
                  <c:v>0.1259685292</c:v>
                </c:pt>
                <c:pt idx="134">
                  <c:v>0.1313698548</c:v>
                </c:pt>
                <c:pt idx="135">
                  <c:v>0.1368259393</c:v>
                </c:pt>
                <c:pt idx="136">
                  <c:v>0.142404164</c:v>
                </c:pt>
                <c:pt idx="137">
                  <c:v>0.1480677577</c:v>
                </c:pt>
                <c:pt idx="138">
                  <c:v>0.1537844347</c:v>
                </c:pt>
                <c:pt idx="139">
                  <c:v>0.159525929</c:v>
                </c:pt>
                <c:pt idx="140">
                  <c:v>0.1652675747</c:v>
                </c:pt>
                <c:pt idx="141">
                  <c:v>0.1709879279</c:v>
                </c:pt>
                <c:pt idx="142">
                  <c:v>0.1766684253</c:v>
                </c:pt>
                <c:pt idx="143">
                  <c:v>0.1822930778</c:v>
                </c:pt>
                <c:pt idx="144">
                  <c:v>0.1878481933</c:v>
                </c:pt>
                <c:pt idx="145">
                  <c:v>0.1933221281</c:v>
                </c:pt>
                <c:pt idx="146">
                  <c:v>0.1987050623</c:v>
                </c:pt>
                <c:pt idx="147">
                  <c:v>0.2039887987</c:v>
                </c:pt>
                <c:pt idx="148">
                  <c:v>0.2091665811</c:v>
                </c:pt>
                <c:pt idx="149">
                  <c:v>0.2142329312</c:v>
                </c:pt>
                <c:pt idx="150">
                  <c:v>0.2191835022</c:v>
                </c:pt>
                <c:pt idx="151">
                  <c:v>0.2240149473</c:v>
                </c:pt>
                <c:pt idx="152">
                  <c:v>0.2287248014</c:v>
                </c:pt>
                <c:pt idx="153">
                  <c:v>0.2333113751</c:v>
                </c:pt>
                <c:pt idx="154">
                  <c:v>0.2377736596</c:v>
                </c:pt>
                <c:pt idx="155">
                  <c:v>0.242111242</c:v>
                </c:pt>
                <c:pt idx="156">
                  <c:v>0.2463242282</c:v>
                </c:pt>
                <c:pt idx="157">
                  <c:v>0.2504131757</c:v>
                </c:pt>
                <c:pt idx="158">
                  <c:v>0.2543790315</c:v>
                </c:pt>
                <c:pt idx="159">
                  <c:v>0.2582230785</c:v>
                </c:pt>
                <c:pt idx="160">
                  <c:v>0.2619468864</c:v>
                </c:pt>
                <c:pt idx="161">
                  <c:v>0.2655522685</c:v>
                </c:pt>
                <c:pt idx="162">
                  <c:v>0.2690412432</c:v>
                </c:pt>
                <c:pt idx="163">
                  <c:v>0.2724159994</c:v>
                </c:pt>
                <c:pt idx="164">
                  <c:v>0.2756788663</c:v>
                </c:pt>
                <c:pt idx="165">
                  <c:v>0.2788322864</c:v>
                </c:pt>
                <c:pt idx="166">
                  <c:v>0.2818787913</c:v>
                </c:pt>
                <c:pt idx="167">
                  <c:v>0.2848209811</c:v>
                </c:pt>
                <c:pt idx="168">
                  <c:v>0.2876615052</c:v>
                </c:pt>
                <c:pt idx="169">
                  <c:v>0.2904030462</c:v>
                </c:pt>
                <c:pt idx="170">
                  <c:v>0.2930483059</c:v>
                </c:pt>
                <c:pt idx="171">
                  <c:v>0.2955999921</c:v>
                </c:pt>
                <c:pt idx="172">
                  <c:v>0.2980608081</c:v>
                </c:pt>
                <c:pt idx="173">
                  <c:v>0.3004334431</c:v>
                </c:pt>
                <c:pt idx="174">
                  <c:v>0.302720564</c:v>
                </c:pt>
                <c:pt idx="175">
                  <c:v>0.3049248085</c:v>
                </c:pt>
                <c:pt idx="176">
                  <c:v>0.3070487788</c:v>
                </c:pt>
                <c:pt idx="177">
                  <c:v>0.3090950366</c:v>
                </c:pt>
                <c:pt idx="178">
                  <c:v>0.3110660993</c:v>
                </c:pt>
                <c:pt idx="179">
                  <c:v>0.3129644355</c:v>
                </c:pt>
                <c:pt idx="180">
                  <c:v>0.314792463</c:v>
                </c:pt>
                <c:pt idx="181">
                  <c:v>0.316552546</c:v>
                </c:pt>
                <c:pt idx="182">
                  <c:v>0.3182469933</c:v>
                </c:pt>
                <c:pt idx="183">
                  <c:v>0.3198780572</c:v>
                </c:pt>
                <c:pt idx="184">
                  <c:v>0.3214479319</c:v>
                </c:pt>
                <c:pt idx="185">
                  <c:v>0.3229587535</c:v>
                </c:pt>
                <c:pt idx="186">
                  <c:v>0.3244125995</c:v>
                </c:pt>
                <c:pt idx="187">
                  <c:v>0.3258114883</c:v>
                </c:pt>
                <c:pt idx="188">
                  <c:v>0.3271573799</c:v>
                </c:pt>
                <c:pt idx="189">
                  <c:v>0.3284521759</c:v>
                </c:pt>
                <c:pt idx="190">
                  <c:v>0.3296977201</c:v>
                </c:pt>
                <c:pt idx="191">
                  <c:v>0.3308957993</c:v>
                </c:pt>
                <c:pt idx="192">
                  <c:v>0.3320481439</c:v>
                </c:pt>
                <c:pt idx="193">
                  <c:v>0.3331564289</c:v>
                </c:pt>
                <c:pt idx="194">
                  <c:v>0.334222275</c:v>
                </c:pt>
                <c:pt idx="195">
                  <c:v>0.3352472493</c:v>
                </c:pt>
                <c:pt idx="196">
                  <c:v>0.3362328668</c:v>
                </c:pt>
                <c:pt idx="197">
                  <c:v>0.3371805915</c:v>
                </c:pt>
                <c:pt idx="198">
                  <c:v>0.3380918374</c:v>
                </c:pt>
                <c:pt idx="199">
                  <c:v>0.3389679699</c:v>
                </c:pt>
                <c:pt idx="200">
                  <c:v>0.3398103073</c:v>
                </c:pt>
                <c:pt idx="201">
                  <c:v>0.3406201214</c:v>
                </c:pt>
                <c:pt idx="202">
                  <c:v>0.3413986394</c:v>
                </c:pt>
                <c:pt idx="203">
                  <c:v>0.3421470449</c:v>
                </c:pt>
                <c:pt idx="204">
                  <c:v>0.3428664794</c:v>
                </c:pt>
                <c:pt idx="205">
                  <c:v>0.3435580431</c:v>
                </c:pt>
                <c:pt idx="206">
                  <c:v>0.3442227967</c:v>
                </c:pt>
                <c:pt idx="207">
                  <c:v>0.3448617623</c:v>
                </c:pt>
                <c:pt idx="208">
                  <c:v>0.3454759245</c:v>
                </c:pt>
                <c:pt idx="209">
                  <c:v>0.3460662322</c:v>
                </c:pt>
                <c:pt idx="210">
                  <c:v>0.3466335989</c:v>
                </c:pt>
                <c:pt idx="211">
                  <c:v>0.3471789048</c:v>
                </c:pt>
                <c:pt idx="212">
                  <c:v>0.3477029971</c:v>
                </c:pt>
                <c:pt idx="213">
                  <c:v>0.3482066917</c:v>
                </c:pt>
                <c:pt idx="214">
                  <c:v>0.3486907738</c:v>
                </c:pt>
                <c:pt idx="215">
                  <c:v>0.3491559994</c:v>
                </c:pt>
                <c:pt idx="216">
                  <c:v>0.3496030959</c:v>
                </c:pt>
                <c:pt idx="217">
                  <c:v>0.3500327636</c:v>
                </c:pt>
                <c:pt idx="218">
                  <c:v>0.350445676</c:v>
                </c:pt>
                <c:pt idx="219">
                  <c:v>0.3508424815</c:v>
                </c:pt>
                <c:pt idx="220">
                  <c:v>0.3512238035</c:v>
                </c:pt>
                <c:pt idx="221">
                  <c:v>0.3515902421</c:v>
                </c:pt>
                <c:pt idx="222">
                  <c:v>0.3519423743</c:v>
                </c:pt>
                <c:pt idx="223">
                  <c:v>0.3522807552</c:v>
                </c:pt>
                <c:pt idx="224">
                  <c:v>0.3526059186</c:v>
                </c:pt>
                <c:pt idx="225">
                  <c:v>0.3529183781</c:v>
                </c:pt>
                <c:pt idx="226">
                  <c:v>0.3532186273</c:v>
                </c:pt>
                <c:pt idx="227">
                  <c:v>0.3535071411</c:v>
                </c:pt>
                <c:pt idx="228">
                  <c:v>0.353784376</c:v>
                </c:pt>
                <c:pt idx="229">
                  <c:v>0.3540507712</c:v>
                </c:pt>
                <c:pt idx="230">
                  <c:v>0.3543067486</c:v>
                </c:pt>
                <c:pt idx="231">
                  <c:v>0.3545527142</c:v>
                </c:pt>
                <c:pt idx="232">
                  <c:v>0.3547890581</c:v>
                </c:pt>
                <c:pt idx="233">
                  <c:v>0.3550161554</c:v>
                </c:pt>
                <c:pt idx="234">
                  <c:v>0.3552343667</c:v>
                </c:pt>
                <c:pt idx="235">
                  <c:v>0.3554440387</c:v>
                </c:pt>
                <c:pt idx="236">
                  <c:v>0.3556455046</c:v>
                </c:pt>
                <c:pt idx="237">
                  <c:v>0.3558390848</c:v>
                </c:pt>
                <c:pt idx="238">
                  <c:v>0.356025087</c:v>
                </c:pt>
                <c:pt idx="239">
                  <c:v>0.3562038073</c:v>
                </c:pt>
                <c:pt idx="240">
                  <c:v>0.3563755301</c:v>
                </c:pt>
                <c:pt idx="241">
                  <c:v>0.3565405288</c:v>
                </c:pt>
                <c:pt idx="242">
                  <c:v>0.3566990661</c:v>
                </c:pt>
                <c:pt idx="243">
                  <c:v>0.3568513948</c:v>
                </c:pt>
                <c:pt idx="244">
                  <c:v>0.3569977573</c:v>
                </c:pt>
                <c:pt idx="245">
                  <c:v>0.3571383872</c:v>
                </c:pt>
                <c:pt idx="246">
                  <c:v>0.3572735084</c:v>
                </c:pt>
                <c:pt idx="247">
                  <c:v>0.3574033366</c:v>
                </c:pt>
                <c:pt idx="248">
                  <c:v>0.3575280787</c:v>
                </c:pt>
                <c:pt idx="249">
                  <c:v>0.3576479338</c:v>
                </c:pt>
                <c:pt idx="250">
                  <c:v>0.357763093</c:v>
                </c:pt>
                <c:pt idx="251">
                  <c:v>0.3578737402</c:v>
                </c:pt>
                <c:pt idx="252">
                  <c:v>0.357980052</c:v>
                </c:pt>
                <c:pt idx="253">
                  <c:v>0.3580821979</c:v>
                </c:pt>
                <c:pt idx="254">
                  <c:v>0.3581803412</c:v>
                </c:pt>
                <c:pt idx="255">
                  <c:v>0.3582746386</c:v>
                </c:pt>
                <c:pt idx="256">
                  <c:v>0.3583652405</c:v>
                </c:pt>
                <c:pt idx="257">
                  <c:v>0.3584522918</c:v>
                </c:pt>
                <c:pt idx="258">
                  <c:v>0.3585359314</c:v>
                </c:pt>
                <c:pt idx="259">
                  <c:v>0.358616293</c:v>
                </c:pt>
                <c:pt idx="260">
                  <c:v>0.358693505</c:v>
                </c:pt>
                <c:pt idx="261">
                  <c:v>0.3587676906</c:v>
                </c:pt>
                <c:pt idx="262">
                  <c:v>0.3588389686</c:v>
                </c:pt>
                <c:pt idx="263">
                  <c:v>0.3589074527</c:v>
                </c:pt>
                <c:pt idx="264">
                  <c:v>0.3589732525</c:v>
                </c:pt>
                <c:pt idx="265">
                  <c:v>0.359036473</c:v>
                </c:pt>
                <c:pt idx="266">
                  <c:v>0.3590972154</c:v>
                </c:pt>
                <c:pt idx="267">
                  <c:v>0.3591555768</c:v>
                </c:pt>
                <c:pt idx="268">
                  <c:v>0.3592116504</c:v>
                </c:pt>
                <c:pt idx="269">
                  <c:v>0.3592655258</c:v>
                </c:pt>
                <c:pt idx="270">
                  <c:v>0.3593172893</c:v>
                </c:pt>
                <c:pt idx="271">
                  <c:v>0.3593670236</c:v>
                </c:pt>
                <c:pt idx="272">
                  <c:v>0.3594148082</c:v>
                </c:pt>
                <c:pt idx="273">
                  <c:v>0.3594607195</c:v>
                </c:pt>
                <c:pt idx="274">
                  <c:v>0.3595048309</c:v>
                </c:pt>
                <c:pt idx="275">
                  <c:v>0.359547213</c:v>
                </c:pt>
                <c:pt idx="276">
                  <c:v>0.3595879336</c:v>
                </c:pt>
                <c:pt idx="277">
                  <c:v>0.3596270577</c:v>
                </c:pt>
                <c:pt idx="278">
                  <c:v>0.359664648</c:v>
                </c:pt>
                <c:pt idx="279">
                  <c:v>0.3597007646</c:v>
                </c:pt>
                <c:pt idx="280">
                  <c:v>0.3597354652</c:v>
                </c:pt>
                <c:pt idx="281">
                  <c:v>0.3597688053</c:v>
                </c:pt>
                <c:pt idx="282">
                  <c:v>0.3598008383</c:v>
                </c:pt>
                <c:pt idx="283">
                  <c:v>0.3598316154</c:v>
                </c:pt>
                <c:pt idx="284">
                  <c:v>0.3598611859</c:v>
                </c:pt>
                <c:pt idx="285">
                  <c:v>0.359889597</c:v>
                </c:pt>
                <c:pt idx="286">
                  <c:v>0.3599168942</c:v>
                </c:pt>
                <c:pt idx="287">
                  <c:v>0.3599431211</c:v>
                </c:pt>
                <c:pt idx="288">
                  <c:v>0.3599683197</c:v>
                </c:pt>
                <c:pt idx="289">
                  <c:v>0.3599925304</c:v>
                </c:pt>
                <c:pt idx="290">
                  <c:v>0.3600157918</c:v>
                </c:pt>
                <c:pt idx="291">
                  <c:v>0.3600381412</c:v>
                </c:pt>
                <c:pt idx="292">
                  <c:v>0.3600596143</c:v>
                </c:pt>
                <c:pt idx="293">
                  <c:v>0.3600802455</c:v>
                </c:pt>
                <c:pt idx="294">
                  <c:v>0.3601000678</c:v>
                </c:pt>
                <c:pt idx="295">
                  <c:v>0.3601191129</c:v>
                </c:pt>
                <c:pt idx="296">
                  <c:v>0.3601374112</c:v>
                </c:pt>
                <c:pt idx="297">
                  <c:v>0.3601549921</c:v>
                </c:pt>
                <c:pt idx="298">
                  <c:v>0.3601718837</c:v>
                </c:pt>
                <c:pt idx="299">
                  <c:v>0.360188113</c:v>
                </c:pt>
                <c:pt idx="300">
                  <c:v>0.3602037059</c:v>
                </c:pt>
                <c:pt idx="301">
                  <c:v>0.3602186874</c:v>
                </c:pt>
                <c:pt idx="302">
                  <c:v>0.3602330816</c:v>
                </c:pt>
                <c:pt idx="303">
                  <c:v>0.3602469113</c:v>
                </c:pt>
                <c:pt idx="304">
                  <c:v>0.3602601988</c:v>
                </c:pt>
                <c:pt idx="305">
                  <c:v>0.3602729653</c:v>
                </c:pt>
                <c:pt idx="306">
                  <c:v>0.3602852313</c:v>
                </c:pt>
                <c:pt idx="307">
                  <c:v>0.3602970162</c:v>
                </c:pt>
                <c:pt idx="308">
                  <c:v>0.3603083392</c:v>
                </c:pt>
                <c:pt idx="309">
                  <c:v>0.3603192181</c:v>
                </c:pt>
                <c:pt idx="310">
                  <c:v>0.3603296705</c:v>
                </c:pt>
                <c:pt idx="311">
                  <c:v>0.360339713</c:v>
                </c:pt>
                <c:pt idx="312">
                  <c:v>0.3603493618</c:v>
                </c:pt>
                <c:pt idx="313">
                  <c:v>0.3603586323</c:v>
                </c:pt>
                <c:pt idx="314">
                  <c:v>0.3603675392</c:v>
                </c:pt>
                <c:pt idx="315">
                  <c:v>0.3603760969</c:v>
                </c:pt>
                <c:pt idx="316">
                  <c:v>0.3603843191</c:v>
                </c:pt>
                <c:pt idx="317">
                  <c:v>0.3603922189</c:v>
                </c:pt>
                <c:pt idx="318">
                  <c:v>0.3603998089</c:v>
                </c:pt>
                <c:pt idx="319">
                  <c:v>0.3604071013</c:v>
                </c:pt>
                <c:pt idx="320">
                  <c:v>0.3604141078</c:v>
                </c:pt>
                <c:pt idx="321">
                  <c:v>0.3604208396</c:v>
                </c:pt>
                <c:pt idx="322">
                  <c:v>0.3604273074</c:v>
                </c:pt>
                <c:pt idx="323">
                  <c:v>0.3604335216</c:v>
                </c:pt>
                <c:pt idx="324">
                  <c:v>0.3604394921</c:v>
                </c:pt>
                <c:pt idx="325">
                  <c:v>0.3604452286</c:v>
                </c:pt>
                <c:pt idx="326">
                  <c:v>0.3604507401</c:v>
                </c:pt>
                <c:pt idx="327">
                  <c:v>0.3604560355</c:v>
                </c:pt>
                <c:pt idx="328">
                  <c:v>0.3604611232</c:v>
                </c:pt>
                <c:pt idx="329">
                  <c:v>0.3604660115</c:v>
                </c:pt>
                <c:pt idx="330">
                  <c:v>0.3604707081</c:v>
                </c:pt>
                <c:pt idx="331">
                  <c:v>0.3604752206</c:v>
                </c:pt>
                <c:pt idx="332">
                  <c:v>0.3604795561</c:v>
                </c:pt>
                <c:pt idx="333">
                  <c:v>0.3604837216</c:v>
                </c:pt>
                <c:pt idx="334">
                  <c:v>0.3604877238</c:v>
                </c:pt>
                <c:pt idx="335">
                  <c:v>0.3604915691</c:v>
                </c:pt>
                <c:pt idx="336">
                  <c:v>0.3604952635</c:v>
                </c:pt>
                <c:pt idx="337">
                  <c:v>0.3604988132</c:v>
                </c:pt>
                <c:pt idx="338">
                  <c:v>0.3605022236</c:v>
                </c:pt>
                <c:pt idx="339">
                  <c:v>0.3605055003</c:v>
                </c:pt>
                <c:pt idx="340">
                  <c:v>0.3605086486</c:v>
                </c:pt>
                <c:pt idx="341">
                  <c:v>0.3605116733</c:v>
                </c:pt>
                <c:pt idx="342">
                  <c:v>0.3605145795</c:v>
                </c:pt>
                <c:pt idx="343">
                  <c:v>0.3605173718</c:v>
                </c:pt>
                <c:pt idx="344">
                  <c:v>0.3605200545</c:v>
                </c:pt>
                <c:pt idx="345">
                  <c:v>0.3605226321</c:v>
                </c:pt>
                <c:pt idx="346">
                  <c:v>0.3605251086</c:v>
                </c:pt>
                <c:pt idx="347">
                  <c:v>0.360527488</c:v>
                </c:pt>
                <c:pt idx="348">
                  <c:v>0.360529774</c:v>
                </c:pt>
                <c:pt idx="349">
                  <c:v>0.3605319705</c:v>
                </c:pt>
                <c:pt idx="350">
                  <c:v>0.3605340808</c:v>
                </c:pt>
                <c:pt idx="351">
                  <c:v>0.3605361084</c:v>
                </c:pt>
                <c:pt idx="352">
                  <c:v>0.3605380565</c:v>
                </c:pt>
                <c:pt idx="353">
                  <c:v>0.3605399282</c:v>
                </c:pt>
                <c:pt idx="354">
                  <c:v>0.3605417265</c:v>
                </c:pt>
                <c:pt idx="355">
                  <c:v>0.3605434543</c:v>
                </c:pt>
                <c:pt idx="356">
                  <c:v>0.3605451143</c:v>
                </c:pt>
                <c:pt idx="357">
                  <c:v>0.3605467093</c:v>
                </c:pt>
                <c:pt idx="358">
                  <c:v>0.3605482417</c:v>
                </c:pt>
                <c:pt idx="359">
                  <c:v>0.360549714</c:v>
                </c:pt>
              </c:numCache>
            </c:numRef>
          </c:yVal>
        </c:ser>
        <c:ser>
          <c:idx val="2"/>
          <c:order val="2"/>
          <c:tx>
            <c:v>Coherent readout</c:v>
          </c:tx>
          <c:spPr>
            <a:solidFill xmlns:a="http://schemas.openxmlformats.org/drawingml/2006/main">
              <a:srgbClr val="660099"/>
            </a:solidFill>
            <a:ln xmlns:a="http://schemas.openxmlformats.org/drawingml/2006/main" w="23813">
              <a:solidFill>
                <a:srgbClr val="660099"/>
              </a:solidFill>
            </a:ln>
          </c:spPr>
          <c:marker>
            <c:symbol val="none"/>
          </c:marker>
          <c:xVal>
            <c:numRef>
              <c:f>'Chart Data'!$E$2:$E$361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Data'!$F$2:$F$361</c:f>
              <c:numCache>
                <c:formatCode>0.##</c:formatCode>
                <c:ptCount val="360"/>
                <c:pt idx="0">
                  <c:v>0.05650409643</c:v>
                </c:pt>
                <c:pt idx="1">
                  <c:v>0.03605416413</c:v>
                </c:pt>
                <c:pt idx="2">
                  <c:v>0.1387100113</c:v>
                </c:pt>
                <c:pt idx="3">
                  <c:v>0.04536725622</c:v>
                </c:pt>
                <c:pt idx="4">
                  <c:v>0.08199663048</c:v>
                </c:pt>
                <c:pt idx="5">
                  <c:v>0.0783531383</c:v>
                </c:pt>
                <c:pt idx="6">
                  <c:v>0.05690024708</c:v>
                </c:pt>
                <c:pt idx="7">
                  <c:v>-0.01805717471</c:v>
                </c:pt>
                <c:pt idx="8">
                  <c:v>0.112144588</c:v>
                </c:pt>
                <c:pt idx="9">
                  <c:v>-0.01507102391</c:v>
                </c:pt>
                <c:pt idx="10">
                  <c:v>0.03423887384</c:v>
                </c:pt>
                <c:pt idx="11">
                  <c:v>0.01562064152</c:v>
                </c:pt>
                <c:pt idx="12">
                  <c:v>0.07579531152</c:v>
                </c:pt>
                <c:pt idx="13">
                  <c:v>-0.03957042891</c:v>
                </c:pt>
                <c:pt idx="14">
                  <c:v>0.0921473323</c:v>
                </c:pt>
                <c:pt idx="15">
                  <c:v>0.1062268874</c:v>
                </c:pt>
                <c:pt idx="16">
                  <c:v>0.0121252918</c:v>
                </c:pt>
                <c:pt idx="17">
                  <c:v>-0.05975583215</c:v>
                </c:pt>
                <c:pt idx="18">
                  <c:v>0.1826046884</c:v>
                </c:pt>
                <c:pt idx="19">
                  <c:v>0.03586191099</c:v>
                </c:pt>
                <c:pt idx="20">
                  <c:v>0.1616596995</c:v>
                </c:pt>
                <c:pt idx="21">
                  <c:v>0.1396246662</c:v>
                </c:pt>
                <c:pt idx="22">
                  <c:v>-0.05557162505</c:v>
                </c:pt>
                <c:pt idx="23">
                  <c:v>0.2726256868</c:v>
                </c:pt>
                <c:pt idx="24">
                  <c:v>-0.03545517542</c:v>
                </c:pt>
                <c:pt idx="25">
                  <c:v>0.04382913471</c:v>
                </c:pt>
                <c:pt idx="26">
                  <c:v>0.05347912755</c:v>
                </c:pt>
                <c:pt idx="27">
                  <c:v>-0.04680205332</c:v>
                </c:pt>
                <c:pt idx="28">
                  <c:v>-0.0283171413</c:v>
                </c:pt>
                <c:pt idx="29">
                  <c:v>0.1750317814</c:v>
                </c:pt>
                <c:pt idx="30">
                  <c:v>0.03558906907</c:v>
                </c:pt>
                <c:pt idx="31">
                  <c:v>0.1373062182</c:v>
                </c:pt>
                <c:pt idx="32">
                  <c:v>0.140405497</c:v>
                </c:pt>
                <c:pt idx="33">
                  <c:v>0.1561382613</c:v>
                </c:pt>
                <c:pt idx="34">
                  <c:v>0.03124659936</c:v>
                </c:pt>
                <c:pt idx="35">
                  <c:v>0.03680295887</c:v>
                </c:pt>
                <c:pt idx="36">
                  <c:v>0.2293285726</c:v>
                </c:pt>
                <c:pt idx="37">
                  <c:v>0.07541082183</c:v>
                </c:pt>
                <c:pt idx="38">
                  <c:v>0.05279943676</c:v>
                </c:pt>
                <c:pt idx="39">
                  <c:v>0.01272988426</c:v>
                </c:pt>
                <c:pt idx="40">
                  <c:v>0.08079089921</c:v>
                </c:pt>
                <c:pt idx="41">
                  <c:v>0.07459072602</c:v>
                </c:pt>
                <c:pt idx="42">
                  <c:v>0.05841316723</c:v>
                </c:pt>
                <c:pt idx="43">
                  <c:v>0.2301438541</c:v>
                </c:pt>
                <c:pt idx="44">
                  <c:v>-0.02112590576</c:v>
                </c:pt>
                <c:pt idx="45">
                  <c:v>-0.03615802312</c:v>
                </c:pt>
                <c:pt idx="46">
                  <c:v>-0.02713347151</c:v>
                </c:pt>
                <c:pt idx="47">
                  <c:v>0.03937662885</c:v>
                </c:pt>
                <c:pt idx="48">
                  <c:v>0.07893790177</c:v>
                </c:pt>
                <c:pt idx="49">
                  <c:v>-0.2182968624</c:v>
                </c:pt>
                <c:pt idx="50">
                  <c:v>-0.01624616506</c:v>
                </c:pt>
                <c:pt idx="51">
                  <c:v>0.05462560473</c:v>
                </c:pt>
                <c:pt idx="52">
                  <c:v>-0.005281187681</c:v>
                </c:pt>
                <c:pt idx="53">
                  <c:v>0.03141124957</c:v>
                </c:pt>
                <c:pt idx="54">
                  <c:v>-0.1585139009</c:v>
                </c:pt>
                <c:pt idx="55">
                  <c:v>-0.08364395308</c:v>
                </c:pt>
                <c:pt idx="56">
                  <c:v>-0.06170612231</c:v>
                </c:pt>
                <c:pt idx="57">
                  <c:v>0.006722029495</c:v>
                </c:pt>
                <c:pt idx="58">
                  <c:v>-0.04168208988</c:v>
                </c:pt>
                <c:pt idx="59">
                  <c:v>-0.02992062755</c:v>
                </c:pt>
                <c:pt idx="60">
                  <c:v>0.03213493818</c:v>
                </c:pt>
                <c:pt idx="61">
                  <c:v>0.05181727716</c:v>
                </c:pt>
                <c:pt idx="62">
                  <c:v>0.1166988811</c:v>
                </c:pt>
                <c:pt idx="63">
                  <c:v>-0.006365868086</c:v>
                </c:pt>
                <c:pt idx="64">
                  <c:v>0.07566498489</c:v>
                </c:pt>
                <c:pt idx="65">
                  <c:v>0.009258482307</c:v>
                </c:pt>
                <c:pt idx="66">
                  <c:v>0.01168902417</c:v>
                </c:pt>
                <c:pt idx="67">
                  <c:v>0.02832976667</c:v>
                </c:pt>
                <c:pt idx="68">
                  <c:v>0.09069806751</c:v>
                </c:pt>
                <c:pt idx="69">
                  <c:v>0.01569875687</c:v>
                </c:pt>
                <c:pt idx="70">
                  <c:v>0.1111378751</c:v>
                </c:pt>
                <c:pt idx="71">
                  <c:v>0.01331837062</c:v>
                </c:pt>
                <c:pt idx="72">
                  <c:v>-0.07125215641</c:v>
                </c:pt>
                <c:pt idx="73">
                  <c:v>-0.08073548221</c:v>
                </c:pt>
                <c:pt idx="74">
                  <c:v>-0.002422732278</c:v>
                </c:pt>
                <c:pt idx="75">
                  <c:v>0.1180494502</c:v>
                </c:pt>
                <c:pt idx="76">
                  <c:v>-0.08748264189</c:v>
                </c:pt>
                <c:pt idx="77">
                  <c:v>0.09394809203</c:v>
                </c:pt>
                <c:pt idx="78">
                  <c:v>0.04625589057</c:v>
                </c:pt>
                <c:pt idx="79">
                  <c:v>0.09010375073</c:v>
                </c:pt>
                <c:pt idx="80">
                  <c:v>0.1793864097</c:v>
                </c:pt>
                <c:pt idx="81">
                  <c:v>0.04809284468</c:v>
                </c:pt>
                <c:pt idx="82">
                  <c:v>0.1802808686</c:v>
                </c:pt>
                <c:pt idx="83">
                  <c:v>0.1368857539</c:v>
                </c:pt>
                <c:pt idx="84">
                  <c:v>-0.03693554309</c:v>
                </c:pt>
                <c:pt idx="85">
                  <c:v>0.08458091656</c:v>
                </c:pt>
                <c:pt idx="86">
                  <c:v>-0.03140988608</c:v>
                </c:pt>
                <c:pt idx="87">
                  <c:v>0.08672299178</c:v>
                </c:pt>
                <c:pt idx="88">
                  <c:v>0.04790123005</c:v>
                </c:pt>
                <c:pt idx="89">
                  <c:v>0.06549688918</c:v>
                </c:pt>
                <c:pt idx="90">
                  <c:v>0.02445959326</c:v>
                </c:pt>
                <c:pt idx="91">
                  <c:v>0.06809988124</c:v>
                </c:pt>
                <c:pt idx="92">
                  <c:v>0.07203524287</c:v>
                </c:pt>
                <c:pt idx="93">
                  <c:v>0.08012986332</c:v>
                </c:pt>
                <c:pt idx="94">
                  <c:v>0.03359082187</c:v>
                </c:pt>
                <c:pt idx="95">
                  <c:v>0.07936325335</c:v>
                </c:pt>
                <c:pt idx="96">
                  <c:v>0.07489677838</c:v>
                </c:pt>
                <c:pt idx="97">
                  <c:v>0.05589158434</c:v>
                </c:pt>
                <c:pt idx="98">
                  <c:v>0.0594933153</c:v>
                </c:pt>
                <c:pt idx="99">
                  <c:v>0.2896172303</c:v>
                </c:pt>
                <c:pt idx="100">
                  <c:v>0.05225161274</c:v>
                </c:pt>
                <c:pt idx="101">
                  <c:v>0.0388165751</c:v>
                </c:pt>
                <c:pt idx="102">
                  <c:v>-0.0258958115</c:v>
                </c:pt>
                <c:pt idx="103">
                  <c:v>-0.1265329352</c:v>
                </c:pt>
                <c:pt idx="104">
                  <c:v>-0.1292260863</c:v>
                </c:pt>
                <c:pt idx="105">
                  <c:v>-0.006293075402</c:v>
                </c:pt>
                <c:pt idx="106">
                  <c:v>0.05215009601</c:v>
                </c:pt>
                <c:pt idx="107">
                  <c:v>0.04431941109</c:v>
                </c:pt>
                <c:pt idx="108">
                  <c:v>0.07798562119</c:v>
                </c:pt>
                <c:pt idx="109">
                  <c:v>-0.1330966734</c:v>
                </c:pt>
                <c:pt idx="110">
                  <c:v>-0.1016924507</c:v>
                </c:pt>
                <c:pt idx="111">
                  <c:v>0.07236010555</c:v>
                </c:pt>
                <c:pt idx="112">
                  <c:v>0.2196617728</c:v>
                </c:pt>
                <c:pt idx="113">
                  <c:v>0.09836551958</c:v>
                </c:pt>
                <c:pt idx="114">
                  <c:v>0.08554823864</c:v>
                </c:pt>
                <c:pt idx="115">
                  <c:v>0.01211134166</c:v>
                </c:pt>
                <c:pt idx="116">
                  <c:v>0.1209704747</c:v>
                </c:pt>
                <c:pt idx="117">
                  <c:v>0.004392452578</c:v>
                </c:pt>
                <c:pt idx="118">
                  <c:v>-0.05372138857</c:v>
                </c:pt>
                <c:pt idx="119">
                  <c:v>-0.03441856921</c:v>
                </c:pt>
                <c:pt idx="120">
                  <c:v>0.02580608146</c:v>
                </c:pt>
                <c:pt idx="121">
                  <c:v>0.1155526544</c:v>
                </c:pt>
                <c:pt idx="122">
                  <c:v>0.00232456251</c:v>
                </c:pt>
                <c:pt idx="123">
                  <c:v>0.1232261574</c:v>
                </c:pt>
                <c:pt idx="124">
                  <c:v>-0.1832748456</c:v>
                </c:pt>
                <c:pt idx="125">
                  <c:v>0.1017419434</c:v>
                </c:pt>
                <c:pt idx="126">
                  <c:v>0.04881037375</c:v>
                </c:pt>
                <c:pt idx="127">
                  <c:v>-0.03571583948</c:v>
                </c:pt>
                <c:pt idx="128">
                  <c:v>0.1596312063</c:v>
                </c:pt>
                <c:pt idx="129">
                  <c:v>-0.01862430255</c:v>
                </c:pt>
                <c:pt idx="130">
                  <c:v>0.1387053655</c:v>
                </c:pt>
                <c:pt idx="131">
                  <c:v>0.1595411708</c:v>
                </c:pt>
                <c:pt idx="132">
                  <c:v>0.03654521289</c:v>
                </c:pt>
                <c:pt idx="133">
                  <c:v>0.08834211401</c:v>
                </c:pt>
                <c:pt idx="134">
                  <c:v>0.1165912509</c:v>
                </c:pt>
                <c:pt idx="135">
                  <c:v>-0.1030289638</c:v>
                </c:pt>
                <c:pt idx="136">
                  <c:v>-0.1286312828</c:v>
                </c:pt>
                <c:pt idx="137">
                  <c:v>0.3275261591</c:v>
                </c:pt>
                <c:pt idx="138">
                  <c:v>0.05310343555</c:v>
                </c:pt>
                <c:pt idx="139">
                  <c:v>0.01726156463</c:v>
                </c:pt>
                <c:pt idx="140">
                  <c:v>0.01727396452</c:v>
                </c:pt>
                <c:pt idx="141">
                  <c:v>0.1773578328</c:v>
                </c:pt>
                <c:pt idx="142">
                  <c:v>0.1987296399</c:v>
                </c:pt>
                <c:pt idx="143">
                  <c:v>0.1630423157</c:v>
                </c:pt>
                <c:pt idx="144">
                  <c:v>0.2573093614</c:v>
                </c:pt>
                <c:pt idx="145">
                  <c:v>0.0840291291</c:v>
                </c:pt>
                <c:pt idx="146">
                  <c:v>0.1844697694</c:v>
                </c:pt>
                <c:pt idx="147">
                  <c:v>0.2660364499</c:v>
                </c:pt>
                <c:pt idx="148">
                  <c:v>0.05478931147</c:v>
                </c:pt>
                <c:pt idx="149">
                  <c:v>0.1892712539</c:v>
                </c:pt>
                <c:pt idx="150">
                  <c:v>0.2178038516</c:v>
                </c:pt>
                <c:pt idx="151">
                  <c:v>0.2498327434</c:v>
                </c:pt>
                <c:pt idx="152">
                  <c:v>0.1367073655</c:v>
                </c:pt>
                <c:pt idx="153">
                  <c:v>0.2334324735</c:v>
                </c:pt>
                <c:pt idx="154">
                  <c:v>0.3333645315</c:v>
                </c:pt>
                <c:pt idx="155">
                  <c:v>0.1236286383</c:v>
                </c:pt>
                <c:pt idx="156">
                  <c:v>0.2939674718</c:v>
                </c:pt>
                <c:pt idx="157">
                  <c:v>0.2381995629</c:v>
                </c:pt>
                <c:pt idx="158">
                  <c:v>0.1089956618</c:v>
                </c:pt>
                <c:pt idx="159">
                  <c:v>0.2800509526</c:v>
                </c:pt>
                <c:pt idx="160">
                  <c:v>0.1836544723</c:v>
                </c:pt>
                <c:pt idx="161">
                  <c:v>0.356505763</c:v>
                </c:pt>
                <c:pt idx="162">
                  <c:v>0.1571865358</c:v>
                </c:pt>
                <c:pt idx="163">
                  <c:v>0.2960567377</c:v>
                </c:pt>
                <c:pt idx="164">
                  <c:v>0.09900873716</c:v>
                </c:pt>
                <c:pt idx="165">
                  <c:v>0.2225321866</c:v>
                </c:pt>
                <c:pt idx="166">
                  <c:v>0.09696965548</c:v>
                </c:pt>
                <c:pt idx="167">
                  <c:v>0.289649732</c:v>
                </c:pt>
                <c:pt idx="168">
                  <c:v>0.4321846162</c:v>
                </c:pt>
                <c:pt idx="169">
                  <c:v>0.3968768321</c:v>
                </c:pt>
                <c:pt idx="170">
                  <c:v>0.2587368186</c:v>
                </c:pt>
                <c:pt idx="171">
                  <c:v>0.162359355</c:v>
                </c:pt>
                <c:pt idx="172">
                  <c:v>0.3667902473</c:v>
                </c:pt>
                <c:pt idx="173">
                  <c:v>0.3705631858</c:v>
                </c:pt>
                <c:pt idx="174">
                  <c:v>0.2605066614</c:v>
                </c:pt>
                <c:pt idx="175">
                  <c:v>0.4488701586</c:v>
                </c:pt>
                <c:pt idx="176">
                  <c:v>0.1974150662</c:v>
                </c:pt>
                <c:pt idx="177">
                  <c:v>0.2811575009</c:v>
                </c:pt>
                <c:pt idx="178">
                  <c:v>0.3121594374</c:v>
                </c:pt>
                <c:pt idx="179">
                  <c:v>0.277654922</c:v>
                </c:pt>
                <c:pt idx="180">
                  <c:v>0.4333903325</c:v>
                </c:pt>
                <c:pt idx="181">
                  <c:v>0.3091826425</c:v>
                </c:pt>
                <c:pt idx="182">
                  <c:v>0.3407200946</c:v>
                </c:pt>
                <c:pt idx="183">
                  <c:v>0.3395226894</c:v>
                </c:pt>
                <c:pt idx="184">
                  <c:v>0.2877269711</c:v>
                </c:pt>
                <c:pt idx="185">
                  <c:v>0.2695850332</c:v>
                </c:pt>
                <c:pt idx="186">
                  <c:v>0.381245611</c:v>
                </c:pt>
                <c:pt idx="187">
                  <c:v>0.3469933255</c:v>
                </c:pt>
                <c:pt idx="188">
                  <c:v>0.3588631042</c:v>
                </c:pt>
                <c:pt idx="189">
                  <c:v>0.3730304671</c:v>
                </c:pt>
                <c:pt idx="190">
                  <c:v>0.3843545237</c:v>
                </c:pt>
                <c:pt idx="191">
                  <c:v>0.416485</c:v>
                </c:pt>
                <c:pt idx="192">
                  <c:v>0.3998041684</c:v>
                </c:pt>
                <c:pt idx="193">
                  <c:v>0.4285971949</c:v>
                </c:pt>
                <c:pt idx="194">
                  <c:v>0.5345119212</c:v>
                </c:pt>
                <c:pt idx="195">
                  <c:v>0.3018683172</c:v>
                </c:pt>
                <c:pt idx="196">
                  <c:v>0.4047186206</c:v>
                </c:pt>
                <c:pt idx="197">
                  <c:v>0.3932976154</c:v>
                </c:pt>
                <c:pt idx="198">
                  <c:v>0.3393428031</c:v>
                </c:pt>
                <c:pt idx="199">
                  <c:v>0.3073888797</c:v>
                </c:pt>
                <c:pt idx="200">
                  <c:v>0.3418136295</c:v>
                </c:pt>
                <c:pt idx="201">
                  <c:v>0.291684396</c:v>
                </c:pt>
                <c:pt idx="202">
                  <c:v>0.4103000894</c:v>
                </c:pt>
                <c:pt idx="203">
                  <c:v>0.3737272828</c:v>
                </c:pt>
                <c:pt idx="204">
                  <c:v>0.3745881245</c:v>
                </c:pt>
                <c:pt idx="205">
                  <c:v>0.2588047264</c:v>
                </c:pt>
                <c:pt idx="206">
                  <c:v>0.4037148943</c:v>
                </c:pt>
                <c:pt idx="207">
                  <c:v>0.4072201968</c:v>
                </c:pt>
                <c:pt idx="208">
                  <c:v>0.4146887474</c:v>
                </c:pt>
                <c:pt idx="209">
                  <c:v>0.3689011463</c:v>
                </c:pt>
                <c:pt idx="210">
                  <c:v>0.2812796833</c:v>
                </c:pt>
                <c:pt idx="211">
                  <c:v>0.419643455</c:v>
                </c:pt>
                <c:pt idx="212">
                  <c:v>0.5279683078</c:v>
                </c:pt>
                <c:pt idx="213">
                  <c:v>0.3336780541</c:v>
                </c:pt>
                <c:pt idx="214">
                  <c:v>0.4005304524</c:v>
                </c:pt>
                <c:pt idx="215">
                  <c:v>0.2616652937</c:v>
                </c:pt>
                <c:pt idx="216">
                  <c:v>0.5043747582</c:v>
                </c:pt>
                <c:pt idx="217">
                  <c:v>0.6012460742</c:v>
                </c:pt>
                <c:pt idx="218">
                  <c:v>0.3551266615</c:v>
                </c:pt>
                <c:pt idx="219">
                  <c:v>0.3606237543</c:v>
                </c:pt>
                <c:pt idx="220">
                  <c:v>0.4844284023</c:v>
                </c:pt>
                <c:pt idx="221">
                  <c:v>0.4484721659</c:v>
                </c:pt>
                <c:pt idx="222">
                  <c:v>0.2999705818</c:v>
                </c:pt>
                <c:pt idx="223">
                  <c:v>0.458901721</c:v>
                </c:pt>
                <c:pt idx="224">
                  <c:v>0.351356518</c:v>
                </c:pt>
                <c:pt idx="225">
                  <c:v>0.2732672126</c:v>
                </c:pt>
                <c:pt idx="226">
                  <c:v>0.3241778332</c:v>
                </c:pt>
                <c:pt idx="227">
                  <c:v>0.4464334839</c:v>
                </c:pt>
                <c:pt idx="228">
                  <c:v>0.2887306898</c:v>
                </c:pt>
                <c:pt idx="229">
                  <c:v>0.4015589465</c:v>
                </c:pt>
                <c:pt idx="230">
                  <c:v>0.3815947474</c:v>
                </c:pt>
                <c:pt idx="231">
                  <c:v>0.4381456251</c:v>
                </c:pt>
                <c:pt idx="232">
                  <c:v>0.4734584845</c:v>
                </c:pt>
                <c:pt idx="233">
                  <c:v>0.4158916503</c:v>
                </c:pt>
                <c:pt idx="234">
                  <c:v>0.5212189223</c:v>
                </c:pt>
                <c:pt idx="235">
                  <c:v>0.3549942271</c:v>
                </c:pt>
                <c:pt idx="236">
                  <c:v>0.3118617271</c:v>
                </c:pt>
                <c:pt idx="237">
                  <c:v>0.3773253646</c:v>
                </c:pt>
                <c:pt idx="238">
                  <c:v>0.3631791161</c:v>
                </c:pt>
                <c:pt idx="239">
                  <c:v>0.4945786283</c:v>
                </c:pt>
                <c:pt idx="240">
                  <c:v>0.4679553099</c:v>
                </c:pt>
                <c:pt idx="241">
                  <c:v>0.5012847703</c:v>
                </c:pt>
                <c:pt idx="242">
                  <c:v>0.3091636455</c:v>
                </c:pt>
                <c:pt idx="243">
                  <c:v>0.4431771732</c:v>
                </c:pt>
                <c:pt idx="244">
                  <c:v>0.5786409805</c:v>
                </c:pt>
                <c:pt idx="245">
                  <c:v>0.4938939144</c:v>
                </c:pt>
                <c:pt idx="246">
                  <c:v>0.3577532673</c:v>
                </c:pt>
                <c:pt idx="247">
                  <c:v>0.3019191494</c:v>
                </c:pt>
                <c:pt idx="248">
                  <c:v>0.494538714</c:v>
                </c:pt>
                <c:pt idx="249">
                  <c:v>0.4370841702</c:v>
                </c:pt>
                <c:pt idx="250">
                  <c:v>0.57613973</c:v>
                </c:pt>
                <c:pt idx="251">
                  <c:v>0.5066083648</c:v>
                </c:pt>
                <c:pt idx="252">
                  <c:v>0.4788046267</c:v>
                </c:pt>
                <c:pt idx="253">
                  <c:v>0.4276234385</c:v>
                </c:pt>
                <c:pt idx="254">
                  <c:v>0.3856025353</c:v>
                </c:pt>
                <c:pt idx="255">
                  <c:v>0.3508810316</c:v>
                </c:pt>
                <c:pt idx="256">
                  <c:v>0.415698624</c:v>
                </c:pt>
                <c:pt idx="257">
                  <c:v>0.4230794072</c:v>
                </c:pt>
                <c:pt idx="258">
                  <c:v>0.2436876242</c:v>
                </c:pt>
                <c:pt idx="259">
                  <c:v>0.3683015818</c:v>
                </c:pt>
                <c:pt idx="260">
                  <c:v>0.3736318091</c:v>
                </c:pt>
                <c:pt idx="261">
                  <c:v>0.4685173505</c:v>
                </c:pt>
                <c:pt idx="262">
                  <c:v>0.5092271707</c:v>
                </c:pt>
                <c:pt idx="263">
                  <c:v>0.4102290155</c:v>
                </c:pt>
                <c:pt idx="264">
                  <c:v>0.3667148994</c:v>
                </c:pt>
                <c:pt idx="265">
                  <c:v>0.3805715782</c:v>
                </c:pt>
                <c:pt idx="266">
                  <c:v>0.4534712636</c:v>
                </c:pt>
                <c:pt idx="267">
                  <c:v>0.3654003994</c:v>
                </c:pt>
                <c:pt idx="268">
                  <c:v>0.4031732056</c:v>
                </c:pt>
                <c:pt idx="269">
                  <c:v>0.4383512611</c:v>
                </c:pt>
                <c:pt idx="270">
                  <c:v>0.5586929944</c:v>
                </c:pt>
                <c:pt idx="271">
                  <c:v>0.4110765353</c:v>
                </c:pt>
                <c:pt idx="272">
                  <c:v>0.4358741802</c:v>
                </c:pt>
                <c:pt idx="273">
                  <c:v>0.3240180297</c:v>
                </c:pt>
                <c:pt idx="274">
                  <c:v>0.3741298429</c:v>
                </c:pt>
                <c:pt idx="275">
                  <c:v>0.4097662268</c:v>
                </c:pt>
                <c:pt idx="276">
                  <c:v>0.3596504402</c:v>
                </c:pt>
                <c:pt idx="277">
                  <c:v>0.5063197094</c:v>
                </c:pt>
                <c:pt idx="278">
                  <c:v>0.3969292933</c:v>
                </c:pt>
                <c:pt idx="279">
                  <c:v>0.5373668418</c:v>
                </c:pt>
                <c:pt idx="280">
                  <c:v>0.3763276984</c:v>
                </c:pt>
                <c:pt idx="281">
                  <c:v>0.4330481883</c:v>
                </c:pt>
                <c:pt idx="282">
                  <c:v>0.4728990237</c:v>
                </c:pt>
                <c:pt idx="283">
                  <c:v>0.3124176141</c:v>
                </c:pt>
                <c:pt idx="284">
                  <c:v>0.413358893</c:v>
                </c:pt>
                <c:pt idx="285">
                  <c:v>0.3417361511</c:v>
                </c:pt>
                <c:pt idx="286">
                  <c:v>0.3461016294</c:v>
                </c:pt>
                <c:pt idx="287">
                  <c:v>0.3894921584</c:v>
                </c:pt>
                <c:pt idx="288">
                  <c:v>0.4500360916</c:v>
                </c:pt>
                <c:pt idx="289">
                  <c:v>0.2693941256</c:v>
                </c:pt>
                <c:pt idx="290">
                  <c:v>0.3731226227</c:v>
                </c:pt>
                <c:pt idx="291">
                  <c:v>0.5393174703</c:v>
                </c:pt>
                <c:pt idx="292">
                  <c:v>0.3334783924</c:v>
                </c:pt>
                <c:pt idx="293">
                  <c:v>0.6037716047</c:v>
                </c:pt>
                <c:pt idx="294">
                  <c:v>0.3996639421</c:v>
                </c:pt>
                <c:pt idx="295">
                  <c:v>0.391646506</c:v>
                </c:pt>
                <c:pt idx="296">
                  <c:v>0.3549293828</c:v>
                </c:pt>
                <c:pt idx="297">
                  <c:v>0.3808934615</c:v>
                </c:pt>
                <c:pt idx="298">
                  <c:v>0.3878650515</c:v>
                </c:pt>
                <c:pt idx="299">
                  <c:v>0.3991802436</c:v>
                </c:pt>
                <c:pt idx="300">
                  <c:v>0.2548060212</c:v>
                </c:pt>
                <c:pt idx="301">
                  <c:v>0.4590757602</c:v>
                </c:pt>
                <c:pt idx="302">
                  <c:v>0.3736112197</c:v>
                </c:pt>
                <c:pt idx="303">
                  <c:v>0.3465657836</c:v>
                </c:pt>
                <c:pt idx="304">
                  <c:v>0.5711326363</c:v>
                </c:pt>
                <c:pt idx="305">
                  <c:v>0.5621575369</c:v>
                </c:pt>
                <c:pt idx="306">
                  <c:v>0.3092541899</c:v>
                </c:pt>
                <c:pt idx="307">
                  <c:v>0.3734553172</c:v>
                </c:pt>
                <c:pt idx="308">
                  <c:v>0.3901669988</c:v>
                </c:pt>
                <c:pt idx="309">
                  <c:v>0.444862284</c:v>
                </c:pt>
                <c:pt idx="310">
                  <c:v>0.343527293</c:v>
                </c:pt>
                <c:pt idx="311">
                  <c:v>0.2891983235</c:v>
                </c:pt>
                <c:pt idx="312">
                  <c:v>0.5552689679</c:v>
                </c:pt>
                <c:pt idx="313">
                  <c:v>0.4230385122</c:v>
                </c:pt>
                <c:pt idx="314">
                  <c:v>0.5958212036</c:v>
                </c:pt>
                <c:pt idx="315">
                  <c:v>0.5023522858</c:v>
                </c:pt>
                <c:pt idx="316">
                  <c:v>0.4358101283</c:v>
                </c:pt>
                <c:pt idx="317">
                  <c:v>0.5200209684</c:v>
                </c:pt>
                <c:pt idx="318">
                  <c:v>0.534216993</c:v>
                </c:pt>
                <c:pt idx="319">
                  <c:v>0.4884192718</c:v>
                </c:pt>
                <c:pt idx="320">
                  <c:v>0.424122</c:v>
                </c:pt>
                <c:pt idx="321">
                  <c:v>0.5581458662</c:v>
                </c:pt>
                <c:pt idx="322">
                  <c:v>0.4874603949</c:v>
                </c:pt>
                <c:pt idx="323">
                  <c:v>0.4474733747</c:v>
                </c:pt>
                <c:pt idx="324">
                  <c:v>0.4823335088</c:v>
                </c:pt>
                <c:pt idx="325">
                  <c:v>0.3266708741</c:v>
                </c:pt>
                <c:pt idx="326">
                  <c:v>0.4990866841</c:v>
                </c:pt>
                <c:pt idx="327">
                  <c:v>0.527830085</c:v>
                </c:pt>
                <c:pt idx="328">
                  <c:v>0.3462770993</c:v>
                </c:pt>
                <c:pt idx="329">
                  <c:v>0.5760590652</c:v>
                </c:pt>
                <c:pt idx="330">
                  <c:v>0.4907674151</c:v>
                </c:pt>
                <c:pt idx="331">
                  <c:v>0.4244656928</c:v>
                </c:pt>
                <c:pt idx="332">
                  <c:v>0.5295037725</c:v>
                </c:pt>
                <c:pt idx="333">
                  <c:v>0.6488769602</c:v>
                </c:pt>
                <c:pt idx="334">
                  <c:v>0.4936498557</c:v>
                </c:pt>
                <c:pt idx="335">
                  <c:v>0.4501715349</c:v>
                </c:pt>
                <c:pt idx="336">
                  <c:v>0.4571798022</c:v>
                </c:pt>
                <c:pt idx="337">
                  <c:v>0.590856717</c:v>
                </c:pt>
                <c:pt idx="338">
                  <c:v>0.5314940732</c:v>
                </c:pt>
                <c:pt idx="339">
                  <c:v>0.4697712924</c:v>
                </c:pt>
                <c:pt idx="340">
                  <c:v>0.4283972319</c:v>
                </c:pt>
                <c:pt idx="341">
                  <c:v>0.4574008581</c:v>
                </c:pt>
                <c:pt idx="342">
                  <c:v>0.5356743713</c:v>
                </c:pt>
                <c:pt idx="343">
                  <c:v>0.5978301009</c:v>
                </c:pt>
                <c:pt idx="344">
                  <c:v>0.4060773941</c:v>
                </c:pt>
                <c:pt idx="345">
                  <c:v>0.4779344937</c:v>
                </c:pt>
                <c:pt idx="346">
                  <c:v>0.3930422237</c:v>
                </c:pt>
                <c:pt idx="347">
                  <c:v>0.5474906706</c:v>
                </c:pt>
                <c:pt idx="348">
                  <c:v>0.6380193876</c:v>
                </c:pt>
                <c:pt idx="349">
                  <c:v>0.40911651</c:v>
                </c:pt>
                <c:pt idx="350">
                  <c:v>0.4765681359</c:v>
                </c:pt>
                <c:pt idx="351">
                  <c:v>0.4159312558</c:v>
                </c:pt>
                <c:pt idx="352">
                  <c:v>0.4131520727</c:v>
                </c:pt>
                <c:pt idx="353">
                  <c:v>0.32279057</c:v>
                </c:pt>
                <c:pt idx="354">
                  <c:v>0.2816727938</c:v>
                </c:pt>
                <c:pt idx="355">
                  <c:v>0.3364974216</c:v>
                </c:pt>
                <c:pt idx="356">
                  <c:v>0.4156321118</c:v>
                </c:pt>
                <c:pt idx="357">
                  <c:v>0.4411234731</c:v>
                </c:pt>
                <c:pt idx="358">
                  <c:v>0.348080806</c:v>
                </c:pt>
                <c:pt idx="359">
                  <c:v>0.369464729</c:v>
                </c:pt>
              </c:numCache>
            </c:numRef>
          </c:yVal>
        </c:ser>
        <c:ser>
          <c:idx val="3"/>
          <c:order val="3"/>
          <c:tx>
            <c:v>Distributed readout</c:v>
          </c:tx>
          <c:spPr>
            <a:solidFill xmlns:a="http://schemas.openxmlformats.org/drawingml/2006/main">
              <a:srgbClr val="BC3441"/>
            </a:solidFill>
            <a:ln xmlns:a="http://schemas.openxmlformats.org/drawingml/2006/main" w="23813">
              <a:solidFill>
                <a:srgbClr val="BC3441"/>
              </a:solidFill>
            </a:ln>
          </c:spPr>
          <c:marker>
            <c:symbol val="none"/>
          </c:marker>
          <c:xVal>
            <c:numRef>
              <c:f>'Chart Data'!$G$2:$G$361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Data'!$H$2:$H$361</c:f>
              <c:numCache>
                <c:formatCode>0.##</c:formatCode>
                <c:ptCount val="360"/>
                <c:pt idx="0">
                  <c:v>0.09873831395</c:v>
                </c:pt>
                <c:pt idx="1">
                  <c:v>-0.02599381161</c:v>
                </c:pt>
                <c:pt idx="2">
                  <c:v>0.01844633159</c:v>
                </c:pt>
                <c:pt idx="3">
                  <c:v>-0.08063983726</c:v>
                </c:pt>
                <c:pt idx="4">
                  <c:v>0.01289639031</c:v>
                </c:pt>
                <c:pt idx="5">
                  <c:v>0.04006153515</c:v>
                </c:pt>
                <c:pt idx="6">
                  <c:v>0.00743179155</c:v>
                </c:pt>
                <c:pt idx="7">
                  <c:v>0.1331471044</c:v>
                </c:pt>
                <c:pt idx="8">
                  <c:v>0.07966308733</c:v>
                </c:pt>
                <c:pt idx="9">
                  <c:v>0.008552838118</c:v>
                </c:pt>
                <c:pt idx="10">
                  <c:v>0.002659841302</c:v>
                </c:pt>
                <c:pt idx="11">
                  <c:v>0.02342335796</c:v>
                </c:pt>
                <c:pt idx="12">
                  <c:v>-0.08201439299</c:v>
                </c:pt>
                <c:pt idx="13">
                  <c:v>-0.03070904539</c:v>
                </c:pt>
                <c:pt idx="14">
                  <c:v>-0.03003715819</c:v>
                </c:pt>
                <c:pt idx="15">
                  <c:v>0.07182404866</c:v>
                </c:pt>
                <c:pt idx="16">
                  <c:v>0.05360795284</c:v>
                </c:pt>
                <c:pt idx="17">
                  <c:v>0.02245920406</c:v>
                </c:pt>
                <c:pt idx="18">
                  <c:v>0.1039480587</c:v>
                </c:pt>
                <c:pt idx="19">
                  <c:v>-0.002391158648</c:v>
                </c:pt>
                <c:pt idx="20">
                  <c:v>-0.01265842239</c:v>
                </c:pt>
                <c:pt idx="21">
                  <c:v>0.002782975472</c:v>
                </c:pt>
                <c:pt idx="22">
                  <c:v>0.1426559616</c:v>
                </c:pt>
                <c:pt idx="23">
                  <c:v>0.04140761623</c:v>
                </c:pt>
                <c:pt idx="24">
                  <c:v>0.06380637748</c:v>
                </c:pt>
                <c:pt idx="25">
                  <c:v>0.1212917387</c:v>
                </c:pt>
                <c:pt idx="26">
                  <c:v>0.06370884134</c:v>
                </c:pt>
                <c:pt idx="27">
                  <c:v>0.118931959</c:v>
                </c:pt>
                <c:pt idx="28">
                  <c:v>0.08075234466</c:v>
                </c:pt>
                <c:pt idx="29">
                  <c:v>0.1613600506</c:v>
                </c:pt>
                <c:pt idx="30">
                  <c:v>0.06571478135</c:v>
                </c:pt>
                <c:pt idx="31">
                  <c:v>0.02759027672</c:v>
                </c:pt>
                <c:pt idx="32">
                  <c:v>-0.004166263242</c:v>
                </c:pt>
                <c:pt idx="33">
                  <c:v>0.06025596548</c:v>
                </c:pt>
                <c:pt idx="34">
                  <c:v>0.1832702639</c:v>
                </c:pt>
                <c:pt idx="35">
                  <c:v>0.06585319656</c:v>
                </c:pt>
                <c:pt idx="36">
                  <c:v>0.1109479275</c:v>
                </c:pt>
                <c:pt idx="37">
                  <c:v>-0.0153494498</c:v>
                </c:pt>
                <c:pt idx="38">
                  <c:v>0.02703960448</c:v>
                </c:pt>
                <c:pt idx="39">
                  <c:v>0.01905340196</c:v>
                </c:pt>
                <c:pt idx="40">
                  <c:v>0.0302357396</c:v>
                </c:pt>
                <c:pt idx="41">
                  <c:v>-0.0130635431</c:v>
                </c:pt>
                <c:pt idx="42">
                  <c:v>0.06424170218</c:v>
                </c:pt>
                <c:pt idx="43">
                  <c:v>-0.0322799131</c:v>
                </c:pt>
                <c:pt idx="44">
                  <c:v>-0.03818063964</c:v>
                </c:pt>
                <c:pt idx="45">
                  <c:v>0.05198353655</c:v>
                </c:pt>
                <c:pt idx="46">
                  <c:v>0.0407164229</c:v>
                </c:pt>
                <c:pt idx="47">
                  <c:v>0.0543413057</c:v>
                </c:pt>
                <c:pt idx="48">
                  <c:v>0.05767508471</c:v>
                </c:pt>
                <c:pt idx="49">
                  <c:v>0.05931259198</c:v>
                </c:pt>
                <c:pt idx="50">
                  <c:v>0.02814317422</c:v>
                </c:pt>
                <c:pt idx="51">
                  <c:v>-0.0673623393</c:v>
                </c:pt>
                <c:pt idx="52">
                  <c:v>-0.06489749238</c:v>
                </c:pt>
                <c:pt idx="53">
                  <c:v>-0.1025246419</c:v>
                </c:pt>
                <c:pt idx="54">
                  <c:v>0.01703215273</c:v>
                </c:pt>
                <c:pt idx="55">
                  <c:v>0.07255618228</c:v>
                </c:pt>
                <c:pt idx="56">
                  <c:v>0.0100581213</c:v>
                </c:pt>
                <c:pt idx="57">
                  <c:v>-0.01327303026</c:v>
                </c:pt>
                <c:pt idx="58">
                  <c:v>-0.01305609223</c:v>
                </c:pt>
                <c:pt idx="59">
                  <c:v>-0.01050735089</c:v>
                </c:pt>
                <c:pt idx="60">
                  <c:v>-0.0105909665</c:v>
                </c:pt>
                <c:pt idx="61">
                  <c:v>0.01906397324</c:v>
                </c:pt>
                <c:pt idx="62">
                  <c:v>0.01837746275</c:v>
                </c:pt>
                <c:pt idx="63">
                  <c:v>-0.0138559814</c:v>
                </c:pt>
                <c:pt idx="64">
                  <c:v>0.004219300297</c:v>
                </c:pt>
                <c:pt idx="65">
                  <c:v>0.1006357138</c:v>
                </c:pt>
                <c:pt idx="66">
                  <c:v>-0.01475671726</c:v>
                </c:pt>
                <c:pt idx="67">
                  <c:v>0.02029279858</c:v>
                </c:pt>
                <c:pt idx="68">
                  <c:v>0.1316685576</c:v>
                </c:pt>
                <c:pt idx="69">
                  <c:v>-0.03289888405</c:v>
                </c:pt>
                <c:pt idx="70">
                  <c:v>0.002542873498</c:v>
                </c:pt>
                <c:pt idx="71">
                  <c:v>-0.01356402807</c:v>
                </c:pt>
                <c:pt idx="72">
                  <c:v>0.0538833294</c:v>
                </c:pt>
                <c:pt idx="73">
                  <c:v>0.0220050546</c:v>
                </c:pt>
                <c:pt idx="74">
                  <c:v>0.1053305019</c:v>
                </c:pt>
                <c:pt idx="75">
                  <c:v>0.05691287816</c:v>
                </c:pt>
                <c:pt idx="76">
                  <c:v>-0.008111135586</c:v>
                </c:pt>
                <c:pt idx="77">
                  <c:v>0.07512807344</c:v>
                </c:pt>
                <c:pt idx="78">
                  <c:v>0.01211659686</c:v>
                </c:pt>
                <c:pt idx="79">
                  <c:v>0.08389214413</c:v>
                </c:pt>
                <c:pt idx="80">
                  <c:v>-0.01474091882</c:v>
                </c:pt>
                <c:pt idx="81">
                  <c:v>0.03193689532</c:v>
                </c:pt>
                <c:pt idx="82">
                  <c:v>0.08375915768</c:v>
                </c:pt>
                <c:pt idx="83">
                  <c:v>0.01254611818</c:v>
                </c:pt>
                <c:pt idx="84">
                  <c:v>-0.01509886931</c:v>
                </c:pt>
                <c:pt idx="85">
                  <c:v>-0.07135522553</c:v>
                </c:pt>
                <c:pt idx="86">
                  <c:v>-0.03852680152</c:v>
                </c:pt>
                <c:pt idx="87">
                  <c:v>0.03846211909</c:v>
                </c:pt>
                <c:pt idx="88">
                  <c:v>0.04270702958</c:v>
                </c:pt>
                <c:pt idx="89">
                  <c:v>0.04865073458</c:v>
                </c:pt>
                <c:pt idx="90">
                  <c:v>-0.07470099862</c:v>
                </c:pt>
                <c:pt idx="91">
                  <c:v>-0.09205956871</c:v>
                </c:pt>
                <c:pt idx="92">
                  <c:v>-0.01771120208</c:v>
                </c:pt>
                <c:pt idx="93">
                  <c:v>0.0002406371001</c:v>
                </c:pt>
                <c:pt idx="94">
                  <c:v>0.06577788436</c:v>
                </c:pt>
                <c:pt idx="95">
                  <c:v>0.06351883662</c:v>
                </c:pt>
                <c:pt idx="96">
                  <c:v>0.04026030452</c:v>
                </c:pt>
                <c:pt idx="97">
                  <c:v>0.07412754271</c:v>
                </c:pt>
                <c:pt idx="98">
                  <c:v>0.02626797212</c:v>
                </c:pt>
                <c:pt idx="99">
                  <c:v>-0.03476469219</c:v>
                </c:pt>
                <c:pt idx="100">
                  <c:v>-0.001558585994</c:v>
                </c:pt>
                <c:pt idx="101">
                  <c:v>0.01037328183</c:v>
                </c:pt>
                <c:pt idx="102">
                  <c:v>0.01224586721</c:v>
                </c:pt>
                <c:pt idx="103">
                  <c:v>0.01819093994</c:v>
                </c:pt>
                <c:pt idx="104">
                  <c:v>0.01951554024</c:v>
                </c:pt>
                <c:pt idx="105">
                  <c:v>0.01796386928</c:v>
                </c:pt>
                <c:pt idx="106">
                  <c:v>0.004765369504</c:v>
                </c:pt>
                <c:pt idx="107">
                  <c:v>-0.0007336186149</c:v>
                </c:pt>
                <c:pt idx="108">
                  <c:v>0.04387657673</c:v>
                </c:pt>
                <c:pt idx="109">
                  <c:v>0.09667444318</c:v>
                </c:pt>
                <c:pt idx="110">
                  <c:v>0.01499552413</c:v>
                </c:pt>
                <c:pt idx="111">
                  <c:v>0.04095331739</c:v>
                </c:pt>
                <c:pt idx="112">
                  <c:v>0.05491539974</c:v>
                </c:pt>
                <c:pt idx="113">
                  <c:v>-0.01775427764</c:v>
                </c:pt>
                <c:pt idx="114">
                  <c:v>0.04593937094</c:v>
                </c:pt>
                <c:pt idx="115">
                  <c:v>0.01084762376</c:v>
                </c:pt>
                <c:pt idx="116">
                  <c:v>0.08728392981</c:v>
                </c:pt>
                <c:pt idx="117">
                  <c:v>0.03690771601</c:v>
                </c:pt>
                <c:pt idx="118">
                  <c:v>0.01152661487</c:v>
                </c:pt>
                <c:pt idx="119">
                  <c:v>0.1088669538</c:v>
                </c:pt>
                <c:pt idx="120">
                  <c:v>-0.04188572183</c:v>
                </c:pt>
                <c:pt idx="121">
                  <c:v>0.04030654824</c:v>
                </c:pt>
                <c:pt idx="122">
                  <c:v>-0.03193901678</c:v>
                </c:pt>
                <c:pt idx="123">
                  <c:v>-0.02851963001</c:v>
                </c:pt>
                <c:pt idx="124">
                  <c:v>-0.002260646792</c:v>
                </c:pt>
                <c:pt idx="125">
                  <c:v>0.06446207385</c:v>
                </c:pt>
                <c:pt idx="126">
                  <c:v>0.09555386145</c:v>
                </c:pt>
                <c:pt idx="127">
                  <c:v>0.1054801117</c:v>
                </c:pt>
                <c:pt idx="128">
                  <c:v>0.1325046314</c:v>
                </c:pt>
                <c:pt idx="129">
                  <c:v>0.0969684363</c:v>
                </c:pt>
                <c:pt idx="130">
                  <c:v>0.06919706952</c:v>
                </c:pt>
                <c:pt idx="131">
                  <c:v>0.05335929762</c:v>
                </c:pt>
                <c:pt idx="132">
                  <c:v>0.05499866223</c:v>
                </c:pt>
                <c:pt idx="133">
                  <c:v>0.04358959027</c:v>
                </c:pt>
                <c:pt idx="134">
                  <c:v>0.05505754177</c:v>
                </c:pt>
                <c:pt idx="135">
                  <c:v>0.1896792239</c:v>
                </c:pt>
                <c:pt idx="136">
                  <c:v>0.1489855841</c:v>
                </c:pt>
                <c:pt idx="137">
                  <c:v>0.07853353788</c:v>
                </c:pt>
                <c:pt idx="138">
                  <c:v>0.02405402492</c:v>
                </c:pt>
                <c:pt idx="139">
                  <c:v>0.1492384571</c:v>
                </c:pt>
                <c:pt idx="140">
                  <c:v>0.1825373918</c:v>
                </c:pt>
                <c:pt idx="141">
                  <c:v>0.05998413507</c:v>
                </c:pt>
                <c:pt idx="142">
                  <c:v>0.1192896937</c:v>
                </c:pt>
                <c:pt idx="143">
                  <c:v>0.1485473372</c:v>
                </c:pt>
                <c:pt idx="144">
                  <c:v>0.05275051979</c:v>
                </c:pt>
                <c:pt idx="145">
                  <c:v>0.1622866723</c:v>
                </c:pt>
                <c:pt idx="146">
                  <c:v>0.03834036518</c:v>
                </c:pt>
                <c:pt idx="147">
                  <c:v>0.09248199168</c:v>
                </c:pt>
                <c:pt idx="148">
                  <c:v>0.1639680277</c:v>
                </c:pt>
                <c:pt idx="149">
                  <c:v>0.2544671909</c:v>
                </c:pt>
                <c:pt idx="150">
                  <c:v>0.1715130005</c:v>
                </c:pt>
                <c:pt idx="151">
                  <c:v>0.2131938298</c:v>
                </c:pt>
                <c:pt idx="152">
                  <c:v>0.2953049566</c:v>
                </c:pt>
                <c:pt idx="153">
                  <c:v>0.193552007</c:v>
                </c:pt>
                <c:pt idx="154">
                  <c:v>0.1319459918</c:v>
                </c:pt>
                <c:pt idx="155">
                  <c:v>0.182005653</c:v>
                </c:pt>
                <c:pt idx="156">
                  <c:v>0.2458684171</c:v>
                </c:pt>
                <c:pt idx="157">
                  <c:v>0.243768077</c:v>
                </c:pt>
                <c:pt idx="158">
                  <c:v>0.2548247746</c:v>
                </c:pt>
                <c:pt idx="159">
                  <c:v>0.2127361298</c:v>
                </c:pt>
                <c:pt idx="160">
                  <c:v>0.2302684299</c:v>
                </c:pt>
                <c:pt idx="161">
                  <c:v>0.3321951781</c:v>
                </c:pt>
                <c:pt idx="162">
                  <c:v>0.2878792507</c:v>
                </c:pt>
                <c:pt idx="163">
                  <c:v>0.2652477395</c:v>
                </c:pt>
                <c:pt idx="164">
                  <c:v>0.2231896672</c:v>
                </c:pt>
                <c:pt idx="165">
                  <c:v>0.2688928912</c:v>
                </c:pt>
                <c:pt idx="166">
                  <c:v>0.2732793003</c:v>
                </c:pt>
                <c:pt idx="167">
                  <c:v>0.2441565664</c:v>
                </c:pt>
                <c:pt idx="168">
                  <c:v>0.2510987087</c:v>
                </c:pt>
                <c:pt idx="169">
                  <c:v>0.2556367307</c:v>
                </c:pt>
                <c:pt idx="170">
                  <c:v>0.4265722949</c:v>
                </c:pt>
                <c:pt idx="171">
                  <c:v>0.2157736174</c:v>
                </c:pt>
                <c:pt idx="172">
                  <c:v>0.2340239713</c:v>
                </c:pt>
                <c:pt idx="173">
                  <c:v>0.3104019118</c:v>
                </c:pt>
                <c:pt idx="174">
                  <c:v>0.317054451</c:v>
                </c:pt>
                <c:pt idx="175">
                  <c:v>0.3029118343</c:v>
                </c:pt>
                <c:pt idx="176">
                  <c:v>0.3344142215</c:v>
                </c:pt>
                <c:pt idx="177">
                  <c:v>0.2785321734</c:v>
                </c:pt>
                <c:pt idx="178">
                  <c:v>0.3678728435</c:v>
                </c:pt>
                <c:pt idx="179">
                  <c:v>0.2926202725</c:v>
                </c:pt>
                <c:pt idx="180">
                  <c:v>0.2796894063</c:v>
                </c:pt>
                <c:pt idx="181">
                  <c:v>0.2445628252</c:v>
                </c:pt>
                <c:pt idx="182">
                  <c:v>0.3495922036</c:v>
                </c:pt>
                <c:pt idx="183">
                  <c:v>0.359456773</c:v>
                </c:pt>
                <c:pt idx="184">
                  <c:v>0.3563884443</c:v>
                </c:pt>
                <c:pt idx="185">
                  <c:v>0.3208016565</c:v>
                </c:pt>
                <c:pt idx="186">
                  <c:v>0.217347342</c:v>
                </c:pt>
                <c:pt idx="187">
                  <c:v>0.3381427568</c:v>
                </c:pt>
                <c:pt idx="188">
                  <c:v>0.2786496667</c:v>
                </c:pt>
                <c:pt idx="189">
                  <c:v>0.4755274634</c:v>
                </c:pt>
                <c:pt idx="190">
                  <c:v>0.3691942313</c:v>
                </c:pt>
                <c:pt idx="191">
                  <c:v>0.4220006759</c:v>
                </c:pt>
                <c:pt idx="192">
                  <c:v>0.3286551062</c:v>
                </c:pt>
                <c:pt idx="193">
                  <c:v>0.2935193586</c:v>
                </c:pt>
                <c:pt idx="194">
                  <c:v>0.4078550826</c:v>
                </c:pt>
                <c:pt idx="195">
                  <c:v>0.2903816926</c:v>
                </c:pt>
                <c:pt idx="196">
                  <c:v>0.3647085151</c:v>
                </c:pt>
                <c:pt idx="197">
                  <c:v>0.3476903811</c:v>
                </c:pt>
                <c:pt idx="198">
                  <c:v>0.3638155721</c:v>
                </c:pt>
                <c:pt idx="199">
                  <c:v>0.4417176181</c:v>
                </c:pt>
                <c:pt idx="200">
                  <c:v>0.4110854089</c:v>
                </c:pt>
                <c:pt idx="201">
                  <c:v>0.5396489694</c:v>
                </c:pt>
                <c:pt idx="202">
                  <c:v>0.3592630435</c:v>
                </c:pt>
                <c:pt idx="203">
                  <c:v>0.3851234148</c:v>
                </c:pt>
                <c:pt idx="204">
                  <c:v>0.3379937454</c:v>
                </c:pt>
                <c:pt idx="205">
                  <c:v>0.3418234426</c:v>
                </c:pt>
                <c:pt idx="206">
                  <c:v>0.3433160964</c:v>
                </c:pt>
                <c:pt idx="207">
                  <c:v>0.4464864665</c:v>
                </c:pt>
                <c:pt idx="208">
                  <c:v>0.3246581807</c:v>
                </c:pt>
                <c:pt idx="209">
                  <c:v>0.4635666038</c:v>
                </c:pt>
                <c:pt idx="210">
                  <c:v>0.4490557534</c:v>
                </c:pt>
                <c:pt idx="211">
                  <c:v>0.2900683949</c:v>
                </c:pt>
                <c:pt idx="212">
                  <c:v>0.3826209174</c:v>
                </c:pt>
                <c:pt idx="213">
                  <c:v>0.3917217904</c:v>
                </c:pt>
                <c:pt idx="214">
                  <c:v>0.4925466073</c:v>
                </c:pt>
                <c:pt idx="215">
                  <c:v>0.4329481812</c:v>
                </c:pt>
                <c:pt idx="216">
                  <c:v>0.4083499814</c:v>
                </c:pt>
                <c:pt idx="217">
                  <c:v>0.4260748958</c:v>
                </c:pt>
                <c:pt idx="218">
                  <c:v>0.3609440432</c:v>
                </c:pt>
                <c:pt idx="219">
                  <c:v>0.4033490209</c:v>
                </c:pt>
                <c:pt idx="220">
                  <c:v>0.4143748924</c:v>
                </c:pt>
                <c:pt idx="221">
                  <c:v>0.3491230136</c:v>
                </c:pt>
                <c:pt idx="222">
                  <c:v>0.4179120676</c:v>
                </c:pt>
                <c:pt idx="223">
                  <c:v>0.3790530508</c:v>
                </c:pt>
                <c:pt idx="224">
                  <c:v>0.3827856541</c:v>
                </c:pt>
                <c:pt idx="225">
                  <c:v>0.4215524946</c:v>
                </c:pt>
                <c:pt idx="226">
                  <c:v>0.3793709114</c:v>
                </c:pt>
                <c:pt idx="227">
                  <c:v>0.3643234562</c:v>
                </c:pt>
                <c:pt idx="228">
                  <c:v>0.3559231503</c:v>
                </c:pt>
                <c:pt idx="229">
                  <c:v>0.3750690618</c:v>
                </c:pt>
                <c:pt idx="230">
                  <c:v>0.3854993364</c:v>
                </c:pt>
                <c:pt idx="231">
                  <c:v>0.3387644121</c:v>
                </c:pt>
                <c:pt idx="232">
                  <c:v>0.4070640164</c:v>
                </c:pt>
                <c:pt idx="233">
                  <c:v>0.4198912319</c:v>
                </c:pt>
                <c:pt idx="234">
                  <c:v>0.4001698985</c:v>
                </c:pt>
                <c:pt idx="235">
                  <c:v>0.4271480471</c:v>
                </c:pt>
                <c:pt idx="236">
                  <c:v>0.4208591975</c:v>
                </c:pt>
                <c:pt idx="237">
                  <c:v>0.4699939367</c:v>
                </c:pt>
                <c:pt idx="238">
                  <c:v>0.4009223478</c:v>
                </c:pt>
                <c:pt idx="239">
                  <c:v>0.5084981661</c:v>
                </c:pt>
                <c:pt idx="240">
                  <c:v>0.2914297584</c:v>
                </c:pt>
                <c:pt idx="241">
                  <c:v>0.4507498373</c:v>
                </c:pt>
                <c:pt idx="242">
                  <c:v>0.4334594003</c:v>
                </c:pt>
                <c:pt idx="243">
                  <c:v>0.4214293796</c:v>
                </c:pt>
                <c:pt idx="244">
                  <c:v>0.4130806965</c:v>
                </c:pt>
                <c:pt idx="245">
                  <c:v>0.3586185616</c:v>
                </c:pt>
                <c:pt idx="246">
                  <c:v>0.3401766964</c:v>
                </c:pt>
                <c:pt idx="247">
                  <c:v>0.4322725536</c:v>
                </c:pt>
                <c:pt idx="248">
                  <c:v>0.4983005318</c:v>
                </c:pt>
                <c:pt idx="249">
                  <c:v>0.4695039982</c:v>
                </c:pt>
                <c:pt idx="250">
                  <c:v>0.420010924</c:v>
                </c:pt>
                <c:pt idx="251">
                  <c:v>0.3802513131</c:v>
                </c:pt>
                <c:pt idx="252">
                  <c:v>0.4761039233</c:v>
                </c:pt>
                <c:pt idx="253">
                  <c:v>0.4747926962</c:v>
                </c:pt>
                <c:pt idx="254">
                  <c:v>0.4897989506</c:v>
                </c:pt>
                <c:pt idx="255">
                  <c:v>0.3827052986</c:v>
                </c:pt>
                <c:pt idx="256">
                  <c:v>0.3799135664</c:v>
                </c:pt>
                <c:pt idx="257">
                  <c:v>0.4654939608</c:v>
                </c:pt>
                <c:pt idx="258">
                  <c:v>0.3911099568</c:v>
                </c:pt>
                <c:pt idx="259">
                  <c:v>0.4093826688</c:v>
                </c:pt>
                <c:pt idx="260">
                  <c:v>0.4193178908</c:v>
                </c:pt>
                <c:pt idx="261">
                  <c:v>0.3041266208</c:v>
                </c:pt>
                <c:pt idx="262">
                  <c:v>0.4454702613</c:v>
                </c:pt>
                <c:pt idx="263">
                  <c:v>0.3742791417</c:v>
                </c:pt>
                <c:pt idx="264">
                  <c:v>0.3722089797</c:v>
                </c:pt>
                <c:pt idx="265">
                  <c:v>0.4576025434</c:v>
                </c:pt>
                <c:pt idx="266">
                  <c:v>0.3916995241</c:v>
                </c:pt>
                <c:pt idx="267">
                  <c:v>0.3538534082</c:v>
                </c:pt>
                <c:pt idx="268">
                  <c:v>0.3912788138</c:v>
                </c:pt>
                <c:pt idx="269">
                  <c:v>0.3920553004</c:v>
                </c:pt>
                <c:pt idx="270">
                  <c:v>0.4028226717</c:v>
                </c:pt>
                <c:pt idx="271">
                  <c:v>0.5613862041</c:v>
                </c:pt>
                <c:pt idx="272">
                  <c:v>0.4406480893</c:v>
                </c:pt>
                <c:pt idx="273">
                  <c:v>0.4020376473</c:v>
                </c:pt>
                <c:pt idx="274">
                  <c:v>0.4347760168</c:v>
                </c:pt>
                <c:pt idx="275">
                  <c:v>0.4476715011</c:v>
                </c:pt>
                <c:pt idx="276">
                  <c:v>0.4854140877</c:v>
                </c:pt>
                <c:pt idx="277">
                  <c:v>0.3843540195</c:v>
                </c:pt>
                <c:pt idx="278">
                  <c:v>0.4166202087</c:v>
                </c:pt>
                <c:pt idx="279">
                  <c:v>0.4186889397</c:v>
                </c:pt>
                <c:pt idx="280">
                  <c:v>0.3522087916</c:v>
                </c:pt>
                <c:pt idx="281">
                  <c:v>0.4122337692</c:v>
                </c:pt>
                <c:pt idx="282">
                  <c:v>0.3980402512</c:v>
                </c:pt>
                <c:pt idx="283">
                  <c:v>0.4268984636</c:v>
                </c:pt>
                <c:pt idx="284">
                  <c:v>0.4257066083</c:v>
                </c:pt>
                <c:pt idx="285">
                  <c:v>0.3636290285</c:v>
                </c:pt>
                <c:pt idx="286">
                  <c:v>0.4556756232</c:v>
                </c:pt>
                <c:pt idx="287">
                  <c:v>0.3741398955</c:v>
                </c:pt>
                <c:pt idx="288">
                  <c:v>0.2996658963</c:v>
                </c:pt>
                <c:pt idx="289">
                  <c:v>0.3141487772</c:v>
                </c:pt>
                <c:pt idx="290">
                  <c:v>0.4347305405</c:v>
                </c:pt>
                <c:pt idx="291">
                  <c:v>0.4666807203</c:v>
                </c:pt>
                <c:pt idx="292">
                  <c:v>0.3743180806</c:v>
                </c:pt>
                <c:pt idx="293">
                  <c:v>0.4393264922</c:v>
                </c:pt>
                <c:pt idx="294">
                  <c:v>0.3156302189</c:v>
                </c:pt>
                <c:pt idx="295">
                  <c:v>0.4323331918</c:v>
                </c:pt>
                <c:pt idx="296">
                  <c:v>0.3385854056</c:v>
                </c:pt>
                <c:pt idx="297">
                  <c:v>0.4257809643</c:v>
                </c:pt>
                <c:pt idx="298">
                  <c:v>0.3216587353</c:v>
                </c:pt>
                <c:pt idx="299">
                  <c:v>0.358072211</c:v>
                </c:pt>
                <c:pt idx="300">
                  <c:v>0.3729416801</c:v>
                </c:pt>
                <c:pt idx="301">
                  <c:v>0.4232154129</c:v>
                </c:pt>
                <c:pt idx="302">
                  <c:v>0.3934858678</c:v>
                </c:pt>
                <c:pt idx="303">
                  <c:v>0.4116781856</c:v>
                </c:pt>
                <c:pt idx="304">
                  <c:v>0.4418223046</c:v>
                </c:pt>
                <c:pt idx="305">
                  <c:v>0.3847474334</c:v>
                </c:pt>
                <c:pt idx="306">
                  <c:v>0.3180649285</c:v>
                </c:pt>
                <c:pt idx="307">
                  <c:v>0.3587908095</c:v>
                </c:pt>
                <c:pt idx="308">
                  <c:v>0.4216630493</c:v>
                </c:pt>
                <c:pt idx="309">
                  <c:v>0.2883325439</c:v>
                </c:pt>
                <c:pt idx="310">
                  <c:v>0.393147379</c:v>
                </c:pt>
                <c:pt idx="311">
                  <c:v>0.4535421315</c:v>
                </c:pt>
                <c:pt idx="312">
                  <c:v>0.4022283013</c:v>
                </c:pt>
                <c:pt idx="313">
                  <c:v>0.4042391287</c:v>
                </c:pt>
                <c:pt idx="314">
                  <c:v>0.4689357927</c:v>
                </c:pt>
                <c:pt idx="315">
                  <c:v>0.4891234235</c:v>
                </c:pt>
                <c:pt idx="316">
                  <c:v>0.4216617888</c:v>
                </c:pt>
                <c:pt idx="317">
                  <c:v>0.3579096596</c:v>
                </c:pt>
                <c:pt idx="318">
                  <c:v>0.4332767541</c:v>
                </c:pt>
                <c:pt idx="319">
                  <c:v>0.4645956058</c:v>
                </c:pt>
                <c:pt idx="320">
                  <c:v>0.4873724748</c:v>
                </c:pt>
                <c:pt idx="321">
                  <c:v>0.4324981244</c:v>
                </c:pt>
                <c:pt idx="322">
                  <c:v>0.4349451823</c:v>
                </c:pt>
                <c:pt idx="323">
                  <c:v>0.4086999121</c:v>
                </c:pt>
                <c:pt idx="324">
                  <c:v>0.4905942624</c:v>
                </c:pt>
                <c:pt idx="325">
                  <c:v>0.4716832293</c:v>
                </c:pt>
                <c:pt idx="326">
                  <c:v>0.5340677865</c:v>
                </c:pt>
                <c:pt idx="327">
                  <c:v>0.4767189562</c:v>
                </c:pt>
                <c:pt idx="328">
                  <c:v>0.4366463823</c:v>
                </c:pt>
                <c:pt idx="329">
                  <c:v>0.4613547277</c:v>
                </c:pt>
                <c:pt idx="330">
                  <c:v>0.4561362012</c:v>
                </c:pt>
                <c:pt idx="331">
                  <c:v>0.4263540811</c:v>
                </c:pt>
                <c:pt idx="332">
                  <c:v>0.3977289091</c:v>
                </c:pt>
                <c:pt idx="333">
                  <c:v>0.3715711058</c:v>
                </c:pt>
                <c:pt idx="334">
                  <c:v>0.4479961857</c:v>
                </c:pt>
                <c:pt idx="335">
                  <c:v>0.4390370976</c:v>
                </c:pt>
                <c:pt idx="336">
                  <c:v>0.3956199084</c:v>
                </c:pt>
                <c:pt idx="337">
                  <c:v>0.4106775609</c:v>
                </c:pt>
                <c:pt idx="338">
                  <c:v>0.4524193497</c:v>
                </c:pt>
                <c:pt idx="339">
                  <c:v>0.4821947807</c:v>
                </c:pt>
                <c:pt idx="340">
                  <c:v>0.4404179214</c:v>
                </c:pt>
                <c:pt idx="341">
                  <c:v>0.4248466477</c:v>
                </c:pt>
                <c:pt idx="342">
                  <c:v>0.3344586023</c:v>
                </c:pt>
                <c:pt idx="343">
                  <c:v>0.4515749924</c:v>
                </c:pt>
                <c:pt idx="344">
                  <c:v>0.4522885582</c:v>
                </c:pt>
                <c:pt idx="345">
                  <c:v>0.4044944139</c:v>
                </c:pt>
                <c:pt idx="346">
                  <c:v>0.3577430239</c:v>
                </c:pt>
                <c:pt idx="347">
                  <c:v>0.3433886395</c:v>
                </c:pt>
                <c:pt idx="348">
                  <c:v>0.332795535</c:v>
                </c:pt>
                <c:pt idx="349">
                  <c:v>0.4519329156</c:v>
                </c:pt>
                <c:pt idx="350">
                  <c:v>0.4408431567</c:v>
                </c:pt>
                <c:pt idx="351">
                  <c:v>0.330832928</c:v>
                </c:pt>
                <c:pt idx="352">
                  <c:v>0.3988447523</c:v>
                </c:pt>
                <c:pt idx="353">
                  <c:v>0.4257338762</c:v>
                </c:pt>
                <c:pt idx="354">
                  <c:v>0.4652442176</c:v>
                </c:pt>
                <c:pt idx="355">
                  <c:v>0.4044998712</c:v>
                </c:pt>
                <c:pt idx="356">
                  <c:v>0.3110710663</c:v>
                </c:pt>
                <c:pt idx="357">
                  <c:v>0.4387762026</c:v>
                </c:pt>
                <c:pt idx="358">
                  <c:v>0.4098835722</c:v>
                </c:pt>
                <c:pt idx="359">
                  <c:v>0.4641363286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NaCl change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33333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13">
            <a:extLst xmlns:a="http://schemas.openxmlformats.org/drawingml/2006/main">
              <a:ext uri="{FF2B5EF4-FFF2-40B4-BE49-F238E27FC236}">
                <a16:creationId xmlns:a16="http://schemas.microsoft.com/office/drawing/2014/main" id="{E19B78A5-9943-409B-8BF2-D31CB34F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chemeClr val="dk1"/>
                </a:solidFill>
              </a:rPr>
              <a:t/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87" name="Google Shape;87;p13">
            <a:extLst xmlns:a="http://schemas.openxmlformats.org/drawingml/2006/main">
              <a:ext uri="{FF2B5EF4-FFF2-40B4-BE49-F238E27FC236}">
                <a16:creationId xmlns:a16="http://schemas.microsoft.com/office/drawing/2014/main" id="{FC0CE914-B1B8-4FE2-B505-231181EB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4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B7B7B7"/>
                </a:solidFill>
              </a:rPr>
              <a:t/>
            </a:r>
            <a:endParaRPr sz="2000">
              <a:solidFill>
                <a:srgbClr val="B7B7B7"/>
              </a:solidFill>
            </a:endParaRPr>
          </a:p>
        </p:txBody>
      </p:sp>
      <p:sp>
        <p:nvSpPr>
          <p:cNvPr id="88" name="Google Shape;88;p13">
            <a:extLst xmlns:a="http://schemas.openxmlformats.org/drawingml/2006/main">
              <a:ext uri="{FF2B5EF4-FFF2-40B4-BE49-F238E27FC236}">
                <a16:creationId xmlns:a16="http://schemas.microsoft.com/office/drawing/2014/main" id="{AD4CEC59-3425-454E-948A-CD3F156F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400"/>
              </a:spcBef>
              <a:spcAft>
                <a:spcPts val="0"/>
              </a:spcAft>
              <a:buNone/>
            </a:pPr>
            <a:r>
              <a:rPr sz="2000">
                <a:solidFill>
                  <a:srgbClr val="B7B7B7"/>
                </a:solidFill>
              </a:rPr>
              <a:t/>
            </a:r>
            <a:endParaRPr sz="2000">
              <a:solidFill>
                <a:srgbClr val="B7B7B7"/>
              </a:solidFill>
            </a:endParaRPr>
          </a:p>
        </p:txBody>
      </p:sp>
      <p:sp>
        <p:nvSpPr>
          <p:cNvPr id="89" name="Google Shape;89;p13">
            <a:extLst xmlns:a="http://schemas.openxmlformats.org/drawingml/2006/main">
              <a:ext uri="{FF2B5EF4-FFF2-40B4-BE49-F238E27FC236}">
                <a16:creationId xmlns:a16="http://schemas.microsoft.com/office/drawing/2014/main" id="{D6FA150B-F9FA-4F05-B074-C045853B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B7B7B7"/>
                </a:solidFill>
              </a:rPr>
              <a:t/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90" name="Google Shape;90;p13">
            <a:extLst xmlns:a="http://schemas.openxmlformats.org/drawingml/2006/main">
              <a:ext uri="{FF2B5EF4-FFF2-40B4-BE49-F238E27FC236}">
                <a16:creationId xmlns:a16="http://schemas.microsoft.com/office/drawing/2014/main" id="{CE8164C5-6A9F-49B0-AAD9-9FCAFE49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chemeClr val="dk1"/>
                </a:solidFill>
              </a:rPr>
              <a:t/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91" name="Team 7">
            <a:extLst xmlns:a="http://schemas.openxmlformats.org/drawingml/2006/main">
              <a:ext uri="{FF2B5EF4-FFF2-40B4-BE49-F238E27FC236}">
                <a16:creationId xmlns:a16="http://schemas.microsoft.com/office/drawing/2014/main" id="{F47FA88E-AB2A-4215-ACFA-58B4B549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867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 7</a:t>
            </a:r>
          </a:p>
        </p:txBody>
      </p:sp>
      <p:sp>
        <p:nvSpPr>
          <p:cNvPr id="92" name="Quantum sensing for water-quality changes">
            <a:extLst xmlns:a="http://schemas.openxmlformats.org/drawingml/2006/main">
              <a:ext uri="{FF2B5EF4-FFF2-40B4-BE49-F238E27FC236}">
                <a16:creationId xmlns:a16="http://schemas.microsoft.com/office/drawing/2014/main" id="{94265CEB-747D-4DAC-8AF9-E0C4B651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65656"/>
                </a:solidFill>
                <a:latin typeface="Arial"/>
                <a:ea typeface="Arial"/>
                <a:cs typeface="Arial"/>
              </a:rPr>
              <a:t>Quantum sensing for water-quality changes</a:t>
            </a:r>
          </a:p>
        </p:txBody>
      </p:sp>
      <p:sp>
        <p:nvSpPr>
          <p:cNvPr id="93" name="A continuous-variable simulation of a dissolv">
            <a:extLst xmlns:a="http://schemas.openxmlformats.org/drawingml/2006/main">
              <a:ext uri="{FF2B5EF4-FFF2-40B4-BE49-F238E27FC236}">
                <a16:creationId xmlns:a16="http://schemas.microsoft.com/office/drawing/2014/main" id="{B241F3CA-A1A6-46E8-BFAC-C6A006DB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95575"/>
            <a:ext cx="7867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continuous-variable simulation of a dissolved-salt proxy</a:t>
            </a:r>
          </a:p>
        </p:txBody>
      </p:sp>
      <p:sp>
        <p:nvSpPr>
          <p:cNvPr id="94" name="28% lower modeled total error in a controlled">
            <a:extLst xmlns:a="http://schemas.openxmlformats.org/drawingml/2006/main">
              <a:ext uri="{FF2B5EF4-FFF2-40B4-BE49-F238E27FC236}">
                <a16:creationId xmlns:a16="http://schemas.microsoft.com/office/drawing/2014/main" id="{03D92179-2BC4-4985-A01E-7FFBF3D6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76600"/>
            <a:ext cx="7867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28% lower modeled total error in a controlled 16-tap pilot</a:t>
            </a:r>
          </a:p>
        </p:txBody>
      </p:sp>
      <p:sp>
        <p:nvSpPr>
          <p:cNvPr id="95" name="NYUAD Hackathon • Research prototype • Octobe">
            <a:extLst xmlns:a="http://schemas.openxmlformats.org/drawingml/2006/main">
              <a:ext uri="{FF2B5EF4-FFF2-40B4-BE49-F238E27FC236}">
                <a16:creationId xmlns:a16="http://schemas.microsoft.com/office/drawing/2014/main" id="{53C676E7-5A7B-4C72-B712-40B5706E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867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NYUAD Hackathon • Research prototype • October 2026</a:t>
            </a:r>
          </a:p>
        </p:txBody>
      </p:sp>
      <p:sp>
        <p:nvSpPr>
          <p:cNvPr id="96" name="Roster, affiliations, team photo and team log">
            <a:extLst xmlns:a="http://schemas.openxmlformats.org/drawingml/2006/main">
              <a:ext uri="{FF2B5EF4-FFF2-40B4-BE49-F238E27FC236}">
                <a16:creationId xmlns:a16="http://schemas.microsoft.com/office/drawing/2014/main" id="{C548EA63-CBF3-4711-9264-5D3C02F3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38675"/>
            <a:ext cx="785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Roster, affiliations, team photo and team logo to be added</a:t>
            </a:r>
          </a:p>
        </p:txBody>
      </p:sp>
      <p:sp>
        <p:nvSpPr>
          <p:cNvPr id="97" name="1 / 15">
            <a:extLst xmlns:a="http://schemas.openxmlformats.org/drawingml/2006/main">
              <a:ext uri="{FF2B5EF4-FFF2-40B4-BE49-F238E27FC236}">
                <a16:creationId xmlns:a16="http://schemas.microsoft.com/office/drawing/2014/main" id="{4173BC2A-3CDF-4224-9926-8BB121EC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 / 15</a:t>
            </a:r>
          </a:p>
        </p:txBody>
      </p:sp>
    </p:spTree>
    <p:extLst>
      <p:ext uri="{BB962C8B-B14F-4D97-AF65-F5344CB8AC3E}">
        <p14:creationId xmlns:p14="http://schemas.microsoft.com/office/powerpoint/2010/main" val="1937094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14">
            <a:extLst xmlns:a="http://schemas.openxmlformats.org/drawingml/2006/main">
              <a:ext uri="{FF2B5EF4-FFF2-40B4-BE49-F238E27FC236}">
                <a16:creationId xmlns:a16="http://schemas.microsoft.com/office/drawing/2014/main" id="{76D8A24A-D86D-49CB-9012-2955743F59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3600" b="1">
                <a:solidFill>
                  <a:schemeClr val="dk1"/>
                </a:solidFill>
              </a:rPr>
              <a:t/>
            </a:r>
            <a:endParaRPr sz="3600" b="1"/>
          </a:p>
        </p:txBody>
      </p:sp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DC2B52FE-0252-4DF1-89CF-A60D1E42078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3600" b="1">
                <a:solidFill>
                  <a:schemeClr val="dk1"/>
                </a:solidFill>
              </a:rPr>
              <a:t/>
            </a:r>
            <a:endParaRPr sz="3600" b="1">
              <a:solidFill>
                <a:schemeClr val="dk1"/>
              </a:solidFill>
            </a:endParaRPr>
          </a:p>
        </p:txBody>
      </p:sp>
      <p:sp>
        <p:nvSpPr>
          <p:cNvPr id="97" name="Google Shape;97;p14">
            <a:extLst xmlns:a="http://schemas.openxmlformats.org/drawingml/2006/main">
              <a:ext uri="{FF2B5EF4-FFF2-40B4-BE49-F238E27FC236}">
                <a16:creationId xmlns:a16="http://schemas.microsoft.com/office/drawing/2014/main" id="{2FA2B196-B5AF-4FAE-81E5-52903C5D70F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600" b="1"/>
              <a:t/>
            </a:r>
            <a:endParaRPr sz="1600" b="1"/>
          </a:p>
        </p:txBody>
      </p:sp>
      <p:sp>
        <p:nvSpPr>
          <p:cNvPr id="98" name="Google Shape;98;p14">
            <a:extLst xmlns:a="http://schemas.openxmlformats.org/drawingml/2006/main">
              <a:ext uri="{FF2B5EF4-FFF2-40B4-BE49-F238E27FC236}">
                <a16:creationId xmlns:a16="http://schemas.microsoft.com/office/drawing/2014/main" id="{77F717EF-C7E6-4B45-BBF6-6743DC75536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6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3600" b="1"/>
          </a:p>
        </p:txBody>
      </p:sp>
      <p:sp>
        <p:nvSpPr>
          <p:cNvPr id="99" name="The problem and proposed solution">
            <a:extLst xmlns:a="http://schemas.openxmlformats.org/drawingml/2006/main">
              <a:ext uri="{FF2B5EF4-FFF2-40B4-BE49-F238E27FC236}">
                <a16:creationId xmlns:a16="http://schemas.microsoft.com/office/drawing/2014/main" id="{13E17CB8-39A0-49EA-B9E7-3B2C6EB0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problem and proposed solution</a:t>
            </a:r>
          </a:p>
        </p:txBody>
      </p:sp>
      <p:sp>
        <p:nvSpPr>
          <p:cNvPr id="100" name="UN monitoring evidence and an operator use-ca">
            <a:extLst xmlns:a="http://schemas.openxmlformats.org/drawingml/2006/main">
              <a:ext uri="{FF2B5EF4-FFF2-40B4-BE49-F238E27FC236}">
                <a16:creationId xmlns:a16="http://schemas.microsoft.com/office/drawing/2014/main" id="{3545D1CE-55C0-472E-8E89-66C76FB0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UN monitoring evidence and an operator use-case hypothesis</a:t>
            </a:r>
          </a:p>
        </p:txBody>
      </p:sp>
      <p:sp>
        <p:nvSpPr>
          <p:cNvPr id="101" name="UN 2025: poorest regions supplied 60,000 of ~">
            <a:extLst xmlns:a="http://schemas.openxmlformats.org/drawingml/2006/main">
              <a:ext uri="{FF2B5EF4-FFF2-40B4-BE49-F238E27FC236}">
                <a16:creationId xmlns:a16="http://schemas.microsoft.com/office/drawing/2014/main" id="{DE0EAEC8-C3EE-4EAD-A47A-F8AE81F6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 2025: poorest regions supplied 60,000 of ~2 million reporting measurements.</a:t>
            </a:r>
          </a:p>
        </p:txBody>
      </p:sp>
      <p:sp>
        <p:nvSpPr>
          <p:cNvPr id="102" name="EPA: online monitoring supports treatment dec">
            <a:extLst xmlns:a="http://schemas.openxmlformats.org/drawingml/2006/main">
              <a:ext uri="{FF2B5EF4-FFF2-40B4-BE49-F238E27FC236}">
                <a16:creationId xmlns:a16="http://schemas.microsoft.com/office/drawing/2014/main" id="{2802BC95-780B-4A72-8E52-3EC1B201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EPA: online monitoring supports treatment decisions and event investigation.</a:t>
            </a:r>
          </a:p>
        </p:txBody>
      </p:sp>
      <p:sp>
        <p:nvSpPr>
          <p:cNvPr id="103" name="Proposed user: an operator investigating mean">
            <a:extLst xmlns:a="http://schemas.openxmlformats.org/drawingml/2006/main">
              <a:ext uri="{FF2B5EF4-FFF2-40B4-BE49-F238E27FC236}">
                <a16:creationId xmlns:a16="http://schemas.microsoft.com/office/drawing/2014/main" id="{F28677FD-63F0-4AD6-8C98-71B90E4B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Proposed user: an operator investigating mean composition changes across taps.</a:t>
            </a:r>
          </a:p>
        </p:txBody>
      </p:sp>
      <p:sp>
        <p:nvSpPr>
          <p:cNvPr id="104" name="Our contribution: water-proxy CV simulation w">
            <a:extLst xmlns:a="http://schemas.openxmlformats.org/drawingml/2006/main">
              <a:ext uri="{FF2B5EF4-FFF2-40B4-BE49-F238E27FC236}">
                <a16:creationId xmlns:a16="http://schemas.microsoft.com/office/drawing/2014/main" id="{0FC0A39A-47D5-416E-8849-00CF70CE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Our contribution: water-proxy CV simulation with loss, drift and fair baselines.</a:t>
            </a:r>
          </a:p>
        </p:txBody>
      </p:sp>
      <p:sp>
        <p:nvSpPr>
          <p:cNvPr id="105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8F9B52FC-D4C9-4FB1-BF76-FA609087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06" name="2 / 15">
            <a:extLst xmlns:a="http://schemas.openxmlformats.org/drawingml/2006/main">
              <a:ext uri="{FF2B5EF4-FFF2-40B4-BE49-F238E27FC236}">
                <a16:creationId xmlns:a16="http://schemas.microsoft.com/office/drawing/2014/main" id="{38E4C82F-BB03-4FF1-A5B0-230FEFEB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10103980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Google Shape;103;p15">
            <a:extLst xmlns:a="http://schemas.openxmlformats.org/drawingml/2006/main">
              <a:ext uri="{FF2B5EF4-FFF2-40B4-BE49-F238E27FC236}">
                <a16:creationId xmlns:a16="http://schemas.microsoft.com/office/drawing/2014/main" id="{A1C9DF38-DB95-4193-B6E8-B0D8E342031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600" b="1"/>
              <a:t/>
            </a:r>
            <a:endParaRPr sz="1200" b="1"/>
          </a:p>
        </p:txBody>
      </p:sp>
      <p:sp>
        <p:nvSpPr>
          <p:cNvPr id="104" name="Google Shape;104;p15">
            <a:extLst xmlns:a="http://schemas.openxmlformats.org/drawingml/2006/main">
              <a:ext uri="{FF2B5EF4-FFF2-40B4-BE49-F238E27FC236}">
                <a16:creationId xmlns:a16="http://schemas.microsoft.com/office/drawing/2014/main" id="{7903150B-2461-4BFD-85AF-E2CAD244903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600" b="1"/>
              <a:t/>
            </a:r>
            <a:endParaRPr sz="1800">
              <a:solidFill>
                <a:srgbClr val="B7B7B7"/>
              </a:solidFill>
            </a:endParaRPr>
          </a:p>
        </p:txBody>
      </p:sp>
      <p:sp>
        <p:nvSpPr>
          <p:cNvPr id="105" name="Google Shape;105;p15">
            <a:extLst xmlns:a="http://schemas.openxmlformats.org/drawingml/2006/main">
              <a:ext uri="{FF2B5EF4-FFF2-40B4-BE49-F238E27FC236}">
                <a16:creationId xmlns:a16="http://schemas.microsoft.com/office/drawing/2014/main" id="{B7D6E993-2704-42DD-90D1-2AF2A7FE245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3600" b="1"/>
              <a:t/>
            </a:r>
            <a:endParaRPr sz="1800" i="0" u="none" cap="none">
              <a:solidFill>
                <a:srgbClr val="B7B7B7"/>
              </a:solidFill>
            </a:endParaRPr>
          </a:p>
        </p:txBody>
      </p:sp>
      <p:sp>
        <p:nvSpPr>
          <p:cNvPr id="106" name="How the simulation runs">
            <a:extLst xmlns:a="http://schemas.openxmlformats.org/drawingml/2006/main">
              <a:ext uri="{FF2B5EF4-FFF2-40B4-BE49-F238E27FC236}">
                <a16:creationId xmlns:a16="http://schemas.microsoft.com/office/drawing/2014/main" id="{B7EBD836-0AE0-4CF0-9D1C-3B62E196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the simulation runs</a:t>
            </a:r>
          </a:p>
        </p:txBody>
      </p:sp>
      <p:sp>
        <p:nvSpPr>
          <p:cNvPr id="107" name="Classical CPU computation of a proposed quant">
            <a:extLst xmlns:a="http://schemas.openxmlformats.org/drawingml/2006/main">
              <a:ext uri="{FF2B5EF4-FFF2-40B4-BE49-F238E27FC236}">
                <a16:creationId xmlns:a16="http://schemas.microsoft.com/office/drawing/2014/main" id="{98452A38-8ED9-40EC-8882-A97E033E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Classical CPU computation of a proposed quantum optical sensor</a:t>
            </a:r>
          </a:p>
        </p:txBody>
      </p:sp>
      <p:sp>
        <p:nvSpPr>
          <p:cNvPr id="108" name="Inputs: default.json assumptions and a CSV of">
            <a:extLst xmlns:a="http://schemas.openxmlformats.org/drawingml/2006/main">
              <a:ext uri="{FF2B5EF4-FFF2-40B4-BE49-F238E27FC236}">
                <a16:creationId xmlns:a16="http://schemas.microsoft.com/office/drawing/2014/main" id="{FE2743D0-268F-43DF-A5F3-D76A268B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Inputs: default.json assumptions and a CSV of 64 distinct coordinates.</a:t>
            </a:r>
          </a:p>
        </p:txBody>
      </p:sp>
      <p:sp>
        <p:nvSpPr>
          <p:cNvPr id="109" name="Python 3.12: NumPy covariance, SciPy probabil">
            <a:extLst xmlns:a="http://schemas.openxmlformats.org/drawingml/2006/main">
              <a:ext uri="{FF2B5EF4-FFF2-40B4-BE49-F238E27FC236}">
                <a16:creationId xmlns:a16="http://schemas.microsoft.com/office/drawing/2014/main" id="{0D60B27D-82AF-49A0-9314-C8D62BB8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Python 3.12: NumPy covariance, SciPy probability, pandas data, Matplotlib plots.</a:t>
            </a:r>
          </a:p>
        </p:txBody>
      </p:sp>
      <p:sp>
        <p:nvSpPr>
          <p:cNvPr id="110" name="Compute phase sensitivity and loss, then mean">
            <a:extLst xmlns:a="http://schemas.openxmlformats.org/drawingml/2006/main">
              <a:ext uri="{FF2B5EF4-FFF2-40B4-BE49-F238E27FC236}">
                <a16:creationId xmlns:a16="http://schemas.microsoft.com/office/drawing/2014/main" id="{67FE65B6-8BAA-42B5-8564-8CA1353F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Compute phase sensitivity and loss, then mean variance plus drift and calibration.</a:t>
            </a:r>
          </a:p>
        </p:txBody>
      </p:sp>
      <p:sp>
        <p:nvSpPr>
          <p:cNvPr id="111" name="Outputs: RMSE, detection probabilities, synth">
            <a:extLst xmlns:a="http://schemas.openxmlformats.org/drawingml/2006/main">
              <a:ext uri="{FF2B5EF4-FFF2-40B4-BE49-F238E27FC236}">
                <a16:creationId xmlns:a16="http://schemas.microsoft.com/office/drawing/2014/main" id="{AF622718-B5AD-426B-9E15-DF3F92E5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Outputs: RMSE, detection probabilities, synthetic time traces and ten figures.</a:t>
            </a:r>
          </a:p>
        </p:txBody>
      </p:sp>
      <p:sp>
        <p:nvSpPr>
          <p:cNvPr id="112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AEF5275C-21BD-422A-BBEF-991D4587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13" name="3 / 15">
            <a:extLst xmlns:a="http://schemas.openxmlformats.org/drawingml/2006/main">
              <a:ext uri="{FF2B5EF4-FFF2-40B4-BE49-F238E27FC236}">
                <a16:creationId xmlns:a16="http://schemas.microsoft.com/office/drawing/2014/main" id="{703D395D-61B3-493F-8019-0A1F1176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 / 15</a:t>
            </a:r>
          </a:p>
        </p:txBody>
      </p:sp>
    </p:spTree>
    <p:extLst>
      <p:ext uri="{BB962C8B-B14F-4D97-AF65-F5344CB8AC3E}">
        <p14:creationId xmlns:p14="http://schemas.microsoft.com/office/powerpoint/2010/main" val="17093845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B80046D4-4465-46AC-921C-04DED5F9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F3286A27-8FDD-4010-AD13-6F64C4E9E8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/>
              <a:t/>
            </a:r>
            <a:endParaRPr sz="3600" b="1"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5DD25C18-62E5-4939-8B5D-6A0971B3D7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640"/>
              </a:spcBef>
              <a:spcAft>
                <a:spcPts val="0"/>
              </a:spcAft>
              <a:buNone/>
            </a:pPr>
            <a:r>
              <a:rPr sz="1000" b="1"/>
              <a:t/>
            </a:r>
            <a:endParaRPr sz="1000" b="1"/>
          </a:p>
        </p:txBody>
      </p:sp>
      <p:sp>
        <p:nvSpPr>
          <p:cNvPr id="113" name="Development and validation">
            <a:extLst xmlns:a="http://schemas.openxmlformats.org/drawingml/2006/main">
              <a:ext uri="{FF2B5EF4-FFF2-40B4-BE49-F238E27FC236}">
                <a16:creationId xmlns:a16="http://schemas.microsoft.com/office/drawing/2014/main" id="{7678E6FF-FBB4-4F01-947C-5C4AFDC1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Development and validation</a:t>
            </a:r>
          </a:p>
        </p:txBody>
      </p:sp>
      <p:sp>
        <p:nvSpPr>
          <p:cNvPr id="114" name="Published physics, explicit assumptions and r">
            <a:extLst xmlns:a="http://schemas.openxmlformats.org/drawingml/2006/main">
              <a:ext uri="{FF2B5EF4-FFF2-40B4-BE49-F238E27FC236}">
                <a16:creationId xmlns:a16="http://schemas.microsoft.com/office/drawing/2014/main" id="{4FC75C52-E8ED-414D-BDCA-23153DDD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Published physics, explicit assumptions and reproducible comparisons</a:t>
            </a:r>
          </a:p>
        </p:txBody>
      </p:sp>
      <p:sp>
        <p:nvSpPr>
          <p:cNvPr id="115" name="model.py implements the equations; run.py swe">
            <a:extLst xmlns:a="http://schemas.openxmlformats.org/drawingml/2006/main">
              <a:ext uri="{FF2B5EF4-FFF2-40B4-BE49-F238E27FC236}">
                <a16:creationId xmlns:a16="http://schemas.microsoft.com/office/drawing/2014/main" id="{B40B56F3-6F9D-45FB-810C-9F2C45B2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model.py implements the equations; run.py sweeps count, loss, power and drift.</a:t>
            </a:r>
          </a:p>
        </p:txBody>
      </p:sp>
      <p:sp>
        <p:nvSpPr>
          <p:cNvPr id="116" name="Analytic RMSE curves; 100,000 null/event draw">
            <a:extLst xmlns:a="http://schemas.openxmlformats.org/drawingml/2006/main">
              <a:ext uri="{FF2B5EF4-FFF2-40B4-BE49-F238E27FC236}">
                <a16:creationId xmlns:a16="http://schemas.microsoft.com/office/drawing/2014/main" id="{0C7E5E4B-93E5-45CD-96C5-6A15F1DB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Analytic RMSE curves; 100,000 null/event draws check Gaussian detection.</a:t>
            </a:r>
          </a:p>
        </p:txBody>
      </p:sp>
      <p:sp>
        <p:nvSpPr>
          <p:cNvPr id="117" name="13 checks test physicality, limits, units and">
            <a:extLst xmlns:a="http://schemas.openxmlformats.org/drawingml/2006/main">
              <a:ext uri="{FF2B5EF4-FFF2-40B4-BE49-F238E27FC236}">
                <a16:creationId xmlns:a16="http://schemas.microsoft.com/office/drawing/2014/main" id="{FAAA15E2-23AA-41E7-838B-B49E0F2F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13 checks test physicality, limits, units and agreement; seed 2601006.</a:t>
            </a:r>
          </a:p>
        </p:txBody>
      </p:sp>
      <p:sp>
        <p:nvSpPr>
          <p:cNvPr id="118" name="Run bash src/reproduce.sh. No quantum device ">
            <a:extLst xmlns:a="http://schemas.openxmlformats.org/drawingml/2006/main">
              <a:ext uri="{FF2B5EF4-FFF2-40B4-BE49-F238E27FC236}">
                <a16:creationId xmlns:a16="http://schemas.microsoft.com/office/drawing/2014/main" id="{4F89ECBB-C704-4540-9B96-E4F4B8A1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Run bash src/reproduce.sh. No quantum device or trained model was executed.</a:t>
            </a:r>
          </a:p>
        </p:txBody>
      </p:sp>
      <p:sp>
        <p:nvSpPr>
          <p:cNvPr id="119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55E2A825-D794-4821-A1B4-83FCAE07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20" name="4 / 15">
            <a:extLst xmlns:a="http://schemas.openxmlformats.org/drawingml/2006/main">
              <a:ext uri="{FF2B5EF4-FFF2-40B4-BE49-F238E27FC236}">
                <a16:creationId xmlns:a16="http://schemas.microsoft.com/office/drawing/2014/main" id="{F9F05F2D-96EC-493E-906B-CECB570E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45943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Google Shape;117;p17">
            <a:extLst xmlns:a="http://schemas.openxmlformats.org/drawingml/2006/main">
              <a:ext uri="{FF2B5EF4-FFF2-40B4-BE49-F238E27FC236}">
                <a16:creationId xmlns:a16="http://schemas.microsoft.com/office/drawing/2014/main" id="{03094CC6-4C43-4A27-9EB6-736DB1AA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A52046EF-B3ED-4511-924A-748C07FD35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600" b="1"/>
              <a:t/>
            </a:r>
            <a:endParaRPr sz="3600" b="1"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D1915962-9806-4054-A306-71B381785F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000" b="1"/>
          </a:p>
        </p:txBody>
      </p:sp>
      <p:sp>
        <p:nvSpPr>
          <p:cNvPr id="120" name="28% lower total error in the pilot">
            <a:extLst xmlns:a="http://schemas.openxmlformats.org/drawingml/2006/main">
              <a:ext uri="{FF2B5EF4-FFF2-40B4-BE49-F238E27FC236}">
                <a16:creationId xmlns:a16="http://schemas.microsoft.com/office/drawing/2014/main" id="{C5A95881-3F17-412A-A580-17B269D6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28% lower total error in the pilot</a:t>
            </a:r>
          </a:p>
        </p:txBody>
      </p:sp>
      <p:sp>
        <p:nvSpPr>
          <p:cNvPr id="121" name="16 taps • 100 m links • 10 nW/node • 1 s • 50">
            <a:extLst xmlns:a="http://schemas.openxmlformats.org/drawingml/2006/main">
              <a:ext uri="{FF2B5EF4-FFF2-40B4-BE49-F238E27FC236}">
                <a16:creationId xmlns:a16="http://schemas.microsoft.com/office/drawing/2014/main" id="{A85CD3FE-3196-4050-AB8E-B2D20A31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16 taps • 100 m links • 10 nW/node • 1 s • 50 µK common residual</a:t>
            </a:r>
          </a:p>
        </p:txBody>
      </p:sp>
      <p:graphicFrame>
        <p:nvGraphicFramePr>
          <p:cNvPr id="132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5ac77300a74421"/>
          </a:graphicData>
        </a:graphic>
      </p:graphicFrame>
      <p:sp>
        <p:nvSpPr>
          <p:cNvPr id="123" name="Coherent 0.0921 → distributed 0.0664 mg/kg to">
            <a:extLst xmlns:a="http://schemas.openxmlformats.org/drawingml/2006/main">
              <a:ext uri="{FF2B5EF4-FFF2-40B4-BE49-F238E27FC236}">
                <a16:creationId xmlns:a16="http://schemas.microsoft.com/office/drawing/2014/main" id="{438ADBBD-9E0B-4773-82C7-06474074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Coherent 0.0921 → distributed 0.0664 mg/kg total RMSE</a:t>
            </a:r>
          </a:p>
        </p:txBody>
      </p:sp>
      <p:sp>
        <p:nvSpPr>
          <p:cNvPr id="124" name="16.6% lower RMSE than independent squeezing; ">
            <a:extLst xmlns:a="http://schemas.openxmlformats.org/drawingml/2006/main">
              <a:ext uri="{FF2B5EF4-FFF2-40B4-BE49-F238E27FC236}">
                <a16:creationId xmlns:a16="http://schemas.microsoft.com/office/drawing/2014/main" id="{F6599E6E-1D6D-4B43-BEAA-B46A6FE9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16.6% lower RMSE than independent squeezing; same launched probe photons</a:t>
            </a:r>
          </a:p>
        </p:txBody>
      </p:sp>
      <p:sp>
        <p:nvSpPr>
          <p:cNvPr id="125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2649AC0B-4880-4B4B-B5FD-4CDC6E13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26" name="5 / 15">
            <a:extLst xmlns:a="http://schemas.openxmlformats.org/drawingml/2006/main">
              <a:ext uri="{FF2B5EF4-FFF2-40B4-BE49-F238E27FC236}">
                <a16:creationId xmlns:a16="http://schemas.microsoft.com/office/drawing/2014/main" id="{76076F82-54A6-47E3-A239-2EC54D9F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 / 15</a:t>
            </a:r>
          </a:p>
        </p:txBody>
      </p:sp>
    </p:spTree>
    <p:extLst>
      <p:ext uri="{BB962C8B-B14F-4D97-AF65-F5344CB8AC3E}">
        <p14:creationId xmlns:p14="http://schemas.microsoft.com/office/powerpoint/2010/main" val="19890289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C2F94213-1B5E-4D89-9DC2-96CB3DC8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Ideal scaling has resource conditions">
            <a:extLst xmlns:a="http://schemas.openxmlformats.org/drawingml/2006/main">
              <a:ext uri="{FF2B5EF4-FFF2-40B4-BE49-F238E27FC236}">
                <a16:creationId xmlns:a16="http://schemas.microsoft.com/office/drawing/2014/main" id="{7C48FF18-3A25-4A46-9547-82A41E72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Ideal scaling has resource conditions</a:t>
            </a:r>
          </a:p>
        </p:txBody>
      </p:sp>
      <p:sp>
        <p:nvSpPr>
          <p:cNvPr id="126" name="Lossless reference • Growing total squeezing ">
            <a:extLst xmlns:a="http://schemas.openxmlformats.org/drawingml/2006/main">
              <a:ext uri="{FF2B5EF4-FFF2-40B4-BE49-F238E27FC236}">
                <a16:creationId xmlns:a16="http://schemas.microsoft.com/office/drawing/2014/main" id="{DD4064F0-8A9C-486A-98AA-963F7D08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Lossless reference • Growing total squeezing • No practical source cap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161ffc76ce4657"/>
          </a:graphicData>
        </a:graphic>
      </p:graphicFrame>
      <p:sp>
        <p:nvSpPr>
          <p:cNvPr id="128" name="Fitted RMS slope: −0.953 distributed versus −">
            <a:extLst xmlns:a="http://schemas.openxmlformats.org/drawingml/2006/main">
              <a:ext uri="{FF2B5EF4-FFF2-40B4-BE49-F238E27FC236}">
                <a16:creationId xmlns:a16="http://schemas.microsoft.com/office/drawing/2014/main" id="{C9C84618-059D-41DC-AC35-D1063420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Fitted RMS slope: −0.953 distributed versus −0.500 coherent</a:t>
            </a:r>
          </a:p>
        </p:txBody>
      </p:sp>
      <p:sp>
        <p:nvSpPr>
          <p:cNvPr id="129" name="Loss and a finite source cap remove the asymp">
            <a:extLst xmlns:a="http://schemas.openxmlformats.org/drawingml/2006/main">
              <a:ext uri="{FF2B5EF4-FFF2-40B4-BE49-F238E27FC236}">
                <a16:creationId xmlns:a16="http://schemas.microsoft.com/office/drawing/2014/main" id="{9DE0DEA0-3C83-4B3F-9163-DB8EFAA6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Loss and a finite source cap remove the asymptotic exponent advantage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4ADF1580-38F4-4950-92D4-A66C7DFA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6 / 15">
            <a:extLst xmlns:a="http://schemas.openxmlformats.org/drawingml/2006/main">
              <a:ext uri="{FF2B5EF4-FFF2-40B4-BE49-F238E27FC236}">
                <a16:creationId xmlns:a16="http://schemas.microsoft.com/office/drawing/2014/main" id="{39956450-C944-435F-8B12-796C206A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16136566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C2F94213-1B5E-4D89-9DC2-96CB3DC8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Regional gain shrinks to 1.11×">
            <a:extLst xmlns:a="http://schemas.openxmlformats.org/drawingml/2006/main">
              <a:ext uri="{FF2B5EF4-FFF2-40B4-BE49-F238E27FC236}">
                <a16:creationId xmlns:a16="http://schemas.microsoft.com/office/drawing/2014/main" id="{DA142494-F9FB-4EDB-81AB-803AD248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Regional gain shrinks to 1.11×</a:t>
            </a:r>
          </a:p>
        </p:txBody>
      </p:sp>
      <p:sp>
        <p:nvSpPr>
          <p:cNvPr id="126" name="64 distinct supplied coordinates • Assumed ro">
            <a:extLst xmlns:a="http://schemas.openxmlformats.org/drawingml/2006/main">
              <a:ext uri="{FF2B5EF4-FFF2-40B4-BE49-F238E27FC236}">
                <a16:creationId xmlns:a16="http://schemas.microsoft.com/office/drawing/2014/main" id="{60F8F210-D8D4-4086-B511-CEEE9E16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64 distinct supplied coordinates • Assumed routes • Optimized coherent baseline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e18242f3fb48df"/>
          </a:graphicData>
        </a:graphic>
      </p:graphicFrame>
      <p:sp>
        <p:nvSpPr>
          <p:cNvPr id="128" name="Mean transmission 0.371; longer links replace">
            <a:extLst xmlns:a="http://schemas.openxmlformats.org/drawingml/2006/main">
              <a:ext uri="{FF2B5EF4-FFF2-40B4-BE49-F238E27FC236}">
                <a16:creationId xmlns:a16="http://schemas.microsoft.com/office/drawing/2014/main" id="{2BDF3E69-640E-4C77-AB2C-DE520B23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Mean transmission 0.371; longer links replace squeezing with vacuum noise</a:t>
            </a:r>
          </a:p>
        </p:txBody>
      </p:sp>
      <p:sp>
        <p:nvSpPr>
          <p:cNvPr id="129" name="Total RMSE: optimized coherent 0.0729 → distr">
            <a:extLst xmlns:a="http://schemas.openxmlformats.org/drawingml/2006/main">
              <a:ext uri="{FF2B5EF4-FFF2-40B4-BE49-F238E27FC236}">
                <a16:creationId xmlns:a16="http://schemas.microsoft.com/office/drawing/2014/main" id="{DE1C5560-7C7C-4F2C-A0F6-D9DFA6BA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Total RMSE: optimized coherent 0.0729 → distributed 0.0655 mg/kg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B151CBCF-FB80-4FAD-AFF0-B371588D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7 / 15">
            <a:extLst xmlns:a="http://schemas.openxmlformats.org/drawingml/2006/main">
              <a:ext uri="{FF2B5EF4-FFF2-40B4-BE49-F238E27FC236}">
                <a16:creationId xmlns:a16="http://schemas.microsoft.com/office/drawing/2014/main" id="{C7562749-B7DF-43C6-8BEB-89DD0CAC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16136566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C2F94213-1B5E-4D89-9DC2-96CB3DC8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Temperature can erase the benefit">
            <a:extLst xmlns:a="http://schemas.openxmlformats.org/drawingml/2006/main">
              <a:ext uri="{FF2B5EF4-FFF2-40B4-BE49-F238E27FC236}">
                <a16:creationId xmlns:a16="http://schemas.microsoft.com/office/drawing/2014/main" id="{786E4590-9F24-4D82-9FB4-80F2F784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Temperature can erase the benefit</a:t>
            </a:r>
          </a:p>
        </p:txBody>
      </p:sp>
      <p:sp>
        <p:nvSpPr>
          <p:cNvPr id="126" name="Common drift does not average away across mor">
            <a:extLst xmlns:a="http://schemas.openxmlformats.org/drawingml/2006/main">
              <a:ext uri="{FF2B5EF4-FFF2-40B4-BE49-F238E27FC236}">
                <a16:creationId xmlns:a16="http://schemas.microsoft.com/office/drawing/2014/main" id="{9D4ECDCC-A8BA-48B0-AA70-233953EF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Common drift does not average away across more sensors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9a89f3cb0d4fb8"/>
          </a:graphicData>
        </a:graphic>
      </p:graphicFrame>
      <p:sp>
        <p:nvSpPr>
          <p:cNvPr id="128" name="10 mK residual → about 9.137 mg/kg error for ">
            <a:extLst xmlns:a="http://schemas.openxmlformats.org/drawingml/2006/main">
              <a:ext uri="{FF2B5EF4-FFF2-40B4-BE49-F238E27FC236}">
                <a16:creationId xmlns:a16="http://schemas.microsoft.com/office/drawing/2014/main" id="{A103670F-5D1C-46E9-8E55-B6126B14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10 mK residual → about 9.137 mg/kg error for either strategy</a:t>
            </a:r>
          </a:p>
        </p:txBody>
      </p:sp>
      <p:sp>
        <p:nvSpPr>
          <p:cNvPr id="129" name="~28 nW/tap coherent matches the 10 nW quantum">
            <a:extLst xmlns:a="http://schemas.openxmlformats.org/drawingml/2006/main">
              <a:ext uri="{FF2B5EF4-FFF2-40B4-BE49-F238E27FC236}">
                <a16:creationId xmlns:a16="http://schemas.microsoft.com/office/drawing/2014/main" id="{AAE17A8D-C640-40E6-9058-7EED3750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~28 nW/tap coherent matches the 10 nW quantum result under the same drift.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A15BBC3E-8C04-4F63-BDE0-63F8915B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8 / 15">
            <a:extLst xmlns:a="http://schemas.openxmlformats.org/drawingml/2006/main">
              <a:ext uri="{FF2B5EF4-FFF2-40B4-BE49-F238E27FC236}">
                <a16:creationId xmlns:a16="http://schemas.microsoft.com/office/drawing/2014/main" id="{177D420D-E138-45BB-ACE6-36B0D204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8 / 15</a:t>
            </a:r>
          </a:p>
        </p:txBody>
      </p:sp>
    </p:spTree>
    <p:extLst>
      <p:ext uri="{BB962C8B-B14F-4D97-AF65-F5344CB8AC3E}">
        <p14:creationId xmlns:p14="http://schemas.microsoft.com/office/powerpoint/2010/main" val="16136566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C2F94213-1B5E-4D89-9DC2-96CB3DC8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A matched detection comparison">
            <a:extLst xmlns:a="http://schemas.openxmlformats.org/drawingml/2006/main">
              <a:ext uri="{FF2B5EF4-FFF2-40B4-BE49-F238E27FC236}">
                <a16:creationId xmlns:a16="http://schemas.microsoft.com/office/drawing/2014/main" id="{242092FD-222C-4296-B596-7C934DB3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matched detection comparison</a:t>
            </a:r>
          </a:p>
        </p:txBody>
      </p:sp>
      <p:sp>
        <p:nvSpPr>
          <p:cNvPr id="126" name="0.15 mg/kg step • 16 taps • 1 s • 1% false al">
            <a:extLst xmlns:a="http://schemas.openxmlformats.org/drawingml/2006/main">
              <a:ext uri="{FF2B5EF4-FFF2-40B4-BE49-F238E27FC236}">
                <a16:creationId xmlns:a16="http://schemas.microsoft.com/office/drawing/2014/main" id="{E4D68FDA-5337-43C3-B93B-28E5757A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0.15 mg/kg step • 16 taps • 1 s • 1% false alarm per decision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2084e0f28a4e5b"/>
          </a:graphicData>
        </a:graphic>
      </p:graphicFrame>
      <p:sp>
        <p:nvSpPr>
          <p:cNvPr id="128" name="Detection probability rises from 24.3% to 47.">
            <a:extLst xmlns:a="http://schemas.openxmlformats.org/drawingml/2006/main">
              <a:ext uri="{FF2B5EF4-FFF2-40B4-BE49-F238E27FC236}">
                <a16:creationId xmlns:a16="http://schemas.microsoft.com/office/drawing/2014/main" id="{207E6F3A-8B7C-4D2E-B388-9B3EE1D1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Detection probability rises from 24.3% to 47.3% under the model</a:t>
            </a:r>
          </a:p>
        </p:txBody>
      </p:sp>
      <p:sp>
        <p:nvSpPr>
          <p:cNvPr id="129" name="1% at 1 Hz means 36 expected flagged windows/">
            <a:extLst xmlns:a="http://schemas.openxmlformats.org/drawingml/2006/main">
              <a:ext uri="{FF2B5EF4-FFF2-40B4-BE49-F238E27FC236}">
                <a16:creationId xmlns:a16="http://schemas.microsoft.com/office/drawing/2014/main" id="{037225E7-C251-494F-A20A-ECC861EC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1% at 1 Hz means 36 expected flagged windows/hour: an alarm policy is still needed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C03A1065-605C-4F28-B3C2-88BA9F43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9 / 15">
            <a:extLst xmlns:a="http://schemas.openxmlformats.org/drawingml/2006/main">
              <a:ext uri="{FF2B5EF4-FFF2-40B4-BE49-F238E27FC236}">
                <a16:creationId xmlns:a16="http://schemas.microsoft.com/office/drawing/2014/main" id="{BDB21DB3-824B-4526-8F98-EBACAAD9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9 / 15</a:t>
            </a:r>
          </a:p>
        </p:txBody>
      </p:sp>
    </p:spTree>
    <p:extLst>
      <p:ext uri="{BB962C8B-B14F-4D97-AF65-F5344CB8AC3E}">
        <p14:creationId xmlns:p14="http://schemas.microsoft.com/office/powerpoint/2010/main" val="16136566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C2F94213-1B5E-4D89-9DC2-96CB3DC8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Demo: continuous monitoring">
            <a:extLst xmlns:a="http://schemas.openxmlformats.org/drawingml/2006/main">
              <a:ext uri="{FF2B5EF4-FFF2-40B4-BE49-F238E27FC236}">
                <a16:creationId xmlns:a16="http://schemas.microsoft.com/office/drawing/2014/main" id="{8E1BA8E9-D574-40D1-98E9-B821D5AA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Demo: continuous monitoring</a:t>
            </a:r>
          </a:p>
        </p:txBody>
      </p:sp>
      <p:sp>
        <p:nvSpPr>
          <p:cNvPr id="126" name="Synthetic unequal arrivals • Shared drift • E">
            <a:extLst xmlns:a="http://schemas.openxmlformats.org/drawingml/2006/main">
              <a:ext uri="{FF2B5EF4-FFF2-40B4-BE49-F238E27FC236}">
                <a16:creationId xmlns:a16="http://schemas.microsoft.com/office/drawing/2014/main" id="{EAA71F47-9EF1-40AF-B1A9-5BE6E6F9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Synthetic unequal arrivals • Shared drift • Explicit sensor lag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619125" y="1724025"/>
          <a:ext xmlns:a="http://schemas.openxmlformats.org/drawingml/2006/main" cx="788670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9f0621135b4db9"/>
          </a:graphicData>
        </a:graphic>
      </p:graphicFrame>
      <p:sp>
        <p:nvSpPr>
          <p:cNvPr id="128" name="The quantum mean is cleaner; neither method r">
            <a:extLst xmlns:a="http://schemas.openxmlformats.org/drawingml/2006/main">
              <a:ext uri="{FF2B5EF4-FFF2-40B4-BE49-F238E27FC236}">
                <a16:creationId xmlns:a16="http://schemas.microsoft.com/office/drawing/2014/main" id="{7833FD1D-D5DC-4335-AE69-ED97E957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06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068C"/>
                </a:solidFill>
                <a:latin typeface="Arial"/>
                <a:ea typeface="Arial"/>
                <a:cs typeface="Arial"/>
              </a:rPr>
              <a:t>The quantum mean is cleaner; neither method removes lag or identifies a chemical</a:t>
            </a:r>
          </a:p>
        </p:txBody>
      </p:sp>
      <p:sp>
        <p:nvSpPr>
          <p:cNvPr id="129" name="Demo: compare truth, filtered response and ob">
            <a:extLst xmlns:a="http://schemas.openxmlformats.org/drawingml/2006/main">
              <a:ext uri="{FF2B5EF4-FFF2-40B4-BE49-F238E27FC236}">
                <a16:creationId xmlns:a16="http://schemas.microsoft.com/office/drawing/2014/main" id="{EC33734D-1E84-47AB-80EC-657F5F35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Demo: compare truth, filtered response and observations in the figure gallery</a:t>
            </a:r>
          </a:p>
        </p:txBody>
      </p:sp>
      <p:sp>
        <p:nvSpPr>
          <p:cNvPr id="130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1905902C-080E-401B-ACE8-26E85F2F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1" name="10 / 15">
            <a:extLst xmlns:a="http://schemas.openxmlformats.org/drawingml/2006/main">
              <a:ext uri="{FF2B5EF4-FFF2-40B4-BE49-F238E27FC236}">
                <a16:creationId xmlns:a16="http://schemas.microsoft.com/office/drawing/2014/main" id="{9032EC7D-8D4B-4963-A940-4F6CEDA7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6136566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C2F94213-1B5E-4D89-9DC2-96CB3DC8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Measured anchors / design assumptions">
            <a:extLst xmlns:a="http://schemas.openxmlformats.org/drawingml/2006/main">
              <a:ext uri="{FF2B5EF4-FFF2-40B4-BE49-F238E27FC236}">
                <a16:creationId xmlns:a16="http://schemas.microsoft.com/office/drawing/2014/main" id="{58747F45-F61E-4784-AA0C-646FD239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Measured anchors / design assumptions</a:t>
            </a:r>
          </a:p>
        </p:txBody>
      </p:sp>
      <p:sp>
        <p:nvSpPr>
          <p:cNvPr id="126" name="Sources establish a mechanism; the complete w">
            <a:extLst xmlns:a="http://schemas.openxmlformats.org/drawingml/2006/main">
              <a:ext uri="{FF2B5EF4-FFF2-40B4-BE49-F238E27FC236}">
                <a16:creationId xmlns:a16="http://schemas.microsoft.com/office/drawing/2014/main" id="{E0906786-9BA1-43E3-AE9C-E9DC8D9C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Sources establish a mechanism; the complete water device remains unvalidated</a:t>
            </a:r>
          </a:p>
        </p:txBody>
      </p:sp>
      <p:sp>
        <p:nvSpPr>
          <p:cNvPr id="127" name="Measured anchors: NaCl index slope, telecom s">
            <a:extLst xmlns:a="http://schemas.openxmlformats.org/drawingml/2006/main">
              <a:ext uri="{FF2B5EF4-FFF2-40B4-BE49-F238E27FC236}">
                <a16:creationId xmlns:a16="http://schemas.microsoft.com/office/drawing/2014/main" id="{710D5AE4-9522-450D-AC6E-0AAEC85C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Measured anchors: NaCl index slope, telecom squeezing, fiber attenuation, water dn/dT.</a:t>
            </a:r>
          </a:p>
        </p:txBody>
      </p:sp>
      <p:sp>
        <p:nvSpPr>
          <p:cNvPr id="128" name="Design targets: 10 µm interaction, 10 dB cap,">
            <a:extLst xmlns:a="http://schemas.openxmlformats.org/drawingml/2006/main">
              <a:ext uri="{FF2B5EF4-FFF2-40B4-BE49-F238E27FC236}">
                <a16:creationId xmlns:a16="http://schemas.microsoft.com/office/drawing/2014/main" id="{C53AB018-8364-42A3-A6FE-E032D5F2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Design targets: 10 µm interaction, 10 dB cap, 1 MHz mode rate, 50 µK residual.</a:t>
            </a:r>
          </a:p>
        </p:txBody>
      </p:sp>
      <p:sp>
        <p:nvSpPr>
          <p:cNvPr id="129" name="Supplied sensing experiment: RF air measureme">
            <a:extLst xmlns:a="http://schemas.openxmlformats.org/drawingml/2006/main">
              <a:ext uri="{FF2B5EF4-FFF2-40B4-BE49-F238E27FC236}">
                <a16:creationId xmlns:a16="http://schemas.microsoft.com/office/drawing/2014/main" id="{1866FCC9-141F-48FA-9993-D43CC0D6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Supplied sensing experiment: RF air measurement, not slow water calibration.</a:t>
            </a:r>
          </a:p>
        </p:txBody>
      </p:sp>
      <p:sp>
        <p:nvSpPr>
          <p:cNvPr id="130" name="16 taps: assumed four-stage split, below sour">
            <a:extLst xmlns:a="http://schemas.openxmlformats.org/drawingml/2006/main">
              <a:ext uri="{FF2B5EF4-FFF2-40B4-BE49-F238E27FC236}">
                <a16:creationId xmlns:a16="http://schemas.microsoft.com/office/drawing/2014/main" id="{3034440E-32EF-4940-BA75-6538F7D5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16 taps: assumed four-stage split, below source cap. Published CV precedent: four.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89FF6425-5EC5-40E8-B1A9-F2E29DE7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1 / 15">
            <a:extLst xmlns:a="http://schemas.openxmlformats.org/drawingml/2006/main">
              <a:ext uri="{FF2B5EF4-FFF2-40B4-BE49-F238E27FC236}">
                <a16:creationId xmlns:a16="http://schemas.microsoft.com/office/drawing/2014/main" id="{1F0427D9-166B-484A-8D57-EAC92292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16136566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C2F94213-1B5E-4D89-9DC2-96CB3DC8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Business sustainability and scalability">
            <a:extLst xmlns:a="http://schemas.openxmlformats.org/drawingml/2006/main">
              <a:ext uri="{FF2B5EF4-FFF2-40B4-BE49-F238E27FC236}">
                <a16:creationId xmlns:a16="http://schemas.microsoft.com/office/drawing/2014/main" id="{B5B7969A-BBAD-4A7D-A598-520B2DE1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Business sustainability and scalability</a:t>
            </a:r>
          </a:p>
        </p:txBody>
      </p:sp>
      <p:sp>
        <p:nvSpPr>
          <p:cNvPr id="126" name="Start with a controlled plant laboratory">
            <a:extLst xmlns:a="http://schemas.openxmlformats.org/drawingml/2006/main">
              <a:ext uri="{FF2B5EF4-FFF2-40B4-BE49-F238E27FC236}">
                <a16:creationId xmlns:a16="http://schemas.microsoft.com/office/drawing/2014/main" id="{878A0E99-0827-4910-9CF3-F0F4D601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Start with a controlled plant laboratory</a:t>
            </a:r>
          </a:p>
        </p:txBody>
      </p:sp>
      <p:sp>
        <p:nvSpPr>
          <p:cNvPr id="127" name="Alternative: conventional conductivity or a s">
            <a:extLst xmlns:a="http://schemas.openxmlformats.org/drawingml/2006/main">
              <a:ext uri="{FF2B5EF4-FFF2-40B4-BE49-F238E27FC236}">
                <a16:creationId xmlns:a16="http://schemas.microsoft.com/office/drawing/2014/main" id="{4CCB1015-D87E-4ED0-B6BA-BBC7FD07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Alternative: conventional conductivity or a stronger coherent optical probe.</a:t>
            </a:r>
          </a:p>
        </p:txBody>
      </p:sp>
      <p:sp>
        <p:nvSpPr>
          <p:cNvPr id="128" name="Possible path: a paid research pilot, then a ">
            <a:extLst xmlns:a="http://schemas.openxmlformats.org/drawingml/2006/main">
              <a:ext uri="{FF2B5EF4-FFF2-40B4-BE49-F238E27FC236}">
                <a16:creationId xmlns:a16="http://schemas.microsoft.com/office/drawing/2014/main" id="{165D6715-E37E-4FD2-8C4B-35956D2C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Possible path: a paid research pilot, then a calibrated monitoring module.</a:t>
            </a:r>
          </a:p>
        </p:txBody>
      </p:sp>
      <p:sp>
        <p:nvSpPr>
          <p:cNvPr id="129" name="Scale only after surveyed routes, measured dr">
            <a:extLst xmlns:a="http://schemas.openxmlformats.org/drawingml/2006/main">
              <a:ext uri="{FF2B5EF4-FFF2-40B4-BE49-F238E27FC236}">
                <a16:creationId xmlns:a16="http://schemas.microsoft.com/office/drawing/2014/main" id="{417F061F-0239-4B9E-BAFD-40490963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Scale only after surveyed routes, measured drift and useful detection justify cost.</a:t>
            </a:r>
          </a:p>
        </p:txBody>
      </p:sp>
      <p:sp>
        <p:nvSpPr>
          <p:cNvPr id="130" name="No verified customer, pricing, partner commit">
            <a:extLst xmlns:a="http://schemas.openxmlformats.org/drawingml/2006/main">
              <a:ext uri="{FF2B5EF4-FFF2-40B4-BE49-F238E27FC236}">
                <a16:creationId xmlns:a16="http://schemas.microsoft.com/office/drawing/2014/main" id="{440C9610-1C9F-4C66-BA21-CFDB7F20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No verified customer, pricing, partner commitment or net energy saving yet.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943CA461-7062-4627-A30D-A33057C2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2 / 15">
            <a:extLst xmlns:a="http://schemas.openxmlformats.org/drawingml/2006/main">
              <a:ext uri="{FF2B5EF4-FFF2-40B4-BE49-F238E27FC236}">
                <a16:creationId xmlns:a16="http://schemas.microsoft.com/office/drawing/2014/main" id="{21A8A978-04E0-480F-9AE3-B407B4F5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16136566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C2F94213-1B5E-4D89-9DC2-96CB3DC8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Next steps and decision gates">
            <a:extLst xmlns:a="http://schemas.openxmlformats.org/drawingml/2006/main">
              <a:ext uri="{FF2B5EF4-FFF2-40B4-BE49-F238E27FC236}">
                <a16:creationId xmlns:a16="http://schemas.microsoft.com/office/drawing/2014/main" id="{55FC34B8-5CE6-4581-A865-4725B578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steps and decision gates</a:t>
            </a:r>
          </a:p>
        </p:txBody>
      </p:sp>
      <p:sp>
        <p:nvSpPr>
          <p:cNvPr id="126" name="A measured advantage must survive practical a">
            <a:extLst xmlns:a="http://schemas.openxmlformats.org/drawingml/2006/main">
              <a:ext uri="{FF2B5EF4-FFF2-40B4-BE49-F238E27FC236}">
                <a16:creationId xmlns:a16="http://schemas.microsoft.com/office/drawing/2014/main" id="{56353802-7C3C-46D8-B2A1-2AD37F11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A measured advantage must survive practical alternatives</a:t>
            </a:r>
          </a:p>
        </p:txBody>
      </p:sp>
      <p:sp>
        <p:nvSpPr>
          <p:cNvPr id="127" name="1  Calibrate one water cell: slope, bias, tem">
            <a:extLst xmlns:a="http://schemas.openxmlformats.org/drawingml/2006/main">
              <a:ext uri="{FF2B5EF4-FFF2-40B4-BE49-F238E27FC236}">
                <a16:creationId xmlns:a16="http://schemas.microsoft.com/office/drawing/2014/main" id="{33F76BC6-AC2F-473B-B74F-DD53A660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  Calibrate one water cell: slope, bias, temperature response and transmission.</a:t>
            </a:r>
          </a:p>
        </p:txBody>
      </p:sp>
      <p:sp>
        <p:nvSpPr>
          <p:cNvPr id="128" name="2  Test four taps with blind salt changes and">
            <a:extLst xmlns:a="http://schemas.openxmlformats.org/drawingml/2006/main">
              <a:ext uri="{FF2B5EF4-FFF2-40B4-BE49-F238E27FC236}">
                <a16:creationId xmlns:a16="http://schemas.microsoft.com/office/drawing/2014/main" id="{E02EF7A6-3E9B-4289-B2D0-1A88191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  Test four taps with blind salt changes and matched coherent/squeezed budgets.</a:t>
            </a:r>
          </a:p>
        </p:txBody>
      </p:sp>
      <p:sp>
        <p:nvSpPr>
          <p:cNvPr id="129" name="3  Measure full energy, false alarms and dete">
            <a:extLst xmlns:a="http://schemas.openxmlformats.org/drawingml/2006/main">
              <a:ext uri="{FF2B5EF4-FFF2-40B4-BE49-F238E27FC236}">
                <a16:creationId xmlns:a16="http://schemas.microsoft.com/office/drawing/2014/main" id="{DB63E012-FCC3-444B-9A61-6B4F683B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  Measure full energy, false alarms and detection delay before a 16-tap pilot.</a:t>
            </a:r>
          </a:p>
        </p:txBody>
      </p:sp>
      <p:sp>
        <p:nvSpPr>
          <p:cNvPr id="130" name="Proceed only if useful detection improves und">
            <a:extLst xmlns:a="http://schemas.openxmlformats.org/drawingml/2006/main">
              <a:ext uri="{FF2B5EF4-FFF2-40B4-BE49-F238E27FC236}">
                <a16:creationId xmlns:a16="http://schemas.microsoft.com/office/drawing/2014/main" id="{CC5C4EA2-1642-4231-B4B0-58EA9819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Proceed only if useful detection improves under an operator-relevant constraint.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A0835363-E215-49B4-BB51-7E8ABE2F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3 / 15">
            <a:extLst xmlns:a="http://schemas.openxmlformats.org/drawingml/2006/main">
              <a:ext uri="{FF2B5EF4-FFF2-40B4-BE49-F238E27FC236}">
                <a16:creationId xmlns:a16="http://schemas.microsoft.com/office/drawing/2014/main" id="{3A5B1D0B-93DF-48A7-AD31-F61F5C35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16136566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C2F94213-1B5E-4D89-9DC2-96CB3DC8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Three measurable claims">
            <a:extLst xmlns:a="http://schemas.openxmlformats.org/drawingml/2006/main">
              <a:ext uri="{FF2B5EF4-FFF2-40B4-BE49-F238E27FC236}">
                <a16:creationId xmlns:a16="http://schemas.microsoft.com/office/drawing/2014/main" id="{43907FB9-7B22-430E-9F00-94D6BF75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measurable claims</a:t>
            </a:r>
          </a:p>
        </p:txBody>
      </p:sp>
      <p:sp>
        <p:nvSpPr>
          <p:cNvPr id="126" name="Simulation evidence today • Operational outco">
            <a:extLst xmlns:a="http://schemas.openxmlformats.org/drawingml/2006/main">
              <a:ext uri="{FF2B5EF4-FFF2-40B4-BE49-F238E27FC236}">
                <a16:creationId xmlns:a16="http://schemas.microsoft.com/office/drawing/2014/main" id="{11271F89-58C1-423F-8D2E-958887AB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Simulation evidence today • Operational outcomes to measure next</a:t>
            </a:r>
          </a:p>
        </p:txBody>
      </p:sp>
      <p:sp>
        <p:nvSpPr>
          <p:cNvPr id="127" name="Estimation: 27.92% lower total RMSE at matche">
            <a:extLst xmlns:a="http://schemas.openxmlformats.org/drawingml/2006/main">
              <a:ext uri="{FF2B5EF4-FFF2-40B4-BE49-F238E27FC236}">
                <a16:creationId xmlns:a16="http://schemas.microsoft.com/office/drawing/2014/main" id="{62CE22C1-ED72-4D14-9681-2F4D130B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Estimation: 27.92% lower total RMSE at matched launched probe photons.</a:t>
            </a:r>
          </a:p>
        </p:txBody>
      </p:sp>
      <p:sp>
        <p:nvSpPr>
          <p:cNvPr id="128" name="Water monitoring: 24.3% → 47.3% detection of ">
            <a:extLst xmlns:a="http://schemas.openxmlformats.org/drawingml/2006/main">
              <a:ext uri="{FF2B5EF4-FFF2-40B4-BE49-F238E27FC236}">
                <a16:creationId xmlns:a16="http://schemas.microsoft.com/office/drawing/2014/main" id="{29B0D5A1-FCFA-4870-A756-E3C8D9B2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Water monitoring: 24.3% → 47.3% detection of the specified salt-proxy step.</a:t>
            </a:r>
          </a:p>
        </p:txBody>
      </p:sp>
      <p:sp>
        <p:nvSpPr>
          <p:cNvPr id="129" name="Resource use: 160 nJ probe energy per pilot w">
            <a:extLst xmlns:a="http://schemas.openxmlformats.org/drawingml/2006/main">
              <a:ext uri="{FF2B5EF4-FFF2-40B4-BE49-F238E27FC236}">
                <a16:creationId xmlns:a16="http://schemas.microsoft.com/office/drawing/2014/main" id="{98B269D6-EF51-4ECA-8997-0A0A954F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Resource use: 160 nJ probe energy per pilot window for both strategies.</a:t>
            </a:r>
          </a:p>
        </p:txBody>
      </p:sp>
      <p:sp>
        <p:nvSpPr>
          <p:cNvPr id="130" name="Liters saved, wall-plug energy and field adva">
            <a:extLst xmlns:a="http://schemas.openxmlformats.org/drawingml/2006/main">
              <a:ext uri="{FF2B5EF4-FFF2-40B4-BE49-F238E27FC236}">
                <a16:creationId xmlns:a16="http://schemas.microsoft.com/office/drawing/2014/main" id="{AF136753-1553-4A82-A9C6-CB6459CC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Liters saved, wall-plug energy and field advantage remain unmeasured.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C11E28B7-0674-4AB9-B3E8-3E70E3ED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4 / 15">
            <a:extLst xmlns:a="http://schemas.openxmlformats.org/drawingml/2006/main">
              <a:ext uri="{FF2B5EF4-FFF2-40B4-BE49-F238E27FC236}">
                <a16:creationId xmlns:a16="http://schemas.microsoft.com/office/drawing/2014/main" id="{2AFA6667-C39E-427F-9AA0-2E0E79CA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6136566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C2F94213-1B5E-4D89-9DC2-96CB3DC8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800" b="1">
                <a:solidFill>
                  <a:srgbClr val="FF0000"/>
                </a:solidFill>
                <a:highlight>
                  <a:srgbClr val="FFFFFF"/>
                </a:highlight>
              </a:rPr>
              <a:t/>
            </a:r>
            <a:endParaRPr sz="1800" b="1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5" name="Evidence and judge questions">
            <a:extLst xmlns:a="http://schemas.openxmlformats.org/drawingml/2006/main">
              <a:ext uri="{FF2B5EF4-FFF2-40B4-BE49-F238E27FC236}">
                <a16:creationId xmlns:a16="http://schemas.microsoft.com/office/drawing/2014/main" id="{A1E9B121-50B6-4967-98B0-FF6C76E2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786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and judge questions</a:t>
            </a:r>
          </a:p>
        </p:txBody>
      </p:sp>
      <p:sp>
        <p:nvSpPr>
          <p:cNvPr id="126" name="Appendix • Full derivation, ten experiments a">
            <a:extLst xmlns:a="http://schemas.openxmlformats.org/drawingml/2006/main">
              <a:ext uri="{FF2B5EF4-FFF2-40B4-BE49-F238E27FC236}">
                <a16:creationId xmlns:a16="http://schemas.microsoft.com/office/drawing/2014/main" id="{DF920F69-D624-4079-A171-F2D3F15C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7867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Appendix • Full derivation, ten experiments and source register in the report</a:t>
            </a:r>
          </a:p>
        </p:txBody>
      </p:sp>
      <p:sp>
        <p:nvSpPr>
          <p:cNvPr id="127" name="Why quantum? Correlated readouts improve the ">
            <a:extLst xmlns:a="http://schemas.openxmlformats.org/drawingml/2006/main">
              <a:ext uri="{FF2B5EF4-FFF2-40B4-BE49-F238E27FC236}">
                <a16:creationId xmlns:a16="http://schemas.microsoft.com/office/drawing/2014/main" id="{9647E11A-354B-49C2-BC78-77A477B9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quantum? Correlated readouts improve the specified mean under a dose budget.</a:t>
            </a:r>
          </a:p>
        </p:txBody>
      </p:sp>
      <p:sp>
        <p:nvSpPr>
          <p:cNvPr id="128" name="Practical alternative: ~28 nW/tap coherent ma">
            <a:extLst xmlns:a="http://schemas.openxmlformats.org/drawingml/2006/main">
              <a:ext uri="{FF2B5EF4-FFF2-40B4-BE49-F238E27FC236}">
                <a16:creationId xmlns:a16="http://schemas.microsoft.com/office/drawing/2014/main" id="{7EF11258-BEFC-4DAA-8011-2C11721B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Practical alternative: ~28 nW/tap coherent matches 10 nW/tap distributed RMSE.</a:t>
            </a:r>
          </a:p>
        </p:txBody>
      </p:sp>
      <p:sp>
        <p:nvSpPr>
          <p:cNvPr id="129" name="What is proven? Internal model checks; no har">
            <a:extLst xmlns:a="http://schemas.openxmlformats.org/drawingml/2006/main">
              <a:ext uri="{FF2B5EF4-FFF2-40B4-BE49-F238E27FC236}">
                <a16:creationId xmlns:a16="http://schemas.microsoft.com/office/drawing/2014/main" id="{7C9428A1-D80A-430A-A084-5B5C4C0D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is proven? Internal model checks; no hardware or field claim.</a:t>
            </a:r>
          </a:p>
        </p:txBody>
      </p:sp>
      <p:sp>
        <p:nvSpPr>
          <p:cNvPr id="130" name="What is missing? Chemical specificity, low-fr">
            <a:extLst xmlns:a="http://schemas.openxmlformats.org/drawingml/2006/main">
              <a:ext uri="{FF2B5EF4-FFF2-40B4-BE49-F238E27FC236}">
                <a16:creationId xmlns:a16="http://schemas.microsoft.com/office/drawing/2014/main" id="{A3B2C2C2-FD44-49D0-B612-0C19572F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7858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What is missing? Chemical specificity, low-frequency stability, total cost and energy.</a:t>
            </a:r>
          </a:p>
        </p:txBody>
      </p:sp>
      <p:sp>
        <p:nvSpPr>
          <p:cNvPr id="131" name="TEAM 7  •  SIMULATION / RESEARCH PROTOTYPE">
            <a:extLst xmlns:a="http://schemas.openxmlformats.org/drawingml/2006/main">
              <a:ext uri="{FF2B5EF4-FFF2-40B4-BE49-F238E27FC236}">
                <a16:creationId xmlns:a16="http://schemas.microsoft.com/office/drawing/2014/main" id="{B48103BA-2BD5-4B06-8AFF-B6959E8D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04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TEAM 7  •  SIMULATION / RESEARCH PROTOTYPE</a:t>
            </a:r>
          </a:p>
        </p:txBody>
      </p:sp>
      <p:sp>
        <p:nvSpPr>
          <p:cNvPr id="132" name="15 / 15">
            <a:extLst xmlns:a="http://schemas.openxmlformats.org/drawingml/2006/main">
              <a:ext uri="{FF2B5EF4-FFF2-40B4-BE49-F238E27FC236}">
                <a16:creationId xmlns:a16="http://schemas.microsoft.com/office/drawing/2014/main" id="{5514F522-2C2E-42B2-8A17-C6D74248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1613656621"/>
      </p:ext>
    </p:extLst>
  </p:cSld>
</p:sld>
</file>

<file path=ppt/theme/theme1.xml><?xml version="1.0" encoding="utf-8"?>
<a:theme xmlns:a="http://schemas.openxmlformats.org/drawingml/2006/main" name="NYUAD Hackathon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2026-10-07T15:54:22.5970000Z</dcterms:created>
  <dcterms:modified xsi:type="dcterms:W3CDTF">2026-10-07T15:54:22.5970000Z</dcterms:modified>
</coreProperties>
</file>