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8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9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0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577b5dffca4dc9" /><Relationship Type="http://schemas.openxmlformats.org/officeDocument/2006/relationships/extended-properties" Target="/docProps/app.xml" Id="Re99220a76ea14917" /><Relationship Type="http://schemas.openxmlformats.org/officeDocument/2006/relationships/officeDocument" Target="/ppt/presentation.xml" Id="R6eb14865f49749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eb43698d8048f7"/>
  </p:sldMasterIdLst>
  <p:notesMasterIdLst>
    <p:notesMasterId xmlns:r="http://schemas.openxmlformats.org/officeDocument/2006/relationships" r:id="R2d8b964eb14c4020"/>
  </p:notesMasterIdLst>
  <p:sldIdLst>
    <p:sldId xmlns:r="http://schemas.openxmlformats.org/officeDocument/2006/relationships" id="256" r:id="Rab5d0db49b0a4fa7"/>
    <p:sldId xmlns:r="http://schemas.openxmlformats.org/officeDocument/2006/relationships" id="257" r:id="R5fda3c8a9a8f4c36"/>
    <p:sldId xmlns:r="http://schemas.openxmlformats.org/officeDocument/2006/relationships" id="258" r:id="R3ac3ea0d052c43f2"/>
    <p:sldId xmlns:r="http://schemas.openxmlformats.org/officeDocument/2006/relationships" id="259" r:id="R48868b192d0d4079"/>
    <p:sldId xmlns:r="http://schemas.openxmlformats.org/officeDocument/2006/relationships" id="260" r:id="Rbc0ccf68812e4c79"/>
    <p:sldId xmlns:r="http://schemas.openxmlformats.org/officeDocument/2006/relationships" id="261" r:id="Rc80ed44791dd42df"/>
    <p:sldId xmlns:r="http://schemas.openxmlformats.org/officeDocument/2006/relationships" id="262" r:id="R17e29fe84118403e"/>
    <p:sldId xmlns:r="http://schemas.openxmlformats.org/officeDocument/2006/relationships" id="263" r:id="Rb120c7bb219c4654"/>
    <p:sldId xmlns:r="http://schemas.openxmlformats.org/officeDocument/2006/relationships" id="264" r:id="R03fd32e9800d4821"/>
    <p:sldId xmlns:r="http://schemas.openxmlformats.org/officeDocument/2006/relationships" id="265" r:id="R7f9bca0ca79642f2"/>
    <p:sldId xmlns:r="http://schemas.openxmlformats.org/officeDocument/2006/relationships" id="266" r:id="Rc856155cbd4344b3"/>
    <p:sldId xmlns:r="http://schemas.openxmlformats.org/officeDocument/2006/relationships" id="267" r:id="R66b90b9af016487e"/>
    <p:sldId xmlns:r="http://schemas.openxmlformats.org/officeDocument/2006/relationships" id="268" r:id="Rbcbb2d838a004adf"/>
    <p:sldId xmlns:r="http://schemas.openxmlformats.org/officeDocument/2006/relationships" id="269" r:id="R763a90bca5d44090"/>
    <p:sldId xmlns:r="http://schemas.openxmlformats.org/officeDocument/2006/relationships" id="270" r:id="R15d76c4e618345ca"/>
    <p:sldId xmlns:r="http://schemas.openxmlformats.org/officeDocument/2006/relationships" id="271" r:id="R1e9661c1f0c548fe"/>
    <p:sldId xmlns:r="http://schemas.openxmlformats.org/officeDocument/2006/relationships" id="272" r:id="Rc4ace3bbd161423b"/>
    <p:sldId xmlns:r="http://schemas.openxmlformats.org/officeDocument/2006/relationships" id="273" r:id="R9f56f06e8d6748e3"/>
    <p:sldId xmlns:r="http://schemas.openxmlformats.org/officeDocument/2006/relationships" id="274" r:id="R3a956b50fa5e4812"/>
    <p:sldId xmlns:r="http://schemas.openxmlformats.org/officeDocument/2006/relationships" id="275" r:id="Raceb25fc3ef54e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5439fdcfc34ecb" /><Relationship Type="http://schemas.openxmlformats.org/officeDocument/2006/relationships/slideMaster" Target="/ppt/slideMasters/slideMaster1.xml" Id="R60eb43698d8048f7" /><Relationship Type="http://schemas.openxmlformats.org/officeDocument/2006/relationships/notesMaster" Target="/ppt/notesMasters/notesMaster1.xml" Id="R2d8b964eb14c4020" /><Relationship Type="http://schemas.openxmlformats.org/officeDocument/2006/relationships/presProps" Target="/ppt/presProps.xml" Id="R32dcf4c1747948ed" /><Relationship Type="http://schemas.openxmlformats.org/officeDocument/2006/relationships/tableStyles" Target="/ppt/tableStyles.xml" Id="Rb6d1ab939a81410e" /><Relationship Type="http://schemas.openxmlformats.org/officeDocument/2006/relationships/slide" Target="/ppt/slides/slide1.xml" Id="Rab5d0db49b0a4fa7" /><Relationship Type="http://schemas.openxmlformats.org/officeDocument/2006/relationships/slide" Target="/ppt/slides/slide2.xml" Id="R5fda3c8a9a8f4c36" /><Relationship Type="http://schemas.openxmlformats.org/officeDocument/2006/relationships/slide" Target="/ppt/slides/slide3.xml" Id="R3ac3ea0d052c43f2" /><Relationship Type="http://schemas.openxmlformats.org/officeDocument/2006/relationships/slide" Target="/ppt/slides/slide4.xml" Id="R48868b192d0d4079" /><Relationship Type="http://schemas.openxmlformats.org/officeDocument/2006/relationships/slide" Target="/ppt/slides/slide5.xml" Id="Rbc0ccf68812e4c79" /><Relationship Type="http://schemas.openxmlformats.org/officeDocument/2006/relationships/slide" Target="/ppt/slides/slide6.xml" Id="Rc80ed44791dd42df" /><Relationship Type="http://schemas.openxmlformats.org/officeDocument/2006/relationships/slide" Target="/ppt/slides/slide7.xml" Id="R17e29fe84118403e" /><Relationship Type="http://schemas.openxmlformats.org/officeDocument/2006/relationships/slide" Target="/ppt/slides/slide8.xml" Id="Rb120c7bb219c4654" /><Relationship Type="http://schemas.openxmlformats.org/officeDocument/2006/relationships/slide" Target="/ppt/slides/slide9.xml" Id="R03fd32e9800d4821" /><Relationship Type="http://schemas.openxmlformats.org/officeDocument/2006/relationships/slide" Target="/ppt/slides/slide10.xml" Id="R7f9bca0ca79642f2" /><Relationship Type="http://schemas.openxmlformats.org/officeDocument/2006/relationships/slide" Target="/ppt/slides/slide11.xml" Id="Rc856155cbd4344b3" /><Relationship Type="http://schemas.openxmlformats.org/officeDocument/2006/relationships/slide" Target="/ppt/slides/slide12.xml" Id="R66b90b9af016487e" /><Relationship Type="http://schemas.openxmlformats.org/officeDocument/2006/relationships/slide" Target="/ppt/slides/slide13.xml" Id="Rbcbb2d838a004adf" /><Relationship Type="http://schemas.openxmlformats.org/officeDocument/2006/relationships/slide" Target="/ppt/slides/slide14.xml" Id="R763a90bca5d44090" /><Relationship Type="http://schemas.openxmlformats.org/officeDocument/2006/relationships/slide" Target="/ppt/slides/slide15.xml" Id="R15d76c4e618345ca" /><Relationship Type="http://schemas.openxmlformats.org/officeDocument/2006/relationships/slide" Target="/ppt/slides/slide16.xml" Id="R1e9661c1f0c548fe" /><Relationship Type="http://schemas.openxmlformats.org/officeDocument/2006/relationships/slide" Target="/ppt/slides/slide17.xml" Id="Rc4ace3bbd161423b" /><Relationship Type="http://schemas.openxmlformats.org/officeDocument/2006/relationships/slide" Target="/ppt/slides/slide18.xml" Id="R9f56f06e8d6748e3" /><Relationship Type="http://schemas.openxmlformats.org/officeDocument/2006/relationships/slide" Target="/ppt/slides/slide19.xml" Id="R3a956b50fa5e4812" /><Relationship Type="http://schemas.openxmlformats.org/officeDocument/2006/relationships/slide" Target="/ppt/slides/slide20.xml" Id="Raceb25fc3ef54e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de4e5bb9f441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8d59d3ce944d49" /><Relationship Type="http://schemas.openxmlformats.org/officeDocument/2006/relationships/notesMaster" Target="/ppt/notesMasters/notesMaster1.xml" Id="Rb203079262fa42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be741846f444c8" /><Relationship Type="http://schemas.openxmlformats.org/officeDocument/2006/relationships/notesMaster" Target="/ppt/notesMasters/notesMaster1.xml" Id="R3e3d7961ee2945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76d194a1d04bd1" /><Relationship Type="http://schemas.openxmlformats.org/officeDocument/2006/relationships/notesMaster" Target="/ppt/notesMasters/notesMaster1.xml" Id="R63f0fb972eba42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0840fa1dd64cd0" /><Relationship Type="http://schemas.openxmlformats.org/officeDocument/2006/relationships/notesMaster" Target="/ppt/notesMasters/notesMaster1.xml" Id="R81dca82741b04c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d7e9d97db94497" /><Relationship Type="http://schemas.openxmlformats.org/officeDocument/2006/relationships/notesMaster" Target="/ppt/notesMasters/notesMaster1.xml" Id="R0769d3b7560642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abbd0dfdcb437c" /><Relationship Type="http://schemas.openxmlformats.org/officeDocument/2006/relationships/notesMaster" Target="/ppt/notesMasters/notesMaster1.xml" Id="R6f177962269a40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7e31e388c44448" /><Relationship Type="http://schemas.openxmlformats.org/officeDocument/2006/relationships/notesMaster" Target="/ppt/notesMasters/notesMaster1.xml" Id="Rdcd640f35cfb4c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a77ac8f6574685" /><Relationship Type="http://schemas.openxmlformats.org/officeDocument/2006/relationships/notesMaster" Target="/ppt/notesMasters/notesMaster1.xml" Id="R26ba6a5d682847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3b5460d41849f0" /><Relationship Type="http://schemas.openxmlformats.org/officeDocument/2006/relationships/notesMaster" Target="/ppt/notesMasters/notesMaster1.xml" Id="R09c97dedbd7e4e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5d371420dc4cde" /><Relationship Type="http://schemas.openxmlformats.org/officeDocument/2006/relationships/notesMaster" Target="/ppt/notesMasters/notesMaster1.xml" Id="R5f1530f987b048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64e3e664294316" /><Relationship Type="http://schemas.openxmlformats.org/officeDocument/2006/relationships/notesMaster" Target="/ppt/notesMasters/notesMaster1.xml" Id="Rebf17056d1294d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369355a7264864" /><Relationship Type="http://schemas.openxmlformats.org/officeDocument/2006/relationships/notesMaster" Target="/ppt/notesMasters/notesMaster1.xml" Id="R611b5f0913504d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93887854b6440f" /><Relationship Type="http://schemas.openxmlformats.org/officeDocument/2006/relationships/notesMaster" Target="/ppt/notesMasters/notesMaster1.xml" Id="R8681066c1c7e44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4deab738cd4fcf" /><Relationship Type="http://schemas.openxmlformats.org/officeDocument/2006/relationships/notesMaster" Target="/ppt/notesMasters/notesMaster1.xml" Id="R95718363203c4b2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f3d6bb2c904be6" /><Relationship Type="http://schemas.openxmlformats.org/officeDocument/2006/relationships/notesMaster" Target="/ppt/notesMasters/notesMaster1.xml" Id="R800b8b9a6c6341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bb8d6774a55487a" /><Relationship Type="http://schemas.openxmlformats.org/officeDocument/2006/relationships/notesMaster" Target="/ppt/notesMasters/notesMaster1.xml" Id="R5665d84c12e44b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7ab63130db4465" /><Relationship Type="http://schemas.openxmlformats.org/officeDocument/2006/relationships/notesMaster" Target="/ppt/notesMasters/notesMaster1.xml" Id="R6a8d09adb8e147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30bc37c48d147af" /><Relationship Type="http://schemas.openxmlformats.org/officeDocument/2006/relationships/notesMaster" Target="/ppt/notesMasters/notesMaster1.xml" Id="R0aa2db4902dc4ca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04c1d575094e0f" /><Relationship Type="http://schemas.openxmlformats.org/officeDocument/2006/relationships/notesMaster" Target="/ppt/notesMasters/notesMaster1.xml" Id="R6859548afe6c4a9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8e62a9027554d77" /><Relationship Type="http://schemas.openxmlformats.org/officeDocument/2006/relationships/notesMaster" Target="/ppt/notesMasters/notesMaster1.xml" Id="Rad082b43d18146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results: results/summary.json. Sources and assumptions: docs/SOURCES.md. All concentration errors concern differential NaCl in mg/kg. Pilot assumes 100 m links, 10 nW/node, 1 s windows and 0.05 mK shared temperature residual.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SDG Report 2025, Goal 6: https://unstats.un.org/sdgs/report/2025/Goal-06/ reports approximately two million measurements used for reporting, 60,000 from poorest regions. These are monitoring data, not all worldwide measurements. WHO 2023 fact sheet, 2022 data: https://www.who.int/news-room/fact-sheets/detail/drinking-water . EPA online monitoring: https://www.epa.gov/waterresilience/online-water-quality-monitoring-resources . These sources establish importance and monitoring use cases, not a quantum bottleneck or salt-based pathogen detection. Operator need for this dose and sensitivity is an assumption. 16 taps is a design assumption: four binary splitter stages and Ns=1.6 below the 2.025 photons/mode cap. Not optimal or deployment-derived. Guo et al. demonstrated four nodes: https://arxiv.org/abs/1905.09408 . Start with one/four measured taps. 100 m links, 10 nW/tap and 50 microkelvin residual are assumptions. Our contribution integrates existing CV theory with a NaCl proxy, losses, technical noise and decision analysis. No research-priority claim. docs/DESIGN_DECISIONS.md.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S7: https://doi.org/10.1364/AO.55.000947 Table 2, 298 K, 0–25% mass fraction. S11: https://www.ysi.com/product/id-599870/exo-conductivity--temperature-smart-sensor. Effective optical length and baseline are engineering assumptions. Practical salinity is not identical to NaCl mass fraction.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src/model.py, src/run.py, src/validate.py, src/practical_comparisons.py and requirements.txt. Local Python 3.12.14 CPU execution. NumPy 2.3.5 arrays, covariance, seeded Gaussian draws; SciPy 1.18.1 constants and normal CDF, root solve in comparison helper; pandas 2.2.3 CSV processing; Matplotlib 3.11.2 PNG/SVG figures. Python unittest runs 13 internal model checks. Inputs: config/default.json and data/site_geometry.csv. Chemical concentrations in the trace are synthetic; coordinates only from supplied USGS-labelled file. Compute phase slope, loss, covariance, w^T Sigma w, add thermal/calibration variance, then threshold tests. Most RMSE curves are analytic. Monte Carlo: 100,000 null and alternative draws per strategy. A separate synthetic OU time trace has response lag. Seed 2601006. Outputs: results/summary.json, CSV, feasibility.npz, ten figures. Run bash src/reproduce.sh in project root with prepared .venv. No quantum SDK, circuit execution, ML training or quantum hardware. JavaScript/Node artifact-tool creates PPTX; Python creates offline HTML; Playwright prints PDF. Authoring tools are separate from the scientific simulator. Details: docs/SIMULATION.md. Theory: https://arxiv.org/abs/1711.10459 ; calibration https://doi.org/10.1364/AO.55.000947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by src/model.py and results/summary.json. Per-node squeezed budget 0.1 photon/mode, total Ns=0.1 M; equal launched bright-plus-squeezed photon budgets. S4 asymptotic displacement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results/scaling.csv, geometry=pilot. Assumed detector 95%, sample 90%, coupling 90%, 0.05 dB excess per splitter stage. Fiber 0.18 dB/km from Corning S9.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results/summary.json pilot16. No measured-field accuracy claim. Common residual 50 microkelvin is an ambitious compensated bench 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data/site_geometry.csv derives coordinates only from draft. 8889 records reduce to 7704 coordinate pairs; nearest64 selected. As M changes, sampled population changes, so this is not a sensor-reduction claim for one fixed spatial 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S10 reports dn/dT≈−1.485e−4 RIU/K at1550nm. The exact coefficient depends on temperature/composition. 0.05 mK and10 mK are assumed stochastic residuals, not manufacturer statistical specifications.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results/power_sensitivity.csv. 70µW is used only as a broad sweep endpoint comparable in magnitude to S1 detected probe power; S1 itself is a different wavelength/sensor. Pump and local-oscillator overhead are excluded from probe budgets. Derived by src/practical_comparisons.py; results/practical_comparisons.json.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docs/MODEL.md OU integrated-covariance formula. Stationary mean estimation, not transient tracking. Independent 0.03mg/kg node calibration offsets assumed.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results/detection.csv. Independent Monte Carlo marginal windows, not independent samples of the OU trace. Assumes Gaussian moments including squeeze-angle jitter. Decision threshold is not regulatory. Bonferroni alpha=0.05/3600 bounds hourly familywise false-alarm probability at5% without independence.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results/time_trace.csv. Synthetic changes, not observed water data. Independent optical noise, common OU realization, seed2601006. Optical noise advantage concerns the aggregate; local contrasts do not receive the same benefit.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results/resources.csv. Both total launched photon flux and total Ns fixed to16-node values in this panel. Component transmission includes stepwise splitter depth. Pump infrastructure not costed.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Supplied quantum_photonic_sensing.pdf pp4–5, https://doi.org/10.1364/OPTICA.5.000628. Do not read sensitivity as 1-s Gaussian accuracy; no transfer of these RF numbers to our DC/telecom water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experimental plan, not completed hardware work. Four-tap size inspired by S6 laboratory demonstration. Existing simulation results are available in results/ and figures/.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config/default.json is the single editable numerical configuration. All sourced versus assumed quantities are distinguished in docs/SOURCES.md. No costs, chemical selectivity or QML speedup are claimed. 16 taps is a design assumption: four binary splitter stages and Ns=1.6 below the 2.025 photons/mode cap. Not optimal or deployment-derived. Guo et al. demonstrated four nodes: https://arxiv.org/abs/1905.09408 . Start with one/four measured taps. 100 m links, 10 nW/tap and 50 microkelvin residual are assumptions. Our contribution integrates existing CV theory with a NaCl proxy, losses, technical noise and decision analysis. No research-priority claim. docs/DESIGN_DECISIONS.md.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source links, supplied supporting-information details, assumptions and data provenance: docs/SOURCES.md. Reproduce: python src/run.py; python src/validate.py. Original draft file hashes are checked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src/model.py, src/run.py, src/validate.py, src/practical_comparisons.py and requirements.txt. Local Python 3.12.14 CPU execution. NumPy 2.3.5 arrays, covariance, seeded Gaussian draws; SciPy 1.18.1 constants and normal CDF, root solve in comparison helper; pandas 2.2.3 CSV processing; Matplotlib 3.11.2 PNG/SVG figures. Python unittest runs 13 internal model checks. Inputs: config/default.json and data/site_geometry.csv. Chemical concentrations in the trace are synthetic; coordinates only from supplied USGS-labelled file. Compute phase slope, loss, covariance, w^T Sigma w, add thermal/calibration variance, then threshold tests. Most RMSE curves are analytic. Monte Carlo: 100,000 null and alternative draws per strategy. A separate synthetic OU time trace has response lag. Seed 2601006. Outputs: results/summary.json, CSV, feasibility.npz, ten figures. Run bash src/reproduce.sh in project root with prepared .venv. No quantum SDK, circuit execution, ML training or quantum hardware. JavaScript/Node artifact-tool creates PPTX; Python creates offline HTML; Playwright prints PDF. Authoring tools are separate from the scientific simulator. Details: docs/SIMULATION.md.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src/model.py, src/run.py, src/validate.py, src/practical_comparisons.py and requirements.txt. Local Python 3.12.14 CPU execution. NumPy 2.3.5 arrays, covariance, seeded Gaussian draws; SciPy 1.18.1 constants and normal CDF, root solve in comparison helper; pandas 2.2.3 CSV processing; Matplotlib 3.11.2 PNG/SVG figures. Python unittest runs 13 internal model checks. Inputs: config/default.json and data/site_geometry.csv. Chemical concentrations in the trace are synthetic; coordinates only from supplied USGS-labelled file. Compute phase slope, loss, covariance, w^T Sigma w, add thermal/calibration variance, then threshold tests. Most RMSE curves are analytic. Monte Carlo: 100,000 null and alternative draws per strategy. A separate synthetic OU time trace has response lag. Seed 2601006. Outputs: results/summary.json, CSV, feasibility.npz, ten figures. Run bash src/reproduce.sh in project root with prepared .venv. No quantum SDK, circuit execution, ML training or quantum hardware. JavaScript/Node artifact-tool creates PPTX; Python creates offline HTML; Playwright prints PDF. Authoring tools are separate from the scientific simulator. Details: docs/SIMULATION.md. 16 taps is a design assumption: four binary splitter stages and Ns=1.6 below the 2.025 photons/mode cap. Not optimal or deployment-derived. Guo et al. demonstrated four nodes: https://arxiv.org/abs/1905.09408 . Start with one/four measured taps. 100 m links, 10 nW/tap and 50 microkelvin residual are assumptions. Our contribution integrates existing CV theory with a NaCl proxy, losses, technical noise and decision analysis. No research-priority claim. docs/DESIGN_DECISIONS.md.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ac1f0ba0c545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976b9d2cef4741" /><Relationship Type="http://schemas.openxmlformats.org/officeDocument/2006/relationships/slideLayout" Target="/ppt/slideLayouts/slideLayout1.xml" Id="Rae2134053b254d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2134053b254d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6c72e915e4af1" /><Relationship Type="http://schemas.openxmlformats.org/officeDocument/2006/relationships/notesSlide" Target="/ppt/notesSlides/notesSlide1.xml" Id="R6b027cdf6c4745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26083b8fb46fd" /><Relationship Type="http://schemas.openxmlformats.org/officeDocument/2006/relationships/notesSlide" Target="/ppt/notesSlides/notesSlide2.xml" Id="R2a2a1195acb04b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b35f799ff4bf7" /><Relationship Type="http://schemas.openxmlformats.org/officeDocument/2006/relationships/notesSlide" Target="/ppt/notesSlides/notesSlide3.xml" Id="R23cabf7d3fc241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0a9072cff469a" /><Relationship Type="http://schemas.openxmlformats.org/officeDocument/2006/relationships/notesSlide" Target="/ppt/notesSlides/notesSlide4.xml" Id="R7528c335ba274d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f69f640234bf7" /><Relationship Type="http://schemas.openxmlformats.org/officeDocument/2006/relationships/chart" Target="/ppt/slides/charts/chart1.xml" Id="R957ba57947474e93" /><Relationship Type="http://schemas.openxmlformats.org/officeDocument/2006/relationships/notesSlide" Target="/ppt/notesSlides/notesSlide5.xml" Id="R0bd352fa63e544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42be0fb024ec1" /><Relationship Type="http://schemas.openxmlformats.org/officeDocument/2006/relationships/chart" Target="/ppt/slides/charts/chart2.xml" Id="Rc485161dd8cd4eab" /><Relationship Type="http://schemas.openxmlformats.org/officeDocument/2006/relationships/notesSlide" Target="/ppt/notesSlides/notesSlide6.xml" Id="Rf96885b18d1346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e70a39fd941a2" /><Relationship Type="http://schemas.openxmlformats.org/officeDocument/2006/relationships/chart" Target="/ppt/slides/charts/chart3.xml" Id="R25e1af82c0344000" /><Relationship Type="http://schemas.openxmlformats.org/officeDocument/2006/relationships/notesSlide" Target="/ppt/notesSlides/notesSlide7.xml" Id="R61525b8cb8674d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f6321f85e4ec0" /><Relationship Type="http://schemas.openxmlformats.org/officeDocument/2006/relationships/chart" Target="/ppt/slides/charts/chart4.xml" Id="R3c7fabb67b5d4e2f" /><Relationship Type="http://schemas.openxmlformats.org/officeDocument/2006/relationships/notesSlide" Target="/ppt/notesSlides/notesSlide8.xml" Id="R87a8bd48ee2a45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9623505564891" /><Relationship Type="http://schemas.openxmlformats.org/officeDocument/2006/relationships/chart" Target="/ppt/slides/charts/chart5.xml" Id="R0b0e2914979147ec" /><Relationship Type="http://schemas.openxmlformats.org/officeDocument/2006/relationships/notesSlide" Target="/ppt/notesSlides/notesSlide9.xml" Id="R23f6bcf45d4642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d43e32c474ea0" /><Relationship Type="http://schemas.openxmlformats.org/officeDocument/2006/relationships/chart" Target="/ppt/slides/charts/chart6.xml" Id="R3f70fa84a9284076" /><Relationship Type="http://schemas.openxmlformats.org/officeDocument/2006/relationships/notesSlide" Target="/ppt/notesSlides/notesSlide10.xml" Id="R201fa51e54904a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2faeaade44dfc" /><Relationship Type="http://schemas.openxmlformats.org/officeDocument/2006/relationships/chart" Target="/ppt/slides/charts/chart7.xml" Id="R847ab5e108704009" /><Relationship Type="http://schemas.openxmlformats.org/officeDocument/2006/relationships/notesSlide" Target="/ppt/notesSlides/notesSlide11.xml" Id="Re87384be6add40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5dfcd4f654abf" /><Relationship Type="http://schemas.openxmlformats.org/officeDocument/2006/relationships/chart" Target="/ppt/slides/charts/chart8.xml" Id="R57382a51bae74d9a" /><Relationship Type="http://schemas.openxmlformats.org/officeDocument/2006/relationships/notesSlide" Target="/ppt/notesSlides/notesSlide12.xml" Id="R1e77b84570e643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91c8938ed4b4a" /><Relationship Type="http://schemas.openxmlformats.org/officeDocument/2006/relationships/chart" Target="/ppt/slides/charts/chart9.xml" Id="Reab939ec48ce43bc" /><Relationship Type="http://schemas.openxmlformats.org/officeDocument/2006/relationships/notesSlide" Target="/ppt/notesSlides/notesSlide13.xml" Id="R1585fcb69c1345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7ac5b6725420a" /><Relationship Type="http://schemas.openxmlformats.org/officeDocument/2006/relationships/chart" Target="/ppt/slides/charts/chart10.xml" Id="Rfc917c851b314e02" /><Relationship Type="http://schemas.openxmlformats.org/officeDocument/2006/relationships/notesSlide" Target="/ppt/notesSlides/notesSlide14.xml" Id="R2513aed1cb8e41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94ff048f145f8" /><Relationship Type="http://schemas.openxmlformats.org/officeDocument/2006/relationships/chart" Target="/ppt/slides/charts/chart11.xml" Id="Rc96d3fad7f744fc2" /><Relationship Type="http://schemas.openxmlformats.org/officeDocument/2006/relationships/notesSlide" Target="/ppt/notesSlides/notesSlide15.xml" Id="Rfe5c19291a4f48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a02f8d2e14668" /><Relationship Type="http://schemas.openxmlformats.org/officeDocument/2006/relationships/notesSlide" Target="/ppt/notesSlides/notesSlide16.xml" Id="R81babe99771b4e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8fdddcc3b4719" /><Relationship Type="http://schemas.openxmlformats.org/officeDocument/2006/relationships/notesSlide" Target="/ppt/notesSlides/notesSlide17.xml" Id="Rd8d91302db8d474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f047e67ac410e" /><Relationship Type="http://schemas.openxmlformats.org/officeDocument/2006/relationships/notesSlide" Target="/ppt/notesSlides/notesSlide18.xml" Id="R973823d77da34f2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192109e16493a" /><Relationship Type="http://schemas.openxmlformats.org/officeDocument/2006/relationships/notesSlide" Target="/ppt/notesSlides/notesSlide19.xml" Id="R1957f2980fec432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0171f08a44d6f" /><Relationship Type="http://schemas.openxmlformats.org/officeDocument/2006/relationships/notesSlide" Target="/ppt/notesSlides/notesSlide20.xml" Id="R86ffddd868c342b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-0.5647188387</c:v>
                </c:pt>
                <c:pt idx="1">
                  <c:v>-0.7152338365</c:v>
                </c:pt>
                <c:pt idx="2">
                  <c:v>-0.803279466</c:v>
                </c:pt>
                <c:pt idx="3">
                  <c:v>-0.8657488343</c:v>
                </c:pt>
                <c:pt idx="4">
                  <c:v>-0.9142038408</c:v>
                </c:pt>
                <c:pt idx="5">
                  <c:v>-0.9537944638</c:v>
                </c:pt>
                <c:pt idx="6">
                  <c:v>-0.9872678587</c:v>
                </c:pt>
                <c:pt idx="7">
                  <c:v>-1.016263832</c:v>
                </c:pt>
                <c:pt idx="8">
                  <c:v>-1.041840093</c:v>
                </c:pt>
                <c:pt idx="9">
                  <c:v>-1.064718839</c:v>
                </c:pt>
                <c:pt idx="10">
                  <c:v>-1.085415181</c:v>
                </c:pt>
                <c:pt idx="11">
                  <c:v>-1.104309462</c:v>
                </c:pt>
                <c:pt idx="12">
                  <c:v>-1.121690515</c:v>
                </c:pt>
                <c:pt idx="13">
                  <c:v>-1.137782856</c:v>
                </c:pt>
                <c:pt idx="14">
                  <c:v>-1.152764468</c:v>
                </c:pt>
                <c:pt idx="15">
                  <c:v>-1.16677883</c:v>
                </c:pt>
                <c:pt idx="16">
                  <c:v>-1.179943299</c:v>
                </c:pt>
                <c:pt idx="17">
                  <c:v>-1.192355091</c:v>
                </c:pt>
                <c:pt idx="18">
                  <c:v>-1.204095639</c:v>
                </c:pt>
                <c:pt idx="19">
                  <c:v>-1.215233836</c:v>
                </c:pt>
                <c:pt idx="20">
                  <c:v>-1.225828486</c:v>
                </c:pt>
                <c:pt idx="21">
                  <c:v>-1.235930179</c:v>
                </c:pt>
                <c:pt idx="22">
                  <c:v>-1.245582757</c:v>
                </c:pt>
                <c:pt idx="23">
                  <c:v>-1.25482446</c:v>
                </c:pt>
                <c:pt idx="24">
                  <c:v>-1.263688843</c:v>
                </c:pt>
                <c:pt idx="25">
                  <c:v>-1.272205513</c:v>
                </c:pt>
                <c:pt idx="26">
                  <c:v>-1.280400721</c:v>
                </c:pt>
                <c:pt idx="27">
                  <c:v>-1.288297854</c:v>
                </c:pt>
                <c:pt idx="28">
                  <c:v>-1.295917838</c:v>
                </c:pt>
                <c:pt idx="29">
                  <c:v>-1.303279466</c:v>
                </c:pt>
                <c:pt idx="30">
                  <c:v>-1.310399686</c:v>
                </c:pt>
                <c:pt idx="31">
                  <c:v>-1.317293828</c:v>
                </c:pt>
                <c:pt idx="32">
                  <c:v>-1.323975809</c:v>
                </c:pt>
                <c:pt idx="33">
                  <c:v>-1.330458297</c:v>
                </c:pt>
                <c:pt idx="34">
                  <c:v>-1.336752861</c:v>
                </c:pt>
                <c:pt idx="35">
                  <c:v>-1.342870089</c:v>
                </c:pt>
                <c:pt idx="36">
                  <c:v>-1.348819701</c:v>
                </c:pt>
                <c:pt idx="37">
                  <c:v>-1.354610637</c:v>
                </c:pt>
                <c:pt idx="38">
                  <c:v>-1.360251142</c:v>
                </c:pt>
                <c:pt idx="39">
                  <c:v>-1.365748834</c:v>
                </c:pt>
                <c:pt idx="40">
                  <c:v>-1.371110767</c:v>
                </c:pt>
                <c:pt idx="41">
                  <c:v>-1.376343484</c:v>
                </c:pt>
                <c:pt idx="42">
                  <c:v>-1.381453066</c:v>
                </c:pt>
                <c:pt idx="43">
                  <c:v>-1.386445177</c:v>
                </c:pt>
                <c:pt idx="44">
                  <c:v>-1.391325096</c:v>
                </c:pt>
                <c:pt idx="45">
                  <c:v>-1.396097754</c:v>
                </c:pt>
                <c:pt idx="46">
                  <c:v>-1.400767768</c:v>
                </c:pt>
                <c:pt idx="47">
                  <c:v>-1.405339457</c:v>
                </c:pt>
                <c:pt idx="48">
                  <c:v>-1.409816879</c:v>
                </c:pt>
                <c:pt idx="49">
                  <c:v>-1.414203841</c:v>
                </c:pt>
                <c:pt idx="50">
                  <c:v>-1.418503927</c:v>
                </c:pt>
                <c:pt idx="51">
                  <c:v>-1.42272051</c:v>
                </c:pt>
                <c:pt idx="52">
                  <c:v>-1.426856773</c:v>
                </c:pt>
                <c:pt idx="53">
                  <c:v>-1.430915719</c:v>
                </c:pt>
                <c:pt idx="54">
                  <c:v>-1.434900183</c:v>
                </c:pt>
                <c:pt idx="55">
                  <c:v>-1.438812852</c:v>
                </c:pt>
                <c:pt idx="56">
                  <c:v>-1.442656266</c:v>
                </c:pt>
                <c:pt idx="57">
                  <c:v>-1.446432835</c:v>
                </c:pt>
                <c:pt idx="58">
                  <c:v>-1.450144844</c:v>
                </c:pt>
                <c:pt idx="59">
                  <c:v>-1.453794464</c:v>
                </c:pt>
                <c:pt idx="60">
                  <c:v>-1.457383756</c:v>
                </c:pt>
                <c:pt idx="61">
                  <c:v>-1.460914683</c:v>
                </c:pt>
                <c:pt idx="62">
                  <c:v>-1.464389113</c:v>
                </c:pt>
                <c:pt idx="63">
                  <c:v>-1.467808826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-0.8503778588</c:v>
                </c:pt>
                <c:pt idx="2">
                  <c:v>-0.9384234883</c:v>
                </c:pt>
                <c:pt idx="3">
                  <c:v>-1.000892857</c:v>
                </c:pt>
                <c:pt idx="4">
                  <c:v>-1.049347863</c:v>
                </c:pt>
                <c:pt idx="5">
                  <c:v>-1.088938486</c:v>
                </c:pt>
                <c:pt idx="6">
                  <c:v>-1.122411881</c:v>
                </c:pt>
                <c:pt idx="7">
                  <c:v>-1.151407854</c:v>
                </c:pt>
                <c:pt idx="8">
                  <c:v>-1.176984116</c:v>
                </c:pt>
                <c:pt idx="9">
                  <c:v>-1.199862861</c:v>
                </c:pt>
                <c:pt idx="10">
                  <c:v>-1.220559203</c:v>
                </c:pt>
                <c:pt idx="11">
                  <c:v>-1.239453484</c:v>
                </c:pt>
                <c:pt idx="12">
                  <c:v>-1.256834537</c:v>
                </c:pt>
                <c:pt idx="13">
                  <c:v>-1.272926879</c:v>
                </c:pt>
                <c:pt idx="14">
                  <c:v>-1.28790849</c:v>
                </c:pt>
                <c:pt idx="15">
                  <c:v>-1.301922852</c:v>
                </c:pt>
                <c:pt idx="16">
                  <c:v>-1.315087322</c:v>
                </c:pt>
                <c:pt idx="17">
                  <c:v>-1.327499113</c:v>
                </c:pt>
                <c:pt idx="18">
                  <c:v>-1.339239661</c:v>
                </c:pt>
                <c:pt idx="19">
                  <c:v>-1.350377859</c:v>
                </c:pt>
                <c:pt idx="20">
                  <c:v>-1.360972508</c:v>
                </c:pt>
                <c:pt idx="21">
                  <c:v>-1.371074201</c:v>
                </c:pt>
                <c:pt idx="22">
                  <c:v>-1.380726779</c:v>
                </c:pt>
                <c:pt idx="23">
                  <c:v>-1.389968482</c:v>
                </c:pt>
                <c:pt idx="24">
                  <c:v>-1.398832865</c:v>
                </c:pt>
                <c:pt idx="25">
                  <c:v>-1.407349535</c:v>
                </c:pt>
                <c:pt idx="26">
                  <c:v>-1.415544743</c:v>
                </c:pt>
                <c:pt idx="27">
                  <c:v>-1.423441877</c:v>
                </c:pt>
                <c:pt idx="28">
                  <c:v>-1.43106186</c:v>
                </c:pt>
                <c:pt idx="29">
                  <c:v>-1.438423488</c:v>
                </c:pt>
                <c:pt idx="30">
                  <c:v>-1.445543708</c:v>
                </c:pt>
                <c:pt idx="31">
                  <c:v>-1.45243785</c:v>
                </c:pt>
                <c:pt idx="32">
                  <c:v>-1.459119831</c:v>
                </c:pt>
                <c:pt idx="33">
                  <c:v>-1.465602319</c:v>
                </c:pt>
                <c:pt idx="34">
                  <c:v>-1.471896883</c:v>
                </c:pt>
                <c:pt idx="35">
                  <c:v>-1.478014111</c:v>
                </c:pt>
                <c:pt idx="36">
                  <c:v>-1.483963723</c:v>
                </c:pt>
                <c:pt idx="37">
                  <c:v>-1.489754659</c:v>
                </c:pt>
                <c:pt idx="38">
                  <c:v>-1.495395164</c:v>
                </c:pt>
                <c:pt idx="39">
                  <c:v>-1.500892857</c:v>
                </c:pt>
                <c:pt idx="40">
                  <c:v>-1.506254789</c:v>
                </c:pt>
                <c:pt idx="41">
                  <c:v>-1.511487506</c:v>
                </c:pt>
                <c:pt idx="42">
                  <c:v>-1.516597089</c:v>
                </c:pt>
                <c:pt idx="43">
                  <c:v>-1.521589199</c:v>
                </c:pt>
                <c:pt idx="44">
                  <c:v>-1.526469118</c:v>
                </c:pt>
                <c:pt idx="45">
                  <c:v>-1.531241777</c:v>
                </c:pt>
                <c:pt idx="46">
                  <c:v>-1.53591179</c:v>
                </c:pt>
                <c:pt idx="47">
                  <c:v>-1.54048348</c:v>
                </c:pt>
                <c:pt idx="48">
                  <c:v>-1.544960901</c:v>
                </c:pt>
                <c:pt idx="49">
                  <c:v>-1.549347863</c:v>
                </c:pt>
                <c:pt idx="50">
                  <c:v>-1.553647949</c:v>
                </c:pt>
                <c:pt idx="51">
                  <c:v>-1.557864533</c:v>
                </c:pt>
                <c:pt idx="52">
                  <c:v>-1.562000796</c:v>
                </c:pt>
                <c:pt idx="53">
                  <c:v>-1.566059741</c:v>
                </c:pt>
                <c:pt idx="54">
                  <c:v>-1.570044206</c:v>
                </c:pt>
                <c:pt idx="55">
                  <c:v>-1.573956874</c:v>
                </c:pt>
                <c:pt idx="56">
                  <c:v>-1.577800289</c:v>
                </c:pt>
                <c:pt idx="57">
                  <c:v>-1.581576858</c:v>
                </c:pt>
                <c:pt idx="58">
                  <c:v>-1.585288867</c:v>
                </c:pt>
                <c:pt idx="59">
                  <c:v>-1.588938486</c:v>
                </c:pt>
                <c:pt idx="60">
                  <c:v>-1.592527778</c:v>
                </c:pt>
                <c:pt idx="61">
                  <c:v>-1.596058706</c:v>
                </c:pt>
                <c:pt idx="62">
                  <c:v>-1.599533136</c:v>
                </c:pt>
                <c:pt idx="63">
                  <c:v>-1.602952848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-0.9035034139</c:v>
                </c:pt>
                <c:pt idx="2">
                  <c:v>-1.030625382</c:v>
                </c:pt>
                <c:pt idx="3">
                  <c:v>-1.12478583</c:v>
                </c:pt>
                <c:pt idx="4">
                  <c:v>-1.200177336</c:v>
                </c:pt>
                <c:pt idx="5">
                  <c:v>-1.263319542</c:v>
                </c:pt>
                <c:pt idx="6">
                  <c:v>-1.317782916</c:v>
                </c:pt>
                <c:pt idx="7">
                  <c:v>-1.365748556</c:v>
                </c:pt>
                <c:pt idx="8">
                  <c:v>-1.408652654</c:v>
                </c:pt>
                <c:pt idx="9">
                  <c:v>-1.447494246</c:v>
                </c:pt>
                <c:pt idx="10">
                  <c:v>-1.48299804</c:v>
                </c:pt>
                <c:pt idx="11">
                  <c:v>-1.515707446</c:v>
                </c:pt>
                <c:pt idx="12">
                  <c:v>-1.54604101</c:v>
                </c:pt>
                <c:pt idx="13">
                  <c:v>-1.574328332</c:v>
                </c:pt>
                <c:pt idx="14">
                  <c:v>-1.600833856</c:v>
                </c:pt>
                <c:pt idx="15">
                  <c:v>-1.625773148</c:v>
                </c:pt>
                <c:pt idx="16">
                  <c:v>-1.649324358</c:v>
                </c:pt>
                <c:pt idx="17">
                  <c:v>-1.671636489</c:v>
                </c:pt>
                <c:pt idx="18">
                  <c:v>-1.692835478</c:v>
                </c:pt>
                <c:pt idx="19">
                  <c:v>-1.71302877</c:v>
                </c:pt>
                <c:pt idx="20">
                  <c:v>-1.7323088</c:v>
                </c:pt>
                <c:pt idx="21">
                  <c:v>-1.750755683</c:v>
                </c:pt>
                <c:pt idx="22">
                  <c:v>-1.76843933</c:v>
                </c:pt>
                <c:pt idx="23">
                  <c:v>-1.785421126</c:v>
                </c:pt>
                <c:pt idx="24">
                  <c:v>-1.801755266</c:v>
                </c:pt>
                <c:pt idx="25">
                  <c:v>-1.817489849</c:v>
                </c:pt>
                <c:pt idx="26">
                  <c:v>-1.832667764</c:v>
                </c:pt>
                <c:pt idx="27">
                  <c:v>-1.84732742</c:v>
                </c:pt>
                <c:pt idx="28">
                  <c:v>-1.861503354</c:v>
                </c:pt>
                <c:pt idx="29">
                  <c:v>-1.875226735</c:v>
                </c:pt>
                <c:pt idx="30">
                  <c:v>-1.888525797</c:v>
                </c:pt>
                <c:pt idx="31">
                  <c:v>-1.90142619</c:v>
                </c:pt>
                <c:pt idx="32">
                  <c:v>-1.913951294</c:v>
                </c:pt>
                <c:pt idx="33">
                  <c:v>-1.926122479</c:v>
                </c:pt>
                <c:pt idx="34">
                  <c:v>-1.937959329</c:v>
                </c:pt>
                <c:pt idx="35">
                  <c:v>-1.949479836</c:v>
                </c:pt>
                <c:pt idx="36">
                  <c:v>-1.960700571</c:v>
                </c:pt>
                <c:pt idx="37">
                  <c:v>-1.97163683</c:v>
                </c:pt>
                <c:pt idx="38">
                  <c:v>-1.982302761</c:v>
                </c:pt>
                <c:pt idx="39">
                  <c:v>-1.992711477</c:v>
                </c:pt>
                <c:pt idx="40">
                  <c:v>-2.002875155</c:v>
                </c:pt>
                <c:pt idx="41">
                  <c:v>-2.012805124</c:v>
                </c:pt>
                <c:pt idx="42">
                  <c:v>-2.022511942</c:v>
                </c:pt>
                <c:pt idx="43">
                  <c:v>-2.032005462</c:v>
                </c:pt>
                <c:pt idx="44">
                  <c:v>-2.0412949</c:v>
                </c:pt>
                <c:pt idx="45">
                  <c:v>-2.050388881</c:v>
                </c:pt>
                <c:pt idx="46">
                  <c:v>-2.059295496</c:v>
                </c:pt>
                <c:pt idx="47">
                  <c:v>-2.068022338</c:v>
                </c:pt>
                <c:pt idx="48">
                  <c:v>-2.076576551</c:v>
                </c:pt>
                <c:pt idx="49">
                  <c:v>-2.084964855</c:v>
                </c:pt>
                <c:pt idx="50">
                  <c:v>-2.093193587</c:v>
                </c:pt>
                <c:pt idx="51">
                  <c:v>-2.101268726</c:v>
                </c:pt>
                <c:pt idx="52">
                  <c:v>-2.109195919</c:v>
                </c:pt>
                <c:pt idx="53">
                  <c:v>-2.116980508</c:v>
                </c:pt>
                <c:pt idx="54">
                  <c:v>-2.124627549</c:v>
                </c:pt>
                <c:pt idx="55">
                  <c:v>-2.132141832</c:v>
                </c:pt>
                <c:pt idx="56">
                  <c:v>-2.139527902</c:v>
                </c:pt>
                <c:pt idx="57">
                  <c:v>-2.146790074</c:v>
                </c:pt>
                <c:pt idx="58">
                  <c:v>-2.153932447</c:v>
                </c:pt>
                <c:pt idx="59">
                  <c:v>-2.160958921</c:v>
                </c:pt>
                <c:pt idx="60">
                  <c:v>-2.167873205</c:v>
                </c:pt>
                <c:pt idx="61">
                  <c:v>-2.174678836</c:v>
                </c:pt>
                <c:pt idx="62">
                  <c:v>-2.181379185</c:v>
                </c:pt>
                <c:pt idx="63">
                  <c:v>-2.187977466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optical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log₁₀(number of sensors 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0.3159892817</c:v>
                </c:pt>
                <c:pt idx="1">
                  <c:v>0.2270000029</c:v>
                </c:pt>
                <c:pt idx="2">
                  <c:v>0.1882195232</c:v>
                </c:pt>
                <c:pt idx="3">
                  <c:v>0.1645956663</c:v>
                </c:pt>
                <c:pt idx="4">
                  <c:v>0.1494000238</c:v>
                </c:pt>
                <c:pt idx="5">
                  <c:v>0.1376523412</c:v>
                </c:pt>
                <c:pt idx="6">
                  <c:v>0.1286058036</c:v>
                </c:pt>
                <c:pt idx="7">
                  <c:v>0.1213792279</c:v>
                </c:pt>
                <c:pt idx="8">
                  <c:v>0.1160036053</c:v>
                </c:pt>
                <c:pt idx="9">
                  <c:v>0.1109949074</c:v>
                </c:pt>
                <c:pt idx="10">
                  <c:v>0.1067221803</c:v>
                </c:pt>
                <c:pt idx="11">
                  <c:v>0.1030263025</c:v>
                </c:pt>
                <c:pt idx="12">
                  <c:v>0.09979216663</c:v>
                </c:pt>
                <c:pt idx="13">
                  <c:v>0.09693420503</c:v>
                </c:pt>
                <c:pt idx="14">
                  <c:v>0.09438733255</c:v>
                </c:pt>
                <c:pt idx="15">
                  <c:v>0.09210106368</c:v>
                </c:pt>
                <c:pt idx="16">
                  <c:v>0.09041841666</c:v>
                </c:pt>
                <c:pt idx="17">
                  <c:v>0.08852824343</c:v>
                </c:pt>
                <c:pt idx="18">
                  <c:v>0.08680215393</c:v>
                </c:pt>
                <c:pt idx="19">
                  <c:v>0.08521878646</c:v>
                </c:pt>
                <c:pt idx="20">
                  <c:v>0.08376042878</c:v>
                </c:pt>
                <c:pt idx="21">
                  <c:v>0.08241225767</c:v>
                </c:pt>
                <c:pt idx="22">
                  <c:v>0.08116176317</c:v>
                </c:pt>
                <c:pt idx="23">
                  <c:v>0.07999830679</c:v>
                </c:pt>
                <c:pt idx="24">
                  <c:v>0.07891277839</c:v>
                </c:pt>
                <c:pt idx="25">
                  <c:v>0.07789732679</c:v>
                </c:pt>
                <c:pt idx="26">
                  <c:v>0.07694514598</c:v>
                </c:pt>
                <c:pt idx="27">
                  <c:v>0.07605030406</c:v>
                </c:pt>
                <c:pt idx="28">
                  <c:v>0.075207605</c:v>
                </c:pt>
                <c:pt idx="29">
                  <c:v>0.07441247618</c:v>
                </c:pt>
                <c:pt idx="30">
                  <c:v>0.07366087617</c:v>
                </c:pt>
                <c:pt idx="31">
                  <c:v>0.07294921858</c:v>
                </c:pt>
                <c:pt idx="32">
                  <c:v>0.0725229468</c:v>
                </c:pt>
                <c:pt idx="33">
                  <c:v>0.07187678069</c:v>
                </c:pt>
                <c:pt idx="34">
                  <c:v>0.07126217213</c:v>
                </c:pt>
                <c:pt idx="35">
                  <c:v>0.07067680114</c:v>
                </c:pt>
                <c:pt idx="36">
                  <c:v>0.07011857421</c:v>
                </c:pt>
                <c:pt idx="37">
                  <c:v>0.06958559691</c:v>
                </c:pt>
                <c:pt idx="38">
                  <c:v>0.06907615047</c:v>
                </c:pt>
                <c:pt idx="39">
                  <c:v>0.06858867157</c:v>
                </c:pt>
                <c:pt idx="40">
                  <c:v>0.0681217349</c:v>
                </c:pt>
                <c:pt idx="41">
                  <c:v>0.06767403809</c:v>
                </c:pt>
                <c:pt idx="42">
                  <c:v>0.06724438851</c:v>
                </c:pt>
                <c:pt idx="43">
                  <c:v>0.06683169184</c:v>
                </c:pt>
                <c:pt idx="44">
                  <c:v>0.06643494198</c:v>
                </c:pt>
                <c:pt idx="45">
                  <c:v>0.06605321223</c:v>
                </c:pt>
                <c:pt idx="46">
                  <c:v>0.06568564752</c:v>
                </c:pt>
                <c:pt idx="47">
                  <c:v>0.06533145751</c:v>
                </c:pt>
                <c:pt idx="48">
                  <c:v>0.06498991052</c:v>
                </c:pt>
                <c:pt idx="49">
                  <c:v>0.06466032814</c:v>
                </c:pt>
                <c:pt idx="50">
                  <c:v>0.06434208034</c:v>
                </c:pt>
                <c:pt idx="51">
                  <c:v>0.06403458127</c:v>
                </c:pt>
                <c:pt idx="52">
                  <c:v>0.06373728535</c:v>
                </c:pt>
                <c:pt idx="53">
                  <c:v>0.06344968385</c:v>
                </c:pt>
                <c:pt idx="54">
                  <c:v>0.06317130178</c:v>
                </c:pt>
                <c:pt idx="55">
                  <c:v>0.06290169512</c:v>
                </c:pt>
                <c:pt idx="56">
                  <c:v>0.06264044832</c:v>
                </c:pt>
                <c:pt idx="57">
                  <c:v>0.062387172</c:v>
                </c:pt>
                <c:pt idx="58">
                  <c:v>0.06214150092</c:v>
                </c:pt>
                <c:pt idx="59">
                  <c:v>0.06190309211</c:v>
                </c:pt>
                <c:pt idx="60">
                  <c:v>0.06167162318</c:v>
                </c:pt>
                <c:pt idx="61">
                  <c:v>0.0614467908</c:v>
                </c:pt>
                <c:pt idx="62">
                  <c:v>0.06122830926</c:v>
                </c:pt>
                <c:pt idx="63">
                  <c:v>0.06101590924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0.2558669538</c:v>
                </c:pt>
                <c:pt idx="1">
                  <c:v>0.1853060657</c:v>
                </c:pt>
                <c:pt idx="2">
                  <c:v>0.1548100358</c:v>
                </c:pt>
                <c:pt idx="3">
                  <c:v>0.1360014782</c:v>
                </c:pt>
                <c:pt idx="4">
                  <c:v>0.124274303</c:v>
                </c:pt>
                <c:pt idx="5">
                  <c:v>0.1149693282</c:v>
                </c:pt>
                <c:pt idx="6">
                  <c:v>0.1078324396</c:v>
                </c:pt>
                <c:pt idx="7">
                  <c:v>0.1021530787</c:v>
                </c:pt>
                <c:pt idx="8">
                  <c:v>0.09816664163</c:v>
                </c:pt>
                <c:pt idx="9">
                  <c:v>0.09424296921</c:v>
                </c:pt>
                <c:pt idx="10">
                  <c:v>0.09090681501</c:v>
                </c:pt>
                <c:pt idx="11">
                  <c:v>0.08803015859</c:v>
                </c:pt>
                <c:pt idx="12">
                  <c:v>0.08552052051</c:v>
                </c:pt>
                <c:pt idx="13">
                  <c:v>0.08330925144</c:v>
                </c:pt>
                <c:pt idx="14">
                  <c:v>0.08134420937</c:v>
                </c:pt>
                <c:pt idx="15">
                  <c:v>0.0795850067</c:v>
                </c:pt>
                <c:pt idx="16">
                  <c:v>0.07844143957</c:v>
                </c:pt>
                <c:pt idx="17">
                  <c:v>0.07698815826</c:v>
                </c:pt>
                <c:pt idx="18">
                  <c:v>0.07566419716</c:v>
                </c:pt>
                <c:pt idx="19">
                  <c:v>0.0744525052</c:v>
                </c:pt>
                <c:pt idx="20">
                  <c:v>0.0734801759</c:v>
                </c:pt>
                <c:pt idx="21">
                  <c:v>0.07262183396</c:v>
                </c:pt>
                <c:pt idx="22">
                  <c:v>0.07182051601</c:v>
                </c:pt>
                <c:pt idx="23">
                  <c:v>0.07107037764</c:v>
                </c:pt>
                <c:pt idx="24">
                  <c:v>0.07036637747</c:v>
                </c:pt>
                <c:pt idx="25">
                  <c:v>0.06970414026</c:v>
                </c:pt>
                <c:pt idx="26">
                  <c:v>0.06907984757</c:v>
                </c:pt>
                <c:pt idx="27">
                  <c:v>0.06849014969</c:v>
                </c:pt>
                <c:pt idx="28">
                  <c:v>0.06793209403</c:v>
                </c:pt>
                <c:pt idx="29">
                  <c:v>0.06740306657</c:v>
                </c:pt>
                <c:pt idx="30">
                  <c:v>0.06690074343</c:v>
                </c:pt>
                <c:pt idx="31">
                  <c:v>0.06642305079</c:v>
                </c:pt>
                <c:pt idx="32">
                  <c:v>0.06624044442</c:v>
                </c:pt>
                <c:pt idx="33">
                  <c:v>0.06580037845</c:v>
                </c:pt>
                <c:pt idx="34">
                  <c:v>0.06538021332</c:v>
                </c:pt>
                <c:pt idx="35">
                  <c:v>0.06497856645</c:v>
                </c:pt>
                <c:pt idx="36">
                  <c:v>0.06459418441</c:v>
                </c:pt>
                <c:pt idx="37">
                  <c:v>0.06422592789</c:v>
                </c:pt>
                <c:pt idx="38">
                  <c:v>0.06387275867</c:v>
                </c:pt>
                <c:pt idx="39">
                  <c:v>0.06353372844</c:v>
                </c:pt>
                <c:pt idx="40">
                  <c:v>0.06320796906</c:v>
                </c:pt>
                <c:pt idx="41">
                  <c:v>0.06289468407</c:v>
                </c:pt>
                <c:pt idx="42">
                  <c:v>0.06259314132</c:v>
                </c:pt>
                <c:pt idx="43">
                  <c:v>0.06230266643</c:v>
                </c:pt>
                <c:pt idx="44">
                  <c:v>0.06202263712</c:v>
                </c:pt>
                <c:pt idx="45">
                  <c:v>0.06175247817</c:v>
                </c:pt>
                <c:pt idx="46">
                  <c:v>0.06149165694</c:v>
                </c:pt>
                <c:pt idx="47">
                  <c:v>0.06123967948</c:v>
                </c:pt>
                <c:pt idx="48">
                  <c:v>0.06099608694</c:v>
                </c:pt>
                <c:pt idx="49">
                  <c:v>0.0607604525</c:v>
                </c:pt>
                <c:pt idx="50">
                  <c:v>0.06053237857</c:v>
                </c:pt>
                <c:pt idx="51">
                  <c:v>0.06031149423</c:v>
                </c:pt>
                <c:pt idx="52">
                  <c:v>0.06009745307</c:v>
                </c:pt>
                <c:pt idx="53">
                  <c:v>0.05988993108</c:v>
                </c:pt>
                <c:pt idx="54">
                  <c:v>0.05968862491</c:v>
                </c:pt>
                <c:pt idx="55">
                  <c:v>0.05949325017</c:v>
                </c:pt>
                <c:pt idx="56">
                  <c:v>0.05930353995</c:v>
                </c:pt>
                <c:pt idx="57">
                  <c:v>0.0591192435</c:v>
                </c:pt>
                <c:pt idx="58">
                  <c:v>0.05894012499</c:v>
                </c:pt>
                <c:pt idx="59">
                  <c:v>0.05876596239</c:v>
                </c:pt>
                <c:pt idx="60">
                  <c:v>0.05859654646</c:v>
                </c:pt>
                <c:pt idx="61">
                  <c:v>0.05843167985</c:v>
                </c:pt>
                <c:pt idx="62">
                  <c:v>0.05827117622</c:v>
                </c:pt>
                <c:pt idx="63">
                  <c:v>0.05811485949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0.2558669538</c:v>
                </c:pt>
                <c:pt idx="1">
                  <c:v>0.1732571296</c:v>
                </c:pt>
                <c:pt idx="2">
                  <c:v>0.1391941484</c:v>
                </c:pt>
                <c:pt idx="3">
                  <c:v>0.119035667</c:v>
                </c:pt>
                <c:pt idx="4">
                  <c:v>0.1070416907</c:v>
                </c:pt>
                <c:pt idx="5">
                  <c:v>0.09775468674</c:v>
                </c:pt>
                <c:pt idx="6">
                  <c:v>0.0908547967</c:v>
                </c:pt>
                <c:pt idx="7">
                  <c:v>0.08552584177</c:v>
                </c:pt>
                <c:pt idx="8">
                  <c:v>0.0820773006</c:v>
                </c:pt>
                <c:pt idx="9">
                  <c:v>0.07858053958</c:v>
                </c:pt>
                <c:pt idx="10">
                  <c:v>0.07567864353</c:v>
                </c:pt>
                <c:pt idx="11">
                  <c:v>0.07323299274</c:v>
                </c:pt>
                <c:pt idx="12">
                  <c:v>0.07114489787</c:v>
                </c:pt>
                <c:pt idx="13">
                  <c:v>0.06934215872</c:v>
                </c:pt>
                <c:pt idx="14">
                  <c:v>0.06777072564</c:v>
                </c:pt>
                <c:pt idx="15">
                  <c:v>0.06638933154</c:v>
                </c:pt>
                <c:pt idx="16">
                  <c:v>0.06569386902</c:v>
                </c:pt>
                <c:pt idx="17">
                  <c:v>0.06458238814</c:v>
                </c:pt>
                <c:pt idx="18">
                  <c:v>0.06358503768</c:v>
                </c:pt>
                <c:pt idx="19">
                  <c:v>0.06268531867</c:v>
                </c:pt>
                <c:pt idx="20">
                  <c:v>0.06195280694</c:v>
                </c:pt>
                <c:pt idx="21">
                  <c:v>0.06130709611</c:v>
                </c:pt>
                <c:pt idx="22">
                  <c:v>0.06071153661</c:v>
                </c:pt>
                <c:pt idx="23">
                  <c:v>0.0601604281</c:v>
                </c:pt>
                <c:pt idx="24">
                  <c:v>0.05964891139</c:v>
                </c:pt>
                <c:pt idx="25">
                  <c:v>0.05917281764</c:v>
                </c:pt>
                <c:pt idx="26">
                  <c:v>0.05872854893</c:v>
                </c:pt>
                <c:pt idx="27">
                  <c:v>0.05831298308</c:v>
                </c:pt>
                <c:pt idx="28">
                  <c:v>0.05792339693</c:v>
                </c:pt>
                <c:pt idx="29">
                  <c:v>0.05755740412</c:v>
                </c:pt>
                <c:pt idx="30">
                  <c:v>0.05721290424</c:v>
                </c:pt>
                <c:pt idx="31">
                  <c:v>0.05688804096</c:v>
                </c:pt>
                <c:pt idx="32">
                  <c:v>0.05689842375</c:v>
                </c:pt>
                <c:pt idx="33">
                  <c:v>0.05660034724</c:v>
                </c:pt>
                <c:pt idx="34">
                  <c:v>0.05631785872</c:v>
                </c:pt>
                <c:pt idx="35">
                  <c:v>0.05604975674</c:v>
                </c:pt>
                <c:pt idx="36">
                  <c:v>0.05579496109</c:v>
                </c:pt>
                <c:pt idx="37">
                  <c:v>0.05555249777</c:v>
                </c:pt>
                <c:pt idx="38">
                  <c:v>0.05532148615</c:v>
                </c:pt>
                <c:pt idx="39">
                  <c:v>0.05510112804</c:v>
                </c:pt>
                <c:pt idx="40">
                  <c:v>0.05489069817</c:v>
                </c:pt>
                <c:pt idx="41">
                  <c:v>0.05468953602</c:v>
                </c:pt>
                <c:pt idx="42">
                  <c:v>0.05449703872</c:v>
                </c:pt>
                <c:pt idx="43">
                  <c:v>0.05431265487</c:v>
                </c:pt>
                <c:pt idx="44">
                  <c:v>0.0541358791</c:v>
                </c:pt>
                <c:pt idx="45">
                  <c:v>0.05396624741</c:v>
                </c:pt>
                <c:pt idx="46">
                  <c:v>0.05380333292</c:v>
                </c:pt>
                <c:pt idx="47">
                  <c:v>0.0536467423</c:v>
                </c:pt>
                <c:pt idx="48">
                  <c:v>0.05349611246</c:v>
                </c:pt>
                <c:pt idx="49">
                  <c:v>0.0533511077</c:v>
                </c:pt>
                <c:pt idx="50">
                  <c:v>0.05321141721</c:v>
                </c:pt>
                <c:pt idx="51">
                  <c:v>0.05307675272</c:v>
                </c:pt>
                <c:pt idx="52">
                  <c:v>0.05294684655</c:v>
                </c:pt>
                <c:pt idx="53">
                  <c:v>0.05282144978</c:v>
                </c:pt>
                <c:pt idx="54">
                  <c:v>0.05270033059</c:v>
                </c:pt>
                <c:pt idx="55">
                  <c:v>0.05258327287</c:v>
                </c:pt>
                <c:pt idx="56">
                  <c:v>0.05247007488</c:v>
                </c:pt>
                <c:pt idx="57">
                  <c:v>0.05236054806</c:v>
                </c:pt>
                <c:pt idx="58">
                  <c:v>0.05225451599</c:v>
                </c:pt>
                <c:pt idx="59">
                  <c:v>0.0521518134</c:v>
                </c:pt>
                <c:pt idx="60">
                  <c:v>0.05205228533</c:v>
                </c:pt>
                <c:pt idx="61">
                  <c:v>0.05195578632</c:v>
                </c:pt>
                <c:pt idx="62">
                  <c:v>0.05186217967</c:v>
                </c:pt>
                <c:pt idx="63">
                  <c:v>0.05177133683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Number of sensors 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Optical error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0.07961902554</c:v>
                </c:pt>
                <c:pt idx="1">
                  <c:v>0.0647329637</c:v>
                </c:pt>
                <c:pt idx="2">
                  <c:v>0.04758283976</c:v>
                </c:pt>
              </c:numCache>
            </c:numRef>
          </c:val>
        </c:ser>
        <c:ser>
          <c:idx val="1"/>
          <c:order val="1"/>
          <c:tx>
            <c:v>Total error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0.09210106368</c:v>
                </c:pt>
                <c:pt idx="1">
                  <c:v>0.0795850067</c:v>
                </c:pt>
                <c:pt idx="2">
                  <c:v>0.06638933154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0.2483469631</c:v>
                </c:pt>
                <c:pt idx="2">
                  <c:v>0.2106031117</c:v>
                </c:pt>
                <c:pt idx="3">
                  <c:v>0.1867134477</c:v>
                </c:pt>
                <c:pt idx="4">
                  <c:v>0.1706816032</c:v>
                </c:pt>
                <c:pt idx="5">
                  <c:v>0.1581146647</c:v>
                </c:pt>
                <c:pt idx="6">
                  <c:v>0.1482835053</c:v>
                </c:pt>
                <c:pt idx="7">
                  <c:v>0.1403873584</c:v>
                </c:pt>
                <c:pt idx="8">
                  <c:v>0.1345229821</c:v>
                </c:pt>
                <c:pt idx="9">
                  <c:v>0.1289078616</c:v>
                </c:pt>
                <c:pt idx="10">
                  <c:v>0.1241511824</c:v>
                </c:pt>
                <c:pt idx="11">
                  <c:v>0.1200297081</c:v>
                </c:pt>
                <c:pt idx="12">
                  <c:v>0.116384787</c:v>
                </c:pt>
                <c:pt idx="13">
                  <c:v>0.1131828071</c:v>
                </c:pt>
                <c:pt idx="14">
                  <c:v>0.1104770775</c:v>
                </c:pt>
                <c:pt idx="15">
                  <c:v>0.108091079</c:v>
                </c:pt>
                <c:pt idx="16">
                  <c:v>0.1063793108</c:v>
                </c:pt>
                <c:pt idx="17">
                  <c:v>0.1043285148</c:v>
                </c:pt>
                <c:pt idx="18">
                  <c:v>0.1024488299</c:v>
                </c:pt>
                <c:pt idx="19">
                  <c:v>0.1008011329</c:v>
                </c:pt>
                <c:pt idx="20">
                  <c:v>0.09925018314</c:v>
                </c:pt>
                <c:pt idx="21">
                  <c:v>0.09781233972</c:v>
                </c:pt>
                <c:pt idx="22">
                  <c:v>0.09647460462</c:v>
                </c:pt>
                <c:pt idx="23">
                  <c:v>0.09520527783</c:v>
                </c:pt>
                <c:pt idx="24">
                  <c:v>0.09401587797</c:v>
                </c:pt>
                <c:pt idx="25">
                  <c:v>0.09289776961</c:v>
                </c:pt>
                <c:pt idx="26">
                  <c:v>0.09183689538</c:v>
                </c:pt>
                <c:pt idx="27">
                  <c:v>0.09082419957</c:v>
                </c:pt>
                <c:pt idx="28">
                  <c:v>0.08986449751</c:v>
                </c:pt>
                <c:pt idx="29">
                  <c:v>0.08894974412</c:v>
                </c:pt>
                <c:pt idx="30">
                  <c:v>0.08807929034</c:v>
                </c:pt>
                <c:pt idx="31">
                  <c:v>0.08724446031</c:v>
                </c:pt>
                <c:pt idx="32">
                  <c:v>0.0868118805</c:v>
                </c:pt>
                <c:pt idx="33">
                  <c:v>0.08606258135</c:v>
                </c:pt>
                <c:pt idx="34">
                  <c:v>0.08536488971</c:v>
                </c:pt>
                <c:pt idx="35">
                  <c:v>0.08469068081</c:v>
                </c:pt>
                <c:pt idx="36">
                  <c:v>0.08403870346</c:v>
                </c:pt>
                <c:pt idx="37">
                  <c:v>0.08341592126</c:v>
                </c:pt>
                <c:pt idx="38">
                  <c:v>0.08281353797</c:v>
                </c:pt>
                <c:pt idx="39">
                  <c:v>0.08223097105</c:v>
                </c:pt>
                <c:pt idx="40">
                  <c:v>0.08167022062</c:v>
                </c:pt>
                <c:pt idx="41">
                  <c:v>0.08113008355</c:v>
                </c:pt>
                <c:pt idx="42">
                  <c:v>0.08062455935</c:v>
                </c:pt>
                <c:pt idx="43">
                  <c:v>0.08013553355</c:v>
                </c:pt>
                <c:pt idx="44">
                  <c:v>0.07966449549</c:v>
                </c:pt>
                <c:pt idx="45">
                  <c:v>0.07920609795</c:v>
                </c:pt>
                <c:pt idx="46">
                  <c:v>0.07876366222</c:v>
                </c:pt>
                <c:pt idx="47">
                  <c:v>0.07833359341</c:v>
                </c:pt>
                <c:pt idx="48">
                  <c:v>0.0779276499</c:v>
                </c:pt>
                <c:pt idx="49">
                  <c:v>0.07753128836</c:v>
                </c:pt>
                <c:pt idx="50">
                  <c:v>0.07715111226</c:v>
                </c:pt>
                <c:pt idx="51">
                  <c:v>0.07678227791</c:v>
                </c:pt>
                <c:pt idx="52">
                  <c:v>0.07642384489</c:v>
                </c:pt>
                <c:pt idx="53">
                  <c:v>0.07608136167</c:v>
                </c:pt>
                <c:pt idx="54">
                  <c:v>0.07574618482</c:v>
                </c:pt>
                <c:pt idx="55">
                  <c:v>0.07541874438</c:v>
                </c:pt>
                <c:pt idx="56">
                  <c:v>0.07510071892</c:v>
                </c:pt>
                <c:pt idx="57">
                  <c:v>0.07478910121</c:v>
                </c:pt>
                <c:pt idx="58">
                  <c:v>0.0744850387</c:v>
                </c:pt>
                <c:pt idx="59">
                  <c:v>0.07418772747</c:v>
                </c:pt>
                <c:pt idx="60">
                  <c:v>0.07389632127</c:v>
                </c:pt>
                <c:pt idx="61">
                  <c:v>0.07361055701</c:v>
                </c:pt>
                <c:pt idx="62">
                  <c:v>0.07333208047</c:v>
                </c:pt>
                <c:pt idx="63">
                  <c:v>0.0730592694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0.2919599865</c:v>
                </c:pt>
                <c:pt idx="1">
                  <c:v>0.2109160112</c:v>
                </c:pt>
                <c:pt idx="2">
                  <c:v>0.181364937</c:v>
                </c:pt>
                <c:pt idx="3">
                  <c:v>0.1620697079</c:v>
                </c:pt>
                <c:pt idx="4">
                  <c:v>0.1491842943</c:v>
                </c:pt>
                <c:pt idx="5">
                  <c:v>0.1388165492</c:v>
                </c:pt>
                <c:pt idx="6">
                  <c:v>0.1306766515</c:v>
                </c:pt>
                <c:pt idx="7">
                  <c:v>0.1241408527</c:v>
                </c:pt>
                <c:pt idx="8">
                  <c:v>0.1194834371</c:v>
                </c:pt>
                <c:pt idx="9">
                  <c:v>0.1148003052</c:v>
                </c:pt>
                <c:pt idx="10">
                  <c:v>0.1108510104</c:v>
                </c:pt>
                <c:pt idx="11">
                  <c:v>0.1074338191</c:v>
                </c:pt>
                <c:pt idx="12">
                  <c:v>0.1044064469</c:v>
                </c:pt>
                <c:pt idx="13">
                  <c:v>0.1017572772</c:v>
                </c:pt>
                <c:pt idx="14">
                  <c:v>0.0995645556</c:v>
                </c:pt>
                <c:pt idx="15">
                  <c:v>0.09764657092</c:v>
                </c:pt>
                <c:pt idx="16">
                  <c:v>0.09640607428</c:v>
                </c:pt>
                <c:pt idx="17">
                  <c:v>0.09473314906</c:v>
                </c:pt>
                <c:pt idx="18">
                  <c:v>0.09319991063</c:v>
                </c:pt>
                <c:pt idx="19">
                  <c:v>0.09187930166</c:v>
                </c:pt>
                <c:pt idx="20">
                  <c:v>0.09074210257</c:v>
                </c:pt>
                <c:pt idx="21">
                  <c:v>0.08971849101</c:v>
                </c:pt>
                <c:pt idx="22">
                  <c:v>0.08875982833</c:v>
                </c:pt>
                <c:pt idx="23">
                  <c:v>0.08783687891</c:v>
                </c:pt>
                <c:pt idx="24">
                  <c:v>0.08696659421</c:v>
                </c:pt>
                <c:pt idx="25">
                  <c:v>0.0861433213</c:v>
                </c:pt>
                <c:pt idx="26">
                  <c:v>0.08535506792</c:v>
                </c:pt>
                <c:pt idx="27">
                  <c:v>0.08459485427</c:v>
                </c:pt>
                <c:pt idx="28">
                  <c:v>0.08387023088</c:v>
                </c:pt>
                <c:pt idx="29">
                  <c:v>0.08317461034</c:v>
                </c:pt>
                <c:pt idx="30">
                  <c:v>0.08250907909</c:v>
                </c:pt>
                <c:pt idx="31">
                  <c:v>0.08186593246</c:v>
                </c:pt>
                <c:pt idx="32">
                  <c:v>0.08163653012</c:v>
                </c:pt>
                <c:pt idx="33">
                  <c:v>0.0810566951</c:v>
                </c:pt>
                <c:pt idx="34">
                  <c:v>0.08051981836</c:v>
                </c:pt>
                <c:pt idx="35">
                  <c:v>0.07999698035</c:v>
                </c:pt>
                <c:pt idx="36">
                  <c:v>0.0794877311</c:v>
                </c:pt>
                <c:pt idx="37">
                  <c:v>0.07900020177</c:v>
                </c:pt>
                <c:pt idx="38">
                  <c:v>0.07852578045</c:v>
                </c:pt>
                <c:pt idx="39">
                  <c:v>0.07806447794</c:v>
                </c:pt>
                <c:pt idx="40">
                  <c:v>0.07761895907</c:v>
                </c:pt>
                <c:pt idx="41">
                  <c:v>0.07718845476</c:v>
                </c:pt>
                <c:pt idx="42">
                  <c:v>0.07678811314</c:v>
                </c:pt>
                <c:pt idx="43">
                  <c:v>0.07639929385</c:v>
                </c:pt>
                <c:pt idx="44">
                  <c:v>0.07602393673</c:v>
                </c:pt>
                <c:pt idx="45">
                  <c:v>0.07565678254</c:v>
                </c:pt>
                <c:pt idx="46">
                  <c:v>0.07530162756</c:v>
                </c:pt>
                <c:pt idx="47">
                  <c:v>0.07495499896</c:v>
                </c:pt>
                <c:pt idx="48">
                  <c:v>0.07462944292</c:v>
                </c:pt>
                <c:pt idx="49">
                  <c:v>0.07431000053</c:v>
                </c:pt>
                <c:pt idx="50">
                  <c:v>0.07400378772</c:v>
                </c:pt>
                <c:pt idx="51">
                  <c:v>0.07370595522</c:v>
                </c:pt>
                <c:pt idx="52">
                  <c:v>0.07341571535</c:v>
                </c:pt>
                <c:pt idx="53">
                  <c:v>0.07313901766</c:v>
                </c:pt>
                <c:pt idx="54">
                  <c:v>0.07286702899</c:v>
                </c:pt>
                <c:pt idx="55">
                  <c:v>0.0726003538</c:v>
                </c:pt>
                <c:pt idx="56">
                  <c:v>0.07234087951</c:v>
                </c:pt>
                <c:pt idx="57">
                  <c:v>0.07208561675</c:v>
                </c:pt>
                <c:pt idx="58">
                  <c:v>0.07183588191</c:v>
                </c:pt>
                <c:pt idx="59">
                  <c:v>0.0715909572</c:v>
                </c:pt>
                <c:pt idx="60">
                  <c:v>0.07135007465</c:v>
                </c:pt>
                <c:pt idx="61">
                  <c:v>0.07111306422</c:v>
                </c:pt>
                <c:pt idx="62">
                  <c:v>0.07088172416</c:v>
                </c:pt>
                <c:pt idx="63">
                  <c:v>0.07065446351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0.2919599865</c:v>
                </c:pt>
                <c:pt idx="1">
                  <c:v>0.200412721</c:v>
                </c:pt>
                <c:pt idx="2">
                  <c:v>0.1682322922</c:v>
                </c:pt>
                <c:pt idx="3">
                  <c:v>0.1481204853</c:v>
                </c:pt>
                <c:pt idx="4">
                  <c:v>0.135165731</c:v>
                </c:pt>
                <c:pt idx="5">
                  <c:v>0.1249322483</c:v>
                </c:pt>
                <c:pt idx="6">
                  <c:v>0.1170604386</c:v>
                </c:pt>
                <c:pt idx="7">
                  <c:v>0.1108619386</c:v>
                </c:pt>
                <c:pt idx="8">
                  <c:v>0.1066596714</c:v>
                </c:pt>
                <c:pt idx="9">
                  <c:v>0.1023341293</c:v>
                </c:pt>
                <c:pt idx="10">
                  <c:v>0.09874793454</c:v>
                </c:pt>
                <c:pt idx="11">
                  <c:v>0.09568588138</c:v>
                </c:pt>
                <c:pt idx="12">
                  <c:v>0.09299754414</c:v>
                </c:pt>
                <c:pt idx="13">
                  <c:v>0.09067770983</c:v>
                </c:pt>
                <c:pt idx="14">
                  <c:v>0.08882055837</c:v>
                </c:pt>
                <c:pt idx="15">
                  <c:v>0.08722742036</c:v>
                </c:pt>
                <c:pt idx="16">
                  <c:v>0.08635251093</c:v>
                </c:pt>
                <c:pt idx="17">
                  <c:v>0.08495927188</c:v>
                </c:pt>
                <c:pt idx="18">
                  <c:v>0.0836911562</c:v>
                </c:pt>
                <c:pt idx="19">
                  <c:v>0.08263219541</c:v>
                </c:pt>
                <c:pt idx="20">
                  <c:v>0.08168808491</c:v>
                </c:pt>
                <c:pt idx="21">
                  <c:v>0.08083338973</c:v>
                </c:pt>
                <c:pt idx="22">
                  <c:v>0.08003756169</c:v>
                </c:pt>
                <c:pt idx="23">
                  <c:v>0.0792691354</c:v>
                </c:pt>
                <c:pt idx="24">
                  <c:v>0.07854778201</c:v>
                </c:pt>
                <c:pt idx="25">
                  <c:v>0.07786801001</c:v>
                </c:pt>
                <c:pt idx="26">
                  <c:v>0.07721725674</c:v>
                </c:pt>
                <c:pt idx="27">
                  <c:v>0.07658846363</c:v>
                </c:pt>
                <c:pt idx="28">
                  <c:v>0.07599056613</c:v>
                </c:pt>
                <c:pt idx="29">
                  <c:v>0.075416823</c:v>
                </c:pt>
                <c:pt idx="30">
                  <c:v>0.07486891927</c:v>
                </c:pt>
                <c:pt idx="31">
                  <c:v>0.07433880834</c:v>
                </c:pt>
                <c:pt idx="32">
                  <c:v>0.07425737135</c:v>
                </c:pt>
                <c:pt idx="33">
                  <c:v>0.07378412651</c:v>
                </c:pt>
                <c:pt idx="34">
                  <c:v>0.07335236919</c:v>
                </c:pt>
                <c:pt idx="35">
                  <c:v>0.07293063827</c:v>
                </c:pt>
                <c:pt idx="36">
                  <c:v>0.0725187453</c:v>
                </c:pt>
                <c:pt idx="37">
                  <c:v>0.0721258766</c:v>
                </c:pt>
                <c:pt idx="38">
                  <c:v>0.07174284442</c:v>
                </c:pt>
                <c:pt idx="39">
                  <c:v>0.07136989826</c:v>
                </c:pt>
                <c:pt idx="40">
                  <c:v>0.07101016969</c:v>
                </c:pt>
                <c:pt idx="41">
                  <c:v>0.07066301447</c:v>
                </c:pt>
                <c:pt idx="42">
                  <c:v>0.07034515057</c:v>
                </c:pt>
                <c:pt idx="43">
                  <c:v>0.07003637866</c:v>
                </c:pt>
                <c:pt idx="44">
                  <c:v>0.06973897652</c:v>
                </c:pt>
                <c:pt idx="45">
                  <c:v>0.06944736168</c:v>
                </c:pt>
                <c:pt idx="46">
                  <c:v>0.06916581434</c:v>
                </c:pt>
                <c:pt idx="47">
                  <c:v>0.06889068504</c:v>
                </c:pt>
                <c:pt idx="48">
                  <c:v>0.06863574271</c:v>
                </c:pt>
                <c:pt idx="49">
                  <c:v>0.06838482495</c:v>
                </c:pt>
                <c:pt idx="50">
                  <c:v>0.0681457751</c:v>
                </c:pt>
                <c:pt idx="51">
                  <c:v>0.06791342413</c:v>
                </c:pt>
                <c:pt idx="52">
                  <c:v>0.06768701467</c:v>
                </c:pt>
                <c:pt idx="53">
                  <c:v>0.06747308809</c:v>
                </c:pt>
                <c:pt idx="54">
                  <c:v>0.06726214994</c:v>
                </c:pt>
                <c:pt idx="55">
                  <c:v>0.06705494123</c:v>
                </c:pt>
                <c:pt idx="56">
                  <c:v>0.06685358447</c:v>
                </c:pt>
                <c:pt idx="57">
                  <c:v>0.06665491868</c:v>
                </c:pt>
                <c:pt idx="58">
                  <c:v>0.06646043964</c:v>
                </c:pt>
                <c:pt idx="59">
                  <c:v>0.06626943835</c:v>
                </c:pt>
                <c:pt idx="60">
                  <c:v>0.06608114939</c:v>
                </c:pt>
                <c:pt idx="61">
                  <c:v>0.06589545071</c:v>
                </c:pt>
                <c:pt idx="62">
                  <c:v>0.0657143403</c:v>
                </c:pt>
                <c:pt idx="63">
                  <c:v>0.06553615519</c:v>
                </c:pt>
              </c:numCache>
            </c:numRef>
          </c:yVal>
        </c:ser>
        <c:ser>
          <c:idx val="3"/>
          <c:order val="3"/>
          <c:tx>
            <c:v>Coherent: optimized power</c:v>
          </c:tx>
          <c:spPr>
            <a:solidFill xmlns:a="http://schemas.openxmlformats.org/drawingml/2006/main">
              <a:srgbClr val="94A3B8"/>
            </a:solidFill>
            <a:ln xmlns:a="http://schemas.openxmlformats.org/drawingml/2006/main" w="23813">
              <a:solidFill>
                <a:srgbClr val="94A3B8"/>
              </a:solidFill>
            </a:ln>
          </c:spPr>
          <c:marker>
            <c:symbol val="none"/>
          </c:marker>
          <c:xVal>
            <c:numRef>
              <c:f>'Chart Data'!$G$2:$G$65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Data'!$H$2:$H$65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0.2483467807</c:v>
                </c:pt>
                <c:pt idx="2">
                  <c:v>0.2104829547</c:v>
                </c:pt>
                <c:pt idx="3">
                  <c:v>0.18656683</c:v>
                </c:pt>
                <c:pt idx="4">
                  <c:v>0.170547662</c:v>
                </c:pt>
                <c:pt idx="5">
                  <c:v>0.1579896961</c:v>
                </c:pt>
                <c:pt idx="6">
                  <c:v>0.1481680681</c:v>
                </c:pt>
                <c:pt idx="7">
                  <c:v>0.1402785367</c:v>
                </c:pt>
                <c:pt idx="8">
                  <c:v>0.1344193753</c:v>
                </c:pt>
                <c:pt idx="9">
                  <c:v>0.1288112463</c:v>
                </c:pt>
                <c:pt idx="10">
                  <c:v>0.1240578605</c:v>
                </c:pt>
                <c:pt idx="11">
                  <c:v>0.119938514</c:v>
                </c:pt>
                <c:pt idx="12">
                  <c:v>0.11629631</c:v>
                </c:pt>
                <c:pt idx="13">
                  <c:v>0.1130951022</c:v>
                </c:pt>
                <c:pt idx="14">
                  <c:v>0.1103806477</c:v>
                </c:pt>
                <c:pt idx="15">
                  <c:v>0.1079832411</c:v>
                </c:pt>
                <c:pt idx="16">
                  <c:v>0.1062639903</c:v>
                </c:pt>
                <c:pt idx="17">
                  <c:v>0.1042090272</c:v>
                </c:pt>
                <c:pt idx="18">
                  <c:v>0.1023256186</c:v>
                </c:pt>
                <c:pt idx="19">
                  <c:v>0.1006678752</c:v>
                </c:pt>
                <c:pt idx="20">
                  <c:v>0.09911034354</c:v>
                </c:pt>
                <c:pt idx="21">
                  <c:v>0.09766645788</c:v>
                </c:pt>
                <c:pt idx="22">
                  <c:v>0.09632317272</c:v>
                </c:pt>
                <c:pt idx="23">
                  <c:v>0.09505053516</c:v>
                </c:pt>
                <c:pt idx="24">
                  <c:v>0.09385816698</c:v>
                </c:pt>
                <c:pt idx="25">
                  <c:v>0.09273745414</c:v>
                </c:pt>
                <c:pt idx="26">
                  <c:v>0.09167491654</c:v>
                </c:pt>
                <c:pt idx="27">
                  <c:v>0.09066168789</c:v>
                </c:pt>
                <c:pt idx="28">
                  <c:v>0.08970169634</c:v>
                </c:pt>
                <c:pt idx="29">
                  <c:v>0.08878715442</c:v>
                </c:pt>
                <c:pt idx="30">
                  <c:v>0.08791710888</c:v>
                </c:pt>
                <c:pt idx="31">
                  <c:v>0.0870832667</c:v>
                </c:pt>
                <c:pt idx="32">
                  <c:v>0.08665012058</c:v>
                </c:pt>
                <c:pt idx="33">
                  <c:v>0.08590058397</c:v>
                </c:pt>
                <c:pt idx="34">
                  <c:v>0.085201119</c:v>
                </c:pt>
                <c:pt idx="35">
                  <c:v>0.08452593824</c:v>
                </c:pt>
                <c:pt idx="36">
                  <c:v>0.08387366644</c:v>
                </c:pt>
                <c:pt idx="37">
                  <c:v>0.08325045304</c:v>
                </c:pt>
                <c:pt idx="38">
                  <c:v>0.08264812236</c:v>
                </c:pt>
                <c:pt idx="39">
                  <c:v>0.08206597945</c:v>
                </c:pt>
                <c:pt idx="40">
                  <c:v>0.08150571236</c:v>
                </c:pt>
                <c:pt idx="41">
                  <c:v>0.08096610203</c:v>
                </c:pt>
                <c:pt idx="42">
                  <c:v>0.08045976964</c:v>
                </c:pt>
                <c:pt idx="43">
                  <c:v>0.07997016583</c:v>
                </c:pt>
                <c:pt idx="44">
                  <c:v>0.07949853226</c:v>
                </c:pt>
                <c:pt idx="45">
                  <c:v>0.07903993277</c:v>
                </c:pt>
                <c:pt idx="46">
                  <c:v>0.07859728194</c:v>
                </c:pt>
                <c:pt idx="47">
                  <c:v>0.07816724203</c:v>
                </c:pt>
                <c:pt idx="48">
                  <c:v>0.07776036188</c:v>
                </c:pt>
                <c:pt idx="49">
                  <c:v>0.07736345871</c:v>
                </c:pt>
                <c:pt idx="50">
                  <c:v>0.07698240234</c:v>
                </c:pt>
                <c:pt idx="51">
                  <c:v>0.07661277605</c:v>
                </c:pt>
                <c:pt idx="52">
                  <c:v>0.07625367325</c:v>
                </c:pt>
                <c:pt idx="53">
                  <c:v>0.07591000686</c:v>
                </c:pt>
                <c:pt idx="54">
                  <c:v>0.07557399072</c:v>
                </c:pt>
                <c:pt idx="55">
                  <c:v>0.07524595048</c:v>
                </c:pt>
                <c:pt idx="56">
                  <c:v>0.07492733902</c:v>
                </c:pt>
                <c:pt idx="57">
                  <c:v>0.07461541597</c:v>
                </c:pt>
                <c:pt idx="58">
                  <c:v>0.07431116398</c:v>
                </c:pt>
                <c:pt idx="59">
                  <c:v>0.07401382058</c:v>
                </c:pt>
                <c:pt idx="60">
                  <c:v>0.07372258542</c:v>
                </c:pt>
                <c:pt idx="61">
                  <c:v>0.07343718308</c:v>
                </c:pt>
                <c:pt idx="62">
                  <c:v>0.07315906326</c:v>
                </c:pt>
                <c:pt idx="63">
                  <c:v>0.07288673409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Number of nearest sampling locations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16-node pilot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Data'!$A$2:$A$81</c:f>
              <c:numCache>
                <c:formatCode>General</c:formatCode>
                <c:ptCount val="80"/>
                <c:pt idx="0">
                  <c:v>-2</c:v>
                </c:pt>
                <c:pt idx="1">
                  <c:v>-1.962025316</c:v>
                </c:pt>
                <c:pt idx="2">
                  <c:v>-1.924050633</c:v>
                </c:pt>
                <c:pt idx="3">
                  <c:v>-1.886075949</c:v>
                </c:pt>
                <c:pt idx="4">
                  <c:v>-1.848101266</c:v>
                </c:pt>
                <c:pt idx="5">
                  <c:v>-1.810126582</c:v>
                </c:pt>
                <c:pt idx="6">
                  <c:v>-1.772151899</c:v>
                </c:pt>
                <c:pt idx="7">
                  <c:v>-1.734177215</c:v>
                </c:pt>
                <c:pt idx="8">
                  <c:v>-1.696202532</c:v>
                </c:pt>
                <c:pt idx="9">
                  <c:v>-1.658227848</c:v>
                </c:pt>
                <c:pt idx="10">
                  <c:v>-1.620253165</c:v>
                </c:pt>
                <c:pt idx="11">
                  <c:v>-1.582278481</c:v>
                </c:pt>
                <c:pt idx="12">
                  <c:v>-1.544303797</c:v>
                </c:pt>
                <c:pt idx="13">
                  <c:v>-1.506329114</c:v>
                </c:pt>
                <c:pt idx="14">
                  <c:v>-1.46835443</c:v>
                </c:pt>
                <c:pt idx="15">
                  <c:v>-1.430379747</c:v>
                </c:pt>
                <c:pt idx="16">
                  <c:v>-1.392405063</c:v>
                </c:pt>
                <c:pt idx="17">
                  <c:v>-1.35443038</c:v>
                </c:pt>
                <c:pt idx="18">
                  <c:v>-1.316455696</c:v>
                </c:pt>
                <c:pt idx="19">
                  <c:v>-1.278481013</c:v>
                </c:pt>
                <c:pt idx="20">
                  <c:v>-1.240506329</c:v>
                </c:pt>
                <c:pt idx="21">
                  <c:v>-1.202531646</c:v>
                </c:pt>
                <c:pt idx="22">
                  <c:v>-1.164556962</c:v>
                </c:pt>
                <c:pt idx="23">
                  <c:v>-1.126582278</c:v>
                </c:pt>
                <c:pt idx="24">
                  <c:v>-1.088607595</c:v>
                </c:pt>
                <c:pt idx="25">
                  <c:v>-1.050632911</c:v>
                </c:pt>
                <c:pt idx="26">
                  <c:v>-1.012658228</c:v>
                </c:pt>
                <c:pt idx="27">
                  <c:v>-0.9746835443</c:v>
                </c:pt>
                <c:pt idx="28">
                  <c:v>-0.9367088608</c:v>
                </c:pt>
                <c:pt idx="29">
                  <c:v>-0.8987341772</c:v>
                </c:pt>
                <c:pt idx="30">
                  <c:v>-0.8607594937</c:v>
                </c:pt>
                <c:pt idx="31">
                  <c:v>-0.8227848101</c:v>
                </c:pt>
                <c:pt idx="32">
                  <c:v>-0.7848101266</c:v>
                </c:pt>
                <c:pt idx="33">
                  <c:v>-0.746835443</c:v>
                </c:pt>
                <c:pt idx="34">
                  <c:v>-0.7088607595</c:v>
                </c:pt>
                <c:pt idx="35">
                  <c:v>-0.6708860759</c:v>
                </c:pt>
                <c:pt idx="36">
                  <c:v>-0.6329113924</c:v>
                </c:pt>
                <c:pt idx="37">
                  <c:v>-0.5949367089</c:v>
                </c:pt>
                <c:pt idx="38">
                  <c:v>-0.5569620253</c:v>
                </c:pt>
                <c:pt idx="39">
                  <c:v>-0.5189873418</c:v>
                </c:pt>
                <c:pt idx="40">
                  <c:v>-0.4810126582</c:v>
                </c:pt>
                <c:pt idx="41">
                  <c:v>-0.4430379747</c:v>
                </c:pt>
                <c:pt idx="42">
                  <c:v>-0.4050632911</c:v>
                </c:pt>
                <c:pt idx="43">
                  <c:v>-0.3670886076</c:v>
                </c:pt>
                <c:pt idx="44">
                  <c:v>-0.3291139241</c:v>
                </c:pt>
                <c:pt idx="45">
                  <c:v>-0.2911392405</c:v>
                </c:pt>
                <c:pt idx="46">
                  <c:v>-0.253164557</c:v>
                </c:pt>
                <c:pt idx="47">
                  <c:v>-0.2151898734</c:v>
                </c:pt>
                <c:pt idx="48">
                  <c:v>-0.1772151899</c:v>
                </c:pt>
                <c:pt idx="49">
                  <c:v>-0.1392405063</c:v>
                </c:pt>
                <c:pt idx="50">
                  <c:v>-0.1012658228</c:v>
                </c:pt>
                <c:pt idx="51">
                  <c:v>-0.06329113924</c:v>
                </c:pt>
                <c:pt idx="52">
                  <c:v>-0.0253164557</c:v>
                </c:pt>
                <c:pt idx="53">
                  <c:v>0.01265822785</c:v>
                </c:pt>
                <c:pt idx="54">
                  <c:v>0.05063291139</c:v>
                </c:pt>
                <c:pt idx="55">
                  <c:v>0.08860759494</c:v>
                </c:pt>
                <c:pt idx="56">
                  <c:v>0.1265822785</c:v>
                </c:pt>
                <c:pt idx="57">
                  <c:v>0.164556962</c:v>
                </c:pt>
                <c:pt idx="58">
                  <c:v>0.2025316456</c:v>
                </c:pt>
                <c:pt idx="59">
                  <c:v>0.2405063291</c:v>
                </c:pt>
                <c:pt idx="60">
                  <c:v>0.2784810127</c:v>
                </c:pt>
                <c:pt idx="61">
                  <c:v>0.3164556962</c:v>
                </c:pt>
                <c:pt idx="62">
                  <c:v>0.3544303797</c:v>
                </c:pt>
                <c:pt idx="63">
                  <c:v>0.3924050633</c:v>
                </c:pt>
                <c:pt idx="64">
                  <c:v>0.4303797468</c:v>
                </c:pt>
                <c:pt idx="65">
                  <c:v>0.4683544304</c:v>
                </c:pt>
                <c:pt idx="66">
                  <c:v>0.5063291139</c:v>
                </c:pt>
                <c:pt idx="67">
                  <c:v>0.5443037975</c:v>
                </c:pt>
                <c:pt idx="68">
                  <c:v>0.582278481</c:v>
                </c:pt>
                <c:pt idx="69">
                  <c:v>0.6202531646</c:v>
                </c:pt>
                <c:pt idx="70">
                  <c:v>0.6582278481</c:v>
                </c:pt>
                <c:pt idx="71">
                  <c:v>0.6962025316</c:v>
                </c:pt>
                <c:pt idx="72">
                  <c:v>0.7341772152</c:v>
                </c:pt>
                <c:pt idx="73">
                  <c:v>0.7721518987</c:v>
                </c:pt>
                <c:pt idx="74">
                  <c:v>0.8101265823</c:v>
                </c:pt>
                <c:pt idx="75">
                  <c:v>0.8481012658</c:v>
                </c:pt>
                <c:pt idx="76">
                  <c:v>0.8860759494</c:v>
                </c:pt>
                <c:pt idx="77">
                  <c:v>0.9240506329</c:v>
                </c:pt>
                <c:pt idx="78">
                  <c:v>0.9620253165</c:v>
                </c:pt>
                <c:pt idx="79">
                  <c:v>1</c:v>
                </c:pt>
              </c:numCache>
            </c:numRef>
          </c:xVal>
          <c:yVal>
            <c:numRef>
              <c:f>'Chart Data'!$B$2:$B$81</c:f>
              <c:numCache>
                <c:formatCode>0.##</c:formatCode>
                <c:ptCount val="80"/>
                <c:pt idx="0">
                  <c:v>1.641710675</c:v>
                </c:pt>
                <c:pt idx="1">
                  <c:v>1.638303055</c:v>
                </c:pt>
                <c:pt idx="2">
                  <c:v>1.634293341</c:v>
                </c:pt>
                <c:pt idx="3">
                  <c:v>1.629585609</c:v>
                </c:pt>
                <c:pt idx="4">
                  <c:v>1.62407271</c:v>
                </c:pt>
                <c:pt idx="5">
                  <c:v>1.617636541</c:v>
                </c:pt>
                <c:pt idx="6">
                  <c:v>1.610149049</c:v>
                </c:pt>
                <c:pt idx="7">
                  <c:v>1.601474237</c:v>
                </c:pt>
                <c:pt idx="8">
                  <c:v>1.59147144</c:v>
                </c:pt>
                <c:pt idx="9">
                  <c:v>1.580000136</c:v>
                </c:pt>
                <c:pt idx="10">
                  <c:v>1.566926501</c:v>
                </c:pt>
                <c:pt idx="11">
                  <c:v>1.552131777</c:v>
                </c:pt>
                <c:pt idx="12">
                  <c:v>1.535522303</c:v>
                </c:pt>
                <c:pt idx="13">
                  <c:v>1.517040751</c:v>
                </c:pt>
                <c:pt idx="14">
                  <c:v>1.496677742</c:v>
                </c:pt>
                <c:pt idx="15">
                  <c:v>1.474482617</c:v>
                </c:pt>
                <c:pt idx="16">
                  <c:v>1.450571855</c:v>
                </c:pt>
                <c:pt idx="17">
                  <c:v>1.425133522</c:v>
                </c:pt>
                <c:pt idx="18">
                  <c:v>1.398426325</c:v>
                </c:pt>
                <c:pt idx="19">
                  <c:v>1.370772399</c:v>
                </c:pt>
                <c:pt idx="20">
                  <c:v>1.3425438</c:v>
                </c:pt>
                <c:pt idx="21">
                  <c:v>1.314143691</c:v>
                </c:pt>
                <c:pt idx="22">
                  <c:v>1.285984095</c:v>
                </c:pt>
                <c:pt idx="23">
                  <c:v>1.258462769</c:v>
                </c:pt>
                <c:pt idx="24">
                  <c:v>1.23194182</c:v>
                </c:pt>
                <c:pt idx="25">
                  <c:v>1.206730386</c:v>
                </c:pt>
                <c:pt idx="26">
                  <c:v>1.183072901</c:v>
                </c:pt>
                <c:pt idx="27">
                  <c:v>1.16114357</c:v>
                </c:pt>
                <c:pt idx="28">
                  <c:v>1.141046716</c:v>
                </c:pt>
                <c:pt idx="29">
                  <c:v>1.122822008</c:v>
                </c:pt>
                <c:pt idx="30">
                  <c:v>1.106453139</c:v>
                </c:pt>
                <c:pt idx="31">
                  <c:v>1.091878463</c:v>
                </c:pt>
                <c:pt idx="32">
                  <c:v>1.079002211</c:v>
                </c:pt>
                <c:pt idx="33">
                  <c:v>1.067705226</c:v>
                </c:pt>
                <c:pt idx="34">
                  <c:v>1.057854484</c:v>
                </c:pt>
                <c:pt idx="35">
                  <c:v>1.049311019</c:v>
                </c:pt>
                <c:pt idx="36">
                  <c:v>1.04193613</c:v>
                </c:pt>
                <c:pt idx="37">
                  <c:v>1.035595935</c:v>
                </c:pt>
                <c:pt idx="38">
                  <c:v>1.030164478</c:v>
                </c:pt>
                <c:pt idx="39">
                  <c:v>1.02552563</c:v>
                </c:pt>
                <c:pt idx="40">
                  <c:v>1.021574036</c:v>
                </c:pt>
                <c:pt idx="41">
                  <c:v>1.018215372</c:v>
                </c:pt>
                <c:pt idx="42">
                  <c:v>1.015366087</c:v>
                </c:pt>
                <c:pt idx="43">
                  <c:v>1.012952831</c:v>
                </c:pt>
                <c:pt idx="44">
                  <c:v>1.010911681</c:v>
                </c:pt>
                <c:pt idx="45">
                  <c:v>1.009187267</c:v>
                </c:pt>
                <c:pt idx="46">
                  <c:v>1.007731872</c:v>
                </c:pt>
                <c:pt idx="47">
                  <c:v>1.006504549</c:v>
                </c:pt>
                <c:pt idx="48">
                  <c:v>1.005470284</c:v>
                </c:pt>
                <c:pt idx="49">
                  <c:v>1.004599225</c:v>
                </c:pt>
                <c:pt idx="50">
                  <c:v>1.003865985</c:v>
                </c:pt>
                <c:pt idx="51">
                  <c:v>1.003249017</c:v>
                </c:pt>
                <c:pt idx="52">
                  <c:v>1.002730068</c:v>
                </c:pt>
                <c:pt idx="53">
                  <c:v>1.002293695</c:v>
                </c:pt>
                <c:pt idx="54">
                  <c:v>1.001926851</c:v>
                </c:pt>
                <c:pt idx="55">
                  <c:v>1.001618523</c:v>
                </c:pt>
                <c:pt idx="56">
                  <c:v>1.001359422</c:v>
                </c:pt>
                <c:pt idx="57">
                  <c:v>1.001141721</c:v>
                </c:pt>
                <c:pt idx="58">
                  <c:v>1.000958829</c:v>
                </c:pt>
                <c:pt idx="59">
                  <c:v>1.000805195</c:v>
                </c:pt>
                <c:pt idx="60">
                  <c:v>1.000676151</c:v>
                </c:pt>
                <c:pt idx="61">
                  <c:v>1.000567769</c:v>
                </c:pt>
                <c:pt idx="62">
                  <c:v>1.000476746</c:v>
                </c:pt>
                <c:pt idx="63">
                  <c:v>1.000400306</c:v>
                </c:pt>
                <c:pt idx="64">
                  <c:v>1.000336115</c:v>
                </c:pt>
                <c:pt idx="65">
                  <c:v>1.000282213</c:v>
                </c:pt>
                <c:pt idx="66">
                  <c:v>1.000236952</c:v>
                </c:pt>
                <c:pt idx="67">
                  <c:v>1.000198947</c:v>
                </c:pt>
                <c:pt idx="68">
                  <c:v>1.000167036</c:v>
                </c:pt>
                <c:pt idx="69">
                  <c:v>1.000140243</c:v>
                </c:pt>
                <c:pt idx="70">
                  <c:v>1.000117746</c:v>
                </c:pt>
                <c:pt idx="71">
                  <c:v>1.000098858</c:v>
                </c:pt>
                <c:pt idx="72">
                  <c:v>1.000082999</c:v>
                </c:pt>
                <c:pt idx="73">
                  <c:v>1.000069684</c:v>
                </c:pt>
                <c:pt idx="74">
                  <c:v>1.000058505</c:v>
                </c:pt>
                <c:pt idx="75">
                  <c:v>1.000049119</c:v>
                </c:pt>
                <c:pt idx="76">
                  <c:v>1.000041239</c:v>
                </c:pt>
                <c:pt idx="77">
                  <c:v>1.000034623</c:v>
                </c:pt>
                <c:pt idx="78">
                  <c:v>1.000029068</c:v>
                </c:pt>
                <c:pt idx="79">
                  <c:v>1.000024404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Classical / quantum total RMSE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temperature residual RMS (mK)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0</c:v>
                </c:pt>
                <c:pt idx="1">
                  <c:v>0.03485682043</c:v>
                </c:pt>
                <c:pt idx="2">
                  <c:v>0.06971364086</c:v>
                </c:pt>
                <c:pt idx="3">
                  <c:v>0.1045704613</c:v>
                </c:pt>
                <c:pt idx="4">
                  <c:v>0.1394272817</c:v>
                </c:pt>
                <c:pt idx="5">
                  <c:v>0.1742841022</c:v>
                </c:pt>
                <c:pt idx="6">
                  <c:v>0.2091409226</c:v>
                </c:pt>
                <c:pt idx="7">
                  <c:v>0.243997743</c:v>
                </c:pt>
                <c:pt idx="8">
                  <c:v>0.2788545635</c:v>
                </c:pt>
                <c:pt idx="9">
                  <c:v>0.3137113839</c:v>
                </c:pt>
                <c:pt idx="10">
                  <c:v>0.3485682043</c:v>
                </c:pt>
                <c:pt idx="11">
                  <c:v>0.3834250247</c:v>
                </c:pt>
                <c:pt idx="12">
                  <c:v>0.4182818452</c:v>
                </c:pt>
                <c:pt idx="13">
                  <c:v>0.4531386656</c:v>
                </c:pt>
                <c:pt idx="14">
                  <c:v>0.487995486</c:v>
                </c:pt>
                <c:pt idx="15">
                  <c:v>0.5228523065</c:v>
                </c:pt>
                <c:pt idx="16">
                  <c:v>0.5577091269</c:v>
                </c:pt>
                <c:pt idx="17">
                  <c:v>0.5925659473</c:v>
                </c:pt>
                <c:pt idx="18">
                  <c:v>0.6274227678</c:v>
                </c:pt>
                <c:pt idx="19">
                  <c:v>0.6622795882</c:v>
                </c:pt>
                <c:pt idx="20">
                  <c:v>0.6971364086</c:v>
                </c:pt>
                <c:pt idx="21">
                  <c:v>0.7319932291</c:v>
                </c:pt>
                <c:pt idx="22">
                  <c:v>0.7668500495</c:v>
                </c:pt>
                <c:pt idx="23">
                  <c:v>0.8017068699</c:v>
                </c:pt>
                <c:pt idx="24">
                  <c:v>0.8365636904</c:v>
                </c:pt>
                <c:pt idx="25">
                  <c:v>0.8714205108</c:v>
                </c:pt>
                <c:pt idx="26">
                  <c:v>0.9062773312</c:v>
                </c:pt>
                <c:pt idx="27">
                  <c:v>0.9411341517</c:v>
                </c:pt>
                <c:pt idx="28">
                  <c:v>0.9759909721</c:v>
                </c:pt>
                <c:pt idx="29">
                  <c:v>1.010847793</c:v>
                </c:pt>
                <c:pt idx="30">
                  <c:v>1.045704613</c:v>
                </c:pt>
                <c:pt idx="31">
                  <c:v>1.080561433</c:v>
                </c:pt>
                <c:pt idx="32">
                  <c:v>1.115418254</c:v>
                </c:pt>
                <c:pt idx="33">
                  <c:v>1.150275074</c:v>
                </c:pt>
                <c:pt idx="34">
                  <c:v>1.185131895</c:v>
                </c:pt>
                <c:pt idx="35">
                  <c:v>1.219988715</c:v>
                </c:pt>
                <c:pt idx="36">
                  <c:v>1.254845536</c:v>
                </c:pt>
                <c:pt idx="37">
                  <c:v>1.289702356</c:v>
                </c:pt>
                <c:pt idx="38">
                  <c:v>1.324559176</c:v>
                </c:pt>
                <c:pt idx="39">
                  <c:v>1.359415997</c:v>
                </c:pt>
                <c:pt idx="40">
                  <c:v>1.394272817</c:v>
                </c:pt>
                <c:pt idx="41">
                  <c:v>1.429129638</c:v>
                </c:pt>
                <c:pt idx="42">
                  <c:v>1.463986458</c:v>
                </c:pt>
                <c:pt idx="43">
                  <c:v>1.498843279</c:v>
                </c:pt>
                <c:pt idx="44">
                  <c:v>1.533700099</c:v>
                </c:pt>
                <c:pt idx="45">
                  <c:v>1.568556919</c:v>
                </c:pt>
                <c:pt idx="46">
                  <c:v>1.60341374</c:v>
                </c:pt>
                <c:pt idx="47">
                  <c:v>1.63827056</c:v>
                </c:pt>
                <c:pt idx="48">
                  <c:v>1.673127381</c:v>
                </c:pt>
                <c:pt idx="49">
                  <c:v>1.707984201</c:v>
                </c:pt>
                <c:pt idx="50">
                  <c:v>1.742841022</c:v>
                </c:pt>
                <c:pt idx="51">
                  <c:v>1.777697842</c:v>
                </c:pt>
                <c:pt idx="52">
                  <c:v>1.812554662</c:v>
                </c:pt>
                <c:pt idx="53">
                  <c:v>1.847411483</c:v>
                </c:pt>
                <c:pt idx="54">
                  <c:v>1.882268303</c:v>
                </c:pt>
                <c:pt idx="55">
                  <c:v>1.917125124</c:v>
                </c:pt>
                <c:pt idx="56">
                  <c:v>1.951981944</c:v>
                </c:pt>
                <c:pt idx="57">
                  <c:v>1.986838765</c:v>
                </c:pt>
                <c:pt idx="58">
                  <c:v>2.021695585</c:v>
                </c:pt>
                <c:pt idx="59">
                  <c:v>2.056552405</c:v>
                </c:pt>
                <c:pt idx="60">
                  <c:v>2.091409226</c:v>
                </c:pt>
                <c:pt idx="61">
                  <c:v>2.126266046</c:v>
                </c:pt>
                <c:pt idx="62">
                  <c:v>2.161122867</c:v>
                </c:pt>
                <c:pt idx="63">
                  <c:v>2.195979687</c:v>
                </c:pt>
                <c:pt idx="64">
                  <c:v>2.230836508</c:v>
                </c:pt>
                <c:pt idx="65">
                  <c:v>2.265693328</c:v>
                </c:pt>
                <c:pt idx="66">
                  <c:v>2.300550148</c:v>
                </c:pt>
                <c:pt idx="67">
                  <c:v>2.335406969</c:v>
                </c:pt>
                <c:pt idx="68">
                  <c:v>2.370263789</c:v>
                </c:pt>
                <c:pt idx="69">
                  <c:v>2.40512061</c:v>
                </c:pt>
                <c:pt idx="70">
                  <c:v>2.43997743</c:v>
                </c:pt>
                <c:pt idx="71">
                  <c:v>2.474834251</c:v>
                </c:pt>
                <c:pt idx="72">
                  <c:v>2.509691071</c:v>
                </c:pt>
                <c:pt idx="73">
                  <c:v>2.544547892</c:v>
                </c:pt>
                <c:pt idx="74">
                  <c:v>2.579404712</c:v>
                </c:pt>
                <c:pt idx="75">
                  <c:v>2.614261532</c:v>
                </c:pt>
                <c:pt idx="76">
                  <c:v>2.649118353</c:v>
                </c:pt>
                <c:pt idx="77">
                  <c:v>2.683975173</c:v>
                </c:pt>
                <c:pt idx="78">
                  <c:v>2.718831994</c:v>
                </c:pt>
                <c:pt idx="79">
                  <c:v>2.753688814</c:v>
                </c:pt>
                <c:pt idx="80">
                  <c:v>2.788545635</c:v>
                </c:pt>
                <c:pt idx="81">
                  <c:v>2.823402455</c:v>
                </c:pt>
                <c:pt idx="82">
                  <c:v>2.858259275</c:v>
                </c:pt>
                <c:pt idx="83">
                  <c:v>2.893116096</c:v>
                </c:pt>
                <c:pt idx="84">
                  <c:v>2.927972916</c:v>
                </c:pt>
                <c:pt idx="85">
                  <c:v>2.962829737</c:v>
                </c:pt>
                <c:pt idx="86">
                  <c:v>2.997686557</c:v>
                </c:pt>
                <c:pt idx="87">
                  <c:v>3.032543378</c:v>
                </c:pt>
                <c:pt idx="88">
                  <c:v>3.067400198</c:v>
                </c:pt>
                <c:pt idx="89">
                  <c:v>3.102257018</c:v>
                </c:pt>
                <c:pt idx="90">
                  <c:v>3.137113839</c:v>
                </c:pt>
                <c:pt idx="91">
                  <c:v>3.171970659</c:v>
                </c:pt>
                <c:pt idx="92">
                  <c:v>3.20682748</c:v>
                </c:pt>
                <c:pt idx="93">
                  <c:v>3.2416843</c:v>
                </c:pt>
                <c:pt idx="94">
                  <c:v>3.276541121</c:v>
                </c:pt>
                <c:pt idx="95">
                  <c:v>3.311397941</c:v>
                </c:pt>
                <c:pt idx="96">
                  <c:v>3.346254761</c:v>
                </c:pt>
                <c:pt idx="97">
                  <c:v>3.381111582</c:v>
                </c:pt>
                <c:pt idx="98">
                  <c:v>3.415968402</c:v>
                </c:pt>
                <c:pt idx="99">
                  <c:v>3.450825223</c:v>
                </c:pt>
                <c:pt idx="100">
                  <c:v>3.485682043</c:v>
                </c:pt>
                <c:pt idx="101">
                  <c:v>3.520538864</c:v>
                </c:pt>
                <c:pt idx="102">
                  <c:v>3.555395684</c:v>
                </c:pt>
                <c:pt idx="103">
                  <c:v>3.590252504</c:v>
                </c:pt>
                <c:pt idx="104">
                  <c:v>3.625109325</c:v>
                </c:pt>
                <c:pt idx="105">
                  <c:v>3.659966145</c:v>
                </c:pt>
                <c:pt idx="106">
                  <c:v>3.694822966</c:v>
                </c:pt>
                <c:pt idx="107">
                  <c:v>3.729679786</c:v>
                </c:pt>
                <c:pt idx="108">
                  <c:v>3.764536607</c:v>
                </c:pt>
                <c:pt idx="109">
                  <c:v>3.799393427</c:v>
                </c:pt>
                <c:pt idx="110">
                  <c:v>3.834250247</c:v>
                </c:pt>
                <c:pt idx="111">
                  <c:v>3.869107068</c:v>
                </c:pt>
                <c:pt idx="112">
                  <c:v>3.903963888</c:v>
                </c:pt>
                <c:pt idx="113">
                  <c:v>3.938820709</c:v>
                </c:pt>
                <c:pt idx="114">
                  <c:v>3.973677529</c:v>
                </c:pt>
                <c:pt idx="115">
                  <c:v>4.00853435</c:v>
                </c:pt>
                <c:pt idx="116">
                  <c:v>4.04339117</c:v>
                </c:pt>
                <c:pt idx="117">
                  <c:v>4.078247991</c:v>
                </c:pt>
                <c:pt idx="118">
                  <c:v>4.113104811</c:v>
                </c:pt>
                <c:pt idx="119">
                  <c:v>4.147961631</c:v>
                </c:pt>
                <c:pt idx="120">
                  <c:v>4.182818452</c:v>
                </c:pt>
                <c:pt idx="121">
                  <c:v>4.217675272</c:v>
                </c:pt>
                <c:pt idx="122">
                  <c:v>4.252532093</c:v>
                </c:pt>
                <c:pt idx="123">
                  <c:v>4.287388913</c:v>
                </c:pt>
                <c:pt idx="124">
                  <c:v>4.322245734</c:v>
                </c:pt>
                <c:pt idx="125">
                  <c:v>4.357102554</c:v>
                </c:pt>
                <c:pt idx="126">
                  <c:v>4.391959374</c:v>
                </c:pt>
                <c:pt idx="127">
                  <c:v>4.426816195</c:v>
                </c:pt>
                <c:pt idx="128">
                  <c:v>4.461673015</c:v>
                </c:pt>
                <c:pt idx="129">
                  <c:v>4.496529836</c:v>
                </c:pt>
                <c:pt idx="130">
                  <c:v>4.531386656</c:v>
                </c:pt>
                <c:pt idx="131">
                  <c:v>4.566243477</c:v>
                </c:pt>
                <c:pt idx="132">
                  <c:v>4.601100297</c:v>
                </c:pt>
                <c:pt idx="133">
                  <c:v>4.635957117</c:v>
                </c:pt>
                <c:pt idx="134">
                  <c:v>4.670813938</c:v>
                </c:pt>
                <c:pt idx="135">
                  <c:v>4.705670758</c:v>
                </c:pt>
                <c:pt idx="136">
                  <c:v>4.740527579</c:v>
                </c:pt>
                <c:pt idx="137">
                  <c:v>4.775384399</c:v>
                </c:pt>
                <c:pt idx="138">
                  <c:v>4.81024122</c:v>
                </c:pt>
                <c:pt idx="139">
                  <c:v>4.84509804</c:v>
                </c:pt>
              </c:numCache>
            </c:numRef>
          </c:xVal>
          <c:yVal>
            <c:numRef>
              <c:f>'Chart Data'!$B$2:$B$141</c:f>
              <c:numCache>
                <c:formatCode>0.##</c:formatCode>
                <c:ptCount val="140"/>
                <c:pt idx="0">
                  <c:v>0.2559986503</c:v>
                </c:pt>
                <c:pt idx="1">
                  <c:v>0.2462645924</c:v>
                </c:pt>
                <c:pt idx="2">
                  <c:v>0.2369266881</c:v>
                </c:pt>
                <c:pt idx="3">
                  <c:v>0.2279698364</c:v>
                </c:pt>
                <c:pt idx="4">
                  <c:v>0.2193795424</c:v>
                </c:pt>
                <c:pt idx="5">
                  <c:v>0.2111418938</c:v>
                </c:pt>
                <c:pt idx="6">
                  <c:v>0.2032435371</c:v>
                </c:pt>
                <c:pt idx="7">
                  <c:v>0.1956716552</c:v>
                </c:pt>
                <c:pt idx="8">
                  <c:v>0.1884139462</c:v>
                </c:pt>
                <c:pt idx="9">
                  <c:v>0.1814586014</c:v>
                </c:pt>
                <c:pt idx="10">
                  <c:v>0.1747942859</c:v>
                </c:pt>
                <c:pt idx="11">
                  <c:v>0.1684101185</c:v>
                </c:pt>
                <c:pt idx="12">
                  <c:v>0.1622956526</c:v>
                </c:pt>
                <c:pt idx="13">
                  <c:v>0.1564408579</c:v>
                </c:pt>
                <c:pt idx="14">
                  <c:v>0.1508361026</c:v>
                </c:pt>
                <c:pt idx="15">
                  <c:v>0.1454721354</c:v>
                </c:pt>
                <c:pt idx="16">
                  <c:v>0.1403400692</c:v>
                </c:pt>
                <c:pt idx="17">
                  <c:v>0.1354313643</c:v>
                </c:pt>
                <c:pt idx="18">
                  <c:v>0.1307378125</c:v>
                </c:pt>
                <c:pt idx="19">
                  <c:v>0.1262515213</c:v>
                </c:pt>
                <c:pt idx="20">
                  <c:v>0.1219648989</c:v>
                </c:pt>
                <c:pt idx="21">
                  <c:v>0.1178706392</c:v>
                </c:pt>
                <c:pt idx="22">
                  <c:v>0.1139617077</c:v>
                </c:pt>
                <c:pt idx="23">
                  <c:v>0.1102313269</c:v>
                </c:pt>
                <c:pt idx="24">
                  <c:v>0.1066729634</c:v>
                </c:pt>
                <c:pt idx="25">
                  <c:v>0.1032803141</c:v>
                </c:pt>
                <c:pt idx="26">
                  <c:v>0.1000472935</c:v>
                </c:pt>
                <c:pt idx="27">
                  <c:v>0.09696802186</c:v>
                </c:pt>
                <c:pt idx="28">
                  <c:v>0.09403681267</c:v>
                </c:pt>
                <c:pt idx="29">
                  <c:v>0.09124816176</c:v>
                </c:pt>
                <c:pt idx="30">
                  <c:v>0.08859673637</c:v>
                </c:pt>
                <c:pt idx="31">
                  <c:v>0.08607736497</c:v>
                </c:pt>
                <c:pt idx="32">
                  <c:v>0.08368502771</c:v>
                </c:pt>
                <c:pt idx="33">
                  <c:v>0.08141484754</c:v>
                </c:pt>
                <c:pt idx="34">
                  <c:v>0.07926208203</c:v>
                </c:pt>
                <c:pt idx="35">
                  <c:v>0.07722211597</c:v>
                </c:pt>
                <c:pt idx="36">
                  <c:v>0.07529045471</c:v>
                </c:pt>
                <c:pt idx="37">
                  <c:v>0.07346271835</c:v>
                </c:pt>
                <c:pt idx="38">
                  <c:v>0.07173463668</c:v>
                </c:pt>
                <c:pt idx="39">
                  <c:v>0.07010204497</c:v>
                </c:pt>
                <c:pt idx="40">
                  <c:v>0.06856088057</c:v>
                </c:pt>
                <c:pt idx="41">
                  <c:v>0.06710718023</c:v>
                </c:pt>
                <c:pt idx="42">
                  <c:v>0.06573707824</c:v>
                </c:pt>
                <c:pt idx="43">
                  <c:v>0.06444680513</c:v>
                </c:pt>
                <c:pt idx="44">
                  <c:v>0.06323268712</c:v>
                </c:pt>
                <c:pt idx="45">
                  <c:v>0.06209114601</c:v>
                </c:pt>
                <c:pt idx="46">
                  <c:v>0.06101869955</c:v>
                </c:pt>
                <c:pt idx="47">
                  <c:v>0.06001196221</c:v>
                </c:pt>
                <c:pt idx="48">
                  <c:v>0.05906764617</c:v>
                </c:pt>
                <c:pt idx="49">
                  <c:v>0.05818256252</c:v>
                </c:pt>
                <c:pt idx="50">
                  <c:v>0.05735362251</c:v>
                </c:pt>
                <c:pt idx="51">
                  <c:v>0.05657783883</c:v>
                </c:pt>
                <c:pt idx="52">
                  <c:v>0.05585232678</c:v>
                </c:pt>
                <c:pt idx="53">
                  <c:v>0.05517430523</c:v>
                </c:pt>
                <c:pt idx="54">
                  <c:v>0.05454109745</c:v>
                </c:pt>
                <c:pt idx="55">
                  <c:v>0.05395013159</c:v>
                </c:pt>
                <c:pt idx="56">
                  <c:v>0.05339894086</c:v>
                </c:pt>
                <c:pt idx="57">
                  <c:v>0.05288516338</c:v>
                </c:pt>
                <c:pt idx="58">
                  <c:v>0.05240654166</c:v>
                </c:pt>
                <c:pt idx="59">
                  <c:v>0.05196092172</c:v>
                </c:pt>
                <c:pt idx="60">
                  <c:v>0.05154625186</c:v>
                </c:pt>
                <c:pt idx="61">
                  <c:v>0.05116058106</c:v>
                </c:pt>
                <c:pt idx="62">
                  <c:v>0.05080205708</c:v>
                </c:pt>
                <c:pt idx="63">
                  <c:v>0.05046892424</c:v>
                </c:pt>
                <c:pt idx="64">
                  <c:v>0.05015952099</c:v>
                </c:pt>
                <c:pt idx="65">
                  <c:v>0.04987227714</c:v>
                </c:pt>
                <c:pt idx="66">
                  <c:v>0.04960571098</c:v>
                </c:pt>
                <c:pt idx="67">
                  <c:v>0.04935842623</c:v>
                </c:pt>
                <c:pt idx="68">
                  <c:v>0.04912910879</c:v>
                </c:pt>
                <c:pt idx="69">
                  <c:v>0.04891652347</c:v>
                </c:pt>
                <c:pt idx="70">
                  <c:v>0.0487195106</c:v>
                </c:pt>
                <c:pt idx="71">
                  <c:v>0.04853698269</c:v>
                </c:pt>
                <c:pt idx="72">
                  <c:v>0.04836792095</c:v>
                </c:pt>
                <c:pt idx="73">
                  <c:v>0.04821137198</c:v>
                </c:pt>
                <c:pt idx="74">
                  <c:v>0.04806644434</c:v>
                </c:pt>
                <c:pt idx="75">
                  <c:v>0.04793230535</c:v>
                </c:pt>
                <c:pt idx="76">
                  <c:v>0.0478081778</c:v>
                </c:pt>
                <c:pt idx="77">
                  <c:v>0.04769333687</c:v>
                </c:pt>
                <c:pt idx="78">
                  <c:v>0.04758710707</c:v>
                </c:pt>
                <c:pt idx="79">
                  <c:v>0.04748885932</c:v>
                </c:pt>
                <c:pt idx="80">
                  <c:v>0.04739800818</c:v>
                </c:pt>
                <c:pt idx="81">
                  <c:v>0.04731400908</c:v>
                </c:pt>
                <c:pt idx="82">
                  <c:v>0.04723635583</c:v>
                </c:pt>
                <c:pt idx="83">
                  <c:v>0.04716457809</c:v>
                </c:pt>
                <c:pt idx="84">
                  <c:v>0.04709823911</c:v>
                </c:pt>
                <c:pt idx="85">
                  <c:v>0.04703693346</c:v>
                </c:pt>
                <c:pt idx="86">
                  <c:v>0.04698028499</c:v>
                </c:pt>
                <c:pt idx="87">
                  <c:v>0.04692794482</c:v>
                </c:pt>
                <c:pt idx="88">
                  <c:v>0.04687958951</c:v>
                </c:pt>
                <c:pt idx="89">
                  <c:v>0.04683491927</c:v>
                </c:pt>
                <c:pt idx="90">
                  <c:v>0.04679365635</c:v>
                </c:pt>
                <c:pt idx="91">
                  <c:v>0.0467555435</c:v>
                </c:pt>
                <c:pt idx="92">
                  <c:v>0.0467203425</c:v>
                </c:pt>
                <c:pt idx="93">
                  <c:v>0.0466878328</c:v>
                </c:pt>
                <c:pt idx="94">
                  <c:v>0.04665781029</c:v>
                </c:pt>
                <c:pt idx="95">
                  <c:v>0.0466300861</c:v>
                </c:pt>
                <c:pt idx="96">
                  <c:v>0.04660448548</c:v>
                </c:pt>
                <c:pt idx="97">
                  <c:v>0.04658084681</c:v>
                </c:pt>
                <c:pt idx="98">
                  <c:v>0.04655902061</c:v>
                </c:pt>
                <c:pt idx="99">
                  <c:v>0.04653886866</c:v>
                </c:pt>
                <c:pt idx="100">
                  <c:v>0.04652026317</c:v>
                </c:pt>
                <c:pt idx="101">
                  <c:v>0.04650308601</c:v>
                </c:pt>
                <c:pt idx="102">
                  <c:v>0.046487228</c:v>
                </c:pt>
                <c:pt idx="103">
                  <c:v>0.04647258823</c:v>
                </c:pt>
                <c:pt idx="104">
                  <c:v>0.04645907344</c:v>
                </c:pt>
                <c:pt idx="105">
                  <c:v>0.04644659749</c:v>
                </c:pt>
                <c:pt idx="106">
                  <c:v>0.04643508076</c:v>
                </c:pt>
                <c:pt idx="107">
                  <c:v>0.04642444972</c:v>
                </c:pt>
                <c:pt idx="108">
                  <c:v>0.04641463643</c:v>
                </c:pt>
                <c:pt idx="109">
                  <c:v>0.04640557814</c:v>
                </c:pt>
                <c:pt idx="110">
                  <c:v>0.0463972169</c:v>
                </c:pt>
                <c:pt idx="111">
                  <c:v>0.04638949917</c:v>
                </c:pt>
                <c:pt idx="112">
                  <c:v>0.04638237553</c:v>
                </c:pt>
                <c:pt idx="113">
                  <c:v>0.04637580033</c:v>
                </c:pt>
                <c:pt idx="114">
                  <c:v>0.0463697314</c:v>
                </c:pt>
                <c:pt idx="115">
                  <c:v>0.04636412984</c:v>
                </c:pt>
                <c:pt idx="116">
                  <c:v>0.04635895969</c:v>
                </c:pt>
                <c:pt idx="117">
                  <c:v>0.04635418777</c:v>
                </c:pt>
                <c:pt idx="118">
                  <c:v>0.04634978345</c:v>
                </c:pt>
                <c:pt idx="119">
                  <c:v>0.04634571844</c:v>
                </c:pt>
                <c:pt idx="120">
                  <c:v>0.04634196662</c:v>
                </c:pt>
                <c:pt idx="121">
                  <c:v>0.04633850389</c:v>
                </c:pt>
                <c:pt idx="122">
                  <c:v>0.04633530799</c:v>
                </c:pt>
                <c:pt idx="123">
                  <c:v>0.04633235838</c:v>
                </c:pt>
                <c:pt idx="124">
                  <c:v>0.04632963609</c:v>
                </c:pt>
                <c:pt idx="125">
                  <c:v>0.04632712361</c:v>
                </c:pt>
                <c:pt idx="126">
                  <c:v>0.04632480478</c:v>
                </c:pt>
                <c:pt idx="127">
                  <c:v>0.04632266469</c:v>
                </c:pt>
                <c:pt idx="128">
                  <c:v>0.04632068956</c:v>
                </c:pt>
                <c:pt idx="129">
                  <c:v>0.04631886669</c:v>
                </c:pt>
                <c:pt idx="130">
                  <c:v>0.04631718435</c:v>
                </c:pt>
                <c:pt idx="131">
                  <c:v>0.0463156317</c:v>
                </c:pt>
                <c:pt idx="132">
                  <c:v>0.04631419875</c:v>
                </c:pt>
                <c:pt idx="133">
                  <c:v>0.04631287627</c:v>
                </c:pt>
                <c:pt idx="134">
                  <c:v>0.04631165576</c:v>
                </c:pt>
                <c:pt idx="135">
                  <c:v>0.04631052935</c:v>
                </c:pt>
                <c:pt idx="136">
                  <c:v>0.04630948979</c:v>
                </c:pt>
                <c:pt idx="137">
                  <c:v>0.04630853038</c:v>
                </c:pt>
                <c:pt idx="138">
                  <c:v>0.04630764495</c:v>
                </c:pt>
                <c:pt idx="139">
                  <c:v>0.0463068278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0</c:v>
                </c:pt>
                <c:pt idx="1">
                  <c:v>0.03485682043</c:v>
                </c:pt>
                <c:pt idx="2">
                  <c:v>0.06971364086</c:v>
                </c:pt>
                <c:pt idx="3">
                  <c:v>0.1045704613</c:v>
                </c:pt>
                <c:pt idx="4">
                  <c:v>0.1394272817</c:v>
                </c:pt>
                <c:pt idx="5">
                  <c:v>0.1742841022</c:v>
                </c:pt>
                <c:pt idx="6">
                  <c:v>0.2091409226</c:v>
                </c:pt>
                <c:pt idx="7">
                  <c:v>0.243997743</c:v>
                </c:pt>
                <c:pt idx="8">
                  <c:v>0.2788545635</c:v>
                </c:pt>
                <c:pt idx="9">
                  <c:v>0.3137113839</c:v>
                </c:pt>
                <c:pt idx="10">
                  <c:v>0.3485682043</c:v>
                </c:pt>
                <c:pt idx="11">
                  <c:v>0.3834250247</c:v>
                </c:pt>
                <c:pt idx="12">
                  <c:v>0.4182818452</c:v>
                </c:pt>
                <c:pt idx="13">
                  <c:v>0.4531386656</c:v>
                </c:pt>
                <c:pt idx="14">
                  <c:v>0.487995486</c:v>
                </c:pt>
                <c:pt idx="15">
                  <c:v>0.5228523065</c:v>
                </c:pt>
                <c:pt idx="16">
                  <c:v>0.5577091269</c:v>
                </c:pt>
                <c:pt idx="17">
                  <c:v>0.5925659473</c:v>
                </c:pt>
                <c:pt idx="18">
                  <c:v>0.6274227678</c:v>
                </c:pt>
                <c:pt idx="19">
                  <c:v>0.6622795882</c:v>
                </c:pt>
                <c:pt idx="20">
                  <c:v>0.6971364086</c:v>
                </c:pt>
                <c:pt idx="21">
                  <c:v>0.7319932291</c:v>
                </c:pt>
                <c:pt idx="22">
                  <c:v>0.7668500495</c:v>
                </c:pt>
                <c:pt idx="23">
                  <c:v>0.8017068699</c:v>
                </c:pt>
                <c:pt idx="24">
                  <c:v>0.8365636904</c:v>
                </c:pt>
                <c:pt idx="25">
                  <c:v>0.8714205108</c:v>
                </c:pt>
                <c:pt idx="26">
                  <c:v>0.9062773312</c:v>
                </c:pt>
                <c:pt idx="27">
                  <c:v>0.9411341517</c:v>
                </c:pt>
                <c:pt idx="28">
                  <c:v>0.9759909721</c:v>
                </c:pt>
                <c:pt idx="29">
                  <c:v>1.010847793</c:v>
                </c:pt>
                <c:pt idx="30">
                  <c:v>1.045704613</c:v>
                </c:pt>
                <c:pt idx="31">
                  <c:v>1.080561433</c:v>
                </c:pt>
                <c:pt idx="32">
                  <c:v>1.115418254</c:v>
                </c:pt>
                <c:pt idx="33">
                  <c:v>1.150275074</c:v>
                </c:pt>
                <c:pt idx="34">
                  <c:v>1.185131895</c:v>
                </c:pt>
                <c:pt idx="35">
                  <c:v>1.219988715</c:v>
                </c:pt>
                <c:pt idx="36">
                  <c:v>1.254845536</c:v>
                </c:pt>
                <c:pt idx="37">
                  <c:v>1.289702356</c:v>
                </c:pt>
                <c:pt idx="38">
                  <c:v>1.324559176</c:v>
                </c:pt>
                <c:pt idx="39">
                  <c:v>1.359415997</c:v>
                </c:pt>
                <c:pt idx="40">
                  <c:v>1.394272817</c:v>
                </c:pt>
                <c:pt idx="41">
                  <c:v>1.429129638</c:v>
                </c:pt>
                <c:pt idx="42">
                  <c:v>1.463986458</c:v>
                </c:pt>
                <c:pt idx="43">
                  <c:v>1.498843279</c:v>
                </c:pt>
                <c:pt idx="44">
                  <c:v>1.533700099</c:v>
                </c:pt>
                <c:pt idx="45">
                  <c:v>1.568556919</c:v>
                </c:pt>
                <c:pt idx="46">
                  <c:v>1.60341374</c:v>
                </c:pt>
                <c:pt idx="47">
                  <c:v>1.63827056</c:v>
                </c:pt>
                <c:pt idx="48">
                  <c:v>1.673127381</c:v>
                </c:pt>
                <c:pt idx="49">
                  <c:v>1.707984201</c:v>
                </c:pt>
                <c:pt idx="50">
                  <c:v>1.742841022</c:v>
                </c:pt>
                <c:pt idx="51">
                  <c:v>1.777697842</c:v>
                </c:pt>
                <c:pt idx="52">
                  <c:v>1.812554662</c:v>
                </c:pt>
                <c:pt idx="53">
                  <c:v>1.847411483</c:v>
                </c:pt>
                <c:pt idx="54">
                  <c:v>1.882268303</c:v>
                </c:pt>
                <c:pt idx="55">
                  <c:v>1.917125124</c:v>
                </c:pt>
                <c:pt idx="56">
                  <c:v>1.951981944</c:v>
                </c:pt>
                <c:pt idx="57">
                  <c:v>1.986838765</c:v>
                </c:pt>
                <c:pt idx="58">
                  <c:v>2.021695585</c:v>
                </c:pt>
                <c:pt idx="59">
                  <c:v>2.056552405</c:v>
                </c:pt>
                <c:pt idx="60">
                  <c:v>2.091409226</c:v>
                </c:pt>
                <c:pt idx="61">
                  <c:v>2.126266046</c:v>
                </c:pt>
                <c:pt idx="62">
                  <c:v>2.161122867</c:v>
                </c:pt>
                <c:pt idx="63">
                  <c:v>2.195979687</c:v>
                </c:pt>
                <c:pt idx="64">
                  <c:v>2.230836508</c:v>
                </c:pt>
                <c:pt idx="65">
                  <c:v>2.265693328</c:v>
                </c:pt>
                <c:pt idx="66">
                  <c:v>2.300550148</c:v>
                </c:pt>
                <c:pt idx="67">
                  <c:v>2.335406969</c:v>
                </c:pt>
                <c:pt idx="68">
                  <c:v>2.370263789</c:v>
                </c:pt>
                <c:pt idx="69">
                  <c:v>2.40512061</c:v>
                </c:pt>
                <c:pt idx="70">
                  <c:v>2.43997743</c:v>
                </c:pt>
                <c:pt idx="71">
                  <c:v>2.474834251</c:v>
                </c:pt>
                <c:pt idx="72">
                  <c:v>2.509691071</c:v>
                </c:pt>
                <c:pt idx="73">
                  <c:v>2.544547892</c:v>
                </c:pt>
                <c:pt idx="74">
                  <c:v>2.579404712</c:v>
                </c:pt>
                <c:pt idx="75">
                  <c:v>2.614261532</c:v>
                </c:pt>
                <c:pt idx="76">
                  <c:v>2.649118353</c:v>
                </c:pt>
                <c:pt idx="77">
                  <c:v>2.683975173</c:v>
                </c:pt>
                <c:pt idx="78">
                  <c:v>2.718831994</c:v>
                </c:pt>
                <c:pt idx="79">
                  <c:v>2.753688814</c:v>
                </c:pt>
                <c:pt idx="80">
                  <c:v>2.788545635</c:v>
                </c:pt>
                <c:pt idx="81">
                  <c:v>2.823402455</c:v>
                </c:pt>
                <c:pt idx="82">
                  <c:v>2.858259275</c:v>
                </c:pt>
                <c:pt idx="83">
                  <c:v>2.893116096</c:v>
                </c:pt>
                <c:pt idx="84">
                  <c:v>2.927972916</c:v>
                </c:pt>
                <c:pt idx="85">
                  <c:v>2.962829737</c:v>
                </c:pt>
                <c:pt idx="86">
                  <c:v>2.997686557</c:v>
                </c:pt>
                <c:pt idx="87">
                  <c:v>3.032543378</c:v>
                </c:pt>
                <c:pt idx="88">
                  <c:v>3.067400198</c:v>
                </c:pt>
                <c:pt idx="89">
                  <c:v>3.102257018</c:v>
                </c:pt>
                <c:pt idx="90">
                  <c:v>3.137113839</c:v>
                </c:pt>
                <c:pt idx="91">
                  <c:v>3.171970659</c:v>
                </c:pt>
                <c:pt idx="92">
                  <c:v>3.20682748</c:v>
                </c:pt>
                <c:pt idx="93">
                  <c:v>3.2416843</c:v>
                </c:pt>
                <c:pt idx="94">
                  <c:v>3.276541121</c:v>
                </c:pt>
                <c:pt idx="95">
                  <c:v>3.311397941</c:v>
                </c:pt>
                <c:pt idx="96">
                  <c:v>3.346254761</c:v>
                </c:pt>
                <c:pt idx="97">
                  <c:v>3.381111582</c:v>
                </c:pt>
                <c:pt idx="98">
                  <c:v>3.415968402</c:v>
                </c:pt>
                <c:pt idx="99">
                  <c:v>3.450825223</c:v>
                </c:pt>
                <c:pt idx="100">
                  <c:v>3.485682043</c:v>
                </c:pt>
                <c:pt idx="101">
                  <c:v>3.520538864</c:v>
                </c:pt>
                <c:pt idx="102">
                  <c:v>3.555395684</c:v>
                </c:pt>
                <c:pt idx="103">
                  <c:v>3.590252504</c:v>
                </c:pt>
                <c:pt idx="104">
                  <c:v>3.625109325</c:v>
                </c:pt>
                <c:pt idx="105">
                  <c:v>3.659966145</c:v>
                </c:pt>
                <c:pt idx="106">
                  <c:v>3.694822966</c:v>
                </c:pt>
                <c:pt idx="107">
                  <c:v>3.729679786</c:v>
                </c:pt>
                <c:pt idx="108">
                  <c:v>3.764536607</c:v>
                </c:pt>
                <c:pt idx="109">
                  <c:v>3.799393427</c:v>
                </c:pt>
                <c:pt idx="110">
                  <c:v>3.834250247</c:v>
                </c:pt>
                <c:pt idx="111">
                  <c:v>3.869107068</c:v>
                </c:pt>
                <c:pt idx="112">
                  <c:v>3.903963888</c:v>
                </c:pt>
                <c:pt idx="113">
                  <c:v>3.938820709</c:v>
                </c:pt>
                <c:pt idx="114">
                  <c:v>3.973677529</c:v>
                </c:pt>
                <c:pt idx="115">
                  <c:v>4.00853435</c:v>
                </c:pt>
                <c:pt idx="116">
                  <c:v>4.04339117</c:v>
                </c:pt>
                <c:pt idx="117">
                  <c:v>4.078247991</c:v>
                </c:pt>
                <c:pt idx="118">
                  <c:v>4.113104811</c:v>
                </c:pt>
                <c:pt idx="119">
                  <c:v>4.147961631</c:v>
                </c:pt>
                <c:pt idx="120">
                  <c:v>4.182818452</c:v>
                </c:pt>
                <c:pt idx="121">
                  <c:v>4.217675272</c:v>
                </c:pt>
                <c:pt idx="122">
                  <c:v>4.252532093</c:v>
                </c:pt>
                <c:pt idx="123">
                  <c:v>4.287388913</c:v>
                </c:pt>
                <c:pt idx="124">
                  <c:v>4.322245734</c:v>
                </c:pt>
                <c:pt idx="125">
                  <c:v>4.357102554</c:v>
                </c:pt>
                <c:pt idx="126">
                  <c:v>4.391959374</c:v>
                </c:pt>
                <c:pt idx="127">
                  <c:v>4.426816195</c:v>
                </c:pt>
                <c:pt idx="128">
                  <c:v>4.461673015</c:v>
                </c:pt>
                <c:pt idx="129">
                  <c:v>4.496529836</c:v>
                </c:pt>
                <c:pt idx="130">
                  <c:v>4.531386656</c:v>
                </c:pt>
                <c:pt idx="131">
                  <c:v>4.566243477</c:v>
                </c:pt>
                <c:pt idx="132">
                  <c:v>4.601100297</c:v>
                </c:pt>
                <c:pt idx="133">
                  <c:v>4.635957117</c:v>
                </c:pt>
                <c:pt idx="134">
                  <c:v>4.670813938</c:v>
                </c:pt>
                <c:pt idx="135">
                  <c:v>4.705670758</c:v>
                </c:pt>
                <c:pt idx="136">
                  <c:v>4.740527579</c:v>
                </c:pt>
                <c:pt idx="137">
                  <c:v>4.775384399</c:v>
                </c:pt>
                <c:pt idx="138">
                  <c:v>4.81024122</c:v>
                </c:pt>
                <c:pt idx="139">
                  <c:v>4.84509804</c:v>
                </c:pt>
              </c:numCache>
            </c:numRef>
          </c:xVal>
          <c:yVal>
            <c:numRef>
              <c:f>'Chart Data'!$D$2:$D$141</c:f>
              <c:numCache>
                <c:formatCode>0.##</c:formatCode>
                <c:ptCount val="140"/>
                <c:pt idx="0">
                  <c:v>0.2098748816</c:v>
                </c:pt>
                <c:pt idx="1">
                  <c:v>0.2020287219</c:v>
                </c:pt>
                <c:pt idx="2">
                  <c:v>0.1945070794</c:v>
                </c:pt>
                <c:pt idx="3">
                  <c:v>0.1872977293</c:v>
                </c:pt>
                <c:pt idx="4">
                  <c:v>0.1803889375</c:v>
                </c:pt>
                <c:pt idx="5">
                  <c:v>0.1737694404</c:v>
                </c:pt>
                <c:pt idx="6">
                  <c:v>0.1674284252</c:v>
                </c:pt>
                <c:pt idx="7">
                  <c:v>0.1613555112</c:v>
                </c:pt>
                <c:pt idx="8">
                  <c:v>0.1555407309</c:v>
                </c:pt>
                <c:pt idx="9">
                  <c:v>0.1499745129</c:v>
                </c:pt>
                <c:pt idx="10">
                  <c:v>0.1446476635</c:v>
                </c:pt>
                <c:pt idx="11">
                  <c:v>0.1395513509</c:v>
                </c:pt>
                <c:pt idx="12">
                  <c:v>0.134677088</c:v>
                </c:pt>
                <c:pt idx="13">
                  <c:v>0.130016717</c:v>
                </c:pt>
                <c:pt idx="14">
                  <c:v>0.1255623932</c:v>
                </c:pt>
                <c:pt idx="15">
                  <c:v>0.1213065704</c:v>
                </c:pt>
                <c:pt idx="16">
                  <c:v>0.117241986</c:v>
                </c:pt>
                <c:pt idx="17">
                  <c:v>0.1133616465</c:v>
                </c:pt>
                <c:pt idx="18">
                  <c:v>0.1096588135</c:v>
                </c:pt>
                <c:pt idx="19">
                  <c:v>0.1061269906</c:v>
                </c:pt>
                <c:pt idx="20">
                  <c:v>0.1027599096</c:v>
                </c:pt>
                <c:pt idx="21">
                  <c:v>0.09955151804</c:v>
                </c:pt>
                <c:pt idx="22">
                  <c:v>0.0964959672</c:v>
                </c:pt>
                <c:pt idx="23">
                  <c:v>0.09358759997</c:v>
                </c:pt>
                <c:pt idx="24">
                  <c:v>0.09082093975</c:v>
                </c:pt>
                <c:pt idx="25">
                  <c:v>0.08819067974</c:v>
                </c:pt>
                <c:pt idx="26">
                  <c:v>0.08569167284</c:v>
                </c:pt>
                <c:pt idx="27">
                  <c:v>0.08331892219</c:v>
                </c:pt>
                <c:pt idx="28">
                  <c:v>0.08106757241</c:v>
                </c:pt>
                <c:pt idx="29">
                  <c:v>0.07893290153</c:v>
                </c:pt>
                <c:pt idx="30">
                  <c:v>0.07691031372</c:v>
                </c:pt>
                <c:pt idx="31">
                  <c:v>0.07499533272</c:v>
                </c:pt>
                <c:pt idx="32">
                  <c:v>0.0731835962</c:v>
                </c:pt>
                <c:pt idx="33">
                  <c:v>0.07147085079</c:v>
                </c:pt>
                <c:pt idx="34">
                  <c:v>0.06985294803</c:v>
                </c:pt>
                <c:pt idx="35">
                  <c:v>0.06832584107</c:v>
                </c:pt>
                <c:pt idx="36">
                  <c:v>0.06688558213</c:v>
                </c:pt>
                <c:pt idx="37">
                  <c:v>0.0655283207</c:v>
                </c:pt>
                <c:pt idx="38">
                  <c:v>0.06425030242</c:v>
                </c:pt>
                <c:pt idx="39">
                  <c:v>0.06304786855</c:v>
                </c:pt>
                <c:pt idx="40">
                  <c:v>0.06191745596</c:v>
                </c:pt>
                <c:pt idx="41">
                  <c:v>0.0608555976</c:v>
                </c:pt>
                <c:pt idx="42">
                  <c:v>0.05985892325</c:v>
                </c:pt>
                <c:pt idx="43">
                  <c:v>0.0589241606</c:v>
                </c:pt>
                <c:pt idx="44">
                  <c:v>0.05804813646</c:v>
                </c:pt>
                <c:pt idx="45">
                  <c:v>0.05722777797</c:v>
                </c:pt>
                <c:pt idx="46">
                  <c:v>0.05646011394</c:v>
                </c:pt>
                <c:pt idx="47">
                  <c:v>0.05574227593</c:v>
                </c:pt>
                <c:pt idx="48">
                  <c:v>0.05507149923</c:v>
                </c:pt>
                <c:pt idx="49">
                  <c:v>0.05444512362</c:v>
                </c:pt>
                <c:pt idx="50">
                  <c:v>0.05386059381</c:v>
                </c:pt>
                <c:pt idx="51">
                  <c:v>0.05331545959</c:v>
                </c:pt>
                <c:pt idx="52">
                  <c:v>0.05280737558</c:v>
                </c:pt>
                <c:pt idx="53">
                  <c:v>0.05233410069</c:v>
                </c:pt>
                <c:pt idx="54">
                  <c:v>0.05189349715</c:v>
                </c:pt>
                <c:pt idx="55">
                  <c:v>0.05148352927</c:v>
                </c:pt>
                <c:pt idx="56">
                  <c:v>0.05110226173</c:v>
                </c:pt>
                <c:pt idx="57">
                  <c:v>0.05074785769</c:v>
                </c:pt>
                <c:pt idx="58">
                  <c:v>0.05041857649</c:v>
                </c:pt>
                <c:pt idx="59">
                  <c:v>0.05011277116</c:v>
                </c:pt>
                <c:pt idx="60">
                  <c:v>0.04982888568</c:v>
                </c:pt>
                <c:pt idx="61">
                  <c:v>0.04956545203</c:v>
                </c:pt>
                <c:pt idx="62">
                  <c:v>0.04932108709</c:v>
                </c:pt>
                <c:pt idx="63">
                  <c:v>0.04909448944</c:v>
                </c:pt>
                <c:pt idx="64">
                  <c:v>0.04888443603</c:v>
                </c:pt>
                <c:pt idx="65">
                  <c:v>0.04868977881</c:v>
                </c:pt>
                <c:pt idx="66">
                  <c:v>0.04850944133</c:v>
                </c:pt>
                <c:pt idx="67">
                  <c:v>0.04834241537</c:v>
                </c:pt>
                <c:pt idx="68">
                  <c:v>0.04818775749</c:v>
                </c:pt>
                <c:pt idx="69">
                  <c:v>0.04804458578</c:v>
                </c:pt>
                <c:pt idx="70">
                  <c:v>0.04791207649</c:v>
                </c:pt>
                <c:pt idx="71">
                  <c:v>0.04778946089</c:v>
                </c:pt>
                <c:pt idx="72">
                  <c:v>0.04767602213</c:v>
                </c:pt>
                <c:pt idx="73">
                  <c:v>0.04757109225</c:v>
                </c:pt>
                <c:pt idx="74">
                  <c:v>0.04747404924</c:v>
                </c:pt>
                <c:pt idx="75">
                  <c:v>0.04738431427</c:v>
                </c:pt>
                <c:pt idx="76">
                  <c:v>0.04730134901</c:v>
                </c:pt>
                <c:pt idx="77">
                  <c:v>0.04722465306</c:v>
                </c:pt>
                <c:pt idx="78">
                  <c:v>0.04715376156</c:v>
                </c:pt>
                <c:pt idx="79">
                  <c:v>0.04708824281</c:v>
                </c:pt>
                <c:pt idx="80">
                  <c:v>0.04702769617</c:v>
                </c:pt>
                <c:pt idx="81">
                  <c:v>0.0469717499</c:v>
                </c:pt>
                <c:pt idx="82">
                  <c:v>0.04692005927</c:v>
                </c:pt>
                <c:pt idx="83">
                  <c:v>0.04687230466</c:v>
                </c:pt>
                <c:pt idx="84">
                  <c:v>0.04682818988</c:v>
                </c:pt>
                <c:pt idx="85">
                  <c:v>0.04678744053</c:v>
                </c:pt>
                <c:pt idx="86">
                  <c:v>0.04674980242</c:v>
                </c:pt>
                <c:pt idx="87">
                  <c:v>0.04671504022</c:v>
                </c:pt>
                <c:pt idx="88">
                  <c:v>0.04668293607</c:v>
                </c:pt>
                <c:pt idx="89">
                  <c:v>0.04665328833</c:v>
                </c:pt>
                <c:pt idx="90">
                  <c:v>0.04662591043</c:v>
                </c:pt>
                <c:pt idx="91">
                  <c:v>0.04660062975</c:v>
                </c:pt>
                <c:pt idx="92">
                  <c:v>0.04657728666</c:v>
                </c:pt>
                <c:pt idx="93">
                  <c:v>0.0465557335</c:v>
                </c:pt>
                <c:pt idx="94">
                  <c:v>0.04653583376</c:v>
                </c:pt>
                <c:pt idx="95">
                  <c:v>0.04651746123</c:v>
                </c:pt>
                <c:pt idx="96">
                  <c:v>0.04650049922</c:v>
                </c:pt>
                <c:pt idx="97">
                  <c:v>0.0464848399</c:v>
                </c:pt>
                <c:pt idx="98">
                  <c:v>0.04647038362</c:v>
                </c:pt>
                <c:pt idx="99">
                  <c:v>0.04645703827</c:v>
                </c:pt>
                <c:pt idx="100">
                  <c:v>0.04644471878</c:v>
                </c:pt>
                <c:pt idx="101">
                  <c:v>0.04643334652</c:v>
                </c:pt>
                <c:pt idx="102">
                  <c:v>0.04642284886</c:v>
                </c:pt>
                <c:pt idx="103">
                  <c:v>0.04641315873</c:v>
                </c:pt>
                <c:pt idx="104">
                  <c:v>0.04640421414</c:v>
                </c:pt>
                <c:pt idx="105">
                  <c:v>0.04639595787</c:v>
                </c:pt>
                <c:pt idx="106">
                  <c:v>0.04638833705</c:v>
                </c:pt>
                <c:pt idx="107">
                  <c:v>0.04638130288</c:v>
                </c:pt>
                <c:pt idx="108">
                  <c:v>0.04637481026</c:v>
                </c:pt>
                <c:pt idx="109">
                  <c:v>0.04636881758</c:v>
                </c:pt>
                <c:pt idx="110">
                  <c:v>0.04636328639</c:v>
                </c:pt>
                <c:pt idx="111">
                  <c:v>0.0463581812</c:v>
                </c:pt>
                <c:pt idx="112">
                  <c:v>0.04635346925</c:v>
                </c:pt>
                <c:pt idx="113">
                  <c:v>0.04634912029</c:v>
                </c:pt>
                <c:pt idx="114">
                  <c:v>0.04634510637</c:v>
                </c:pt>
                <c:pt idx="115">
                  <c:v>0.04634140171</c:v>
                </c:pt>
                <c:pt idx="116">
                  <c:v>0.04633798251</c:v>
                </c:pt>
                <c:pt idx="117">
                  <c:v>0.04633482679</c:v>
                </c:pt>
                <c:pt idx="118">
                  <c:v>0.04633191426</c:v>
                </c:pt>
                <c:pt idx="119">
                  <c:v>0.0463292262</c:v>
                </c:pt>
                <c:pt idx="120">
                  <c:v>0.04632674531</c:v>
                </c:pt>
                <c:pt idx="121">
                  <c:v>0.04632445564</c:v>
                </c:pt>
                <c:pt idx="122">
                  <c:v>0.04632234246</c:v>
                </c:pt>
                <c:pt idx="123">
                  <c:v>0.04632039218</c:v>
                </c:pt>
                <c:pt idx="124">
                  <c:v>0.04631859223</c:v>
                </c:pt>
                <c:pt idx="125">
                  <c:v>0.04631693104</c:v>
                </c:pt>
                <c:pt idx="126">
                  <c:v>0.04631539792</c:v>
                </c:pt>
                <c:pt idx="127">
                  <c:v>0.04631398299</c:v>
                </c:pt>
                <c:pt idx="128">
                  <c:v>0.04631267715</c:v>
                </c:pt>
                <c:pt idx="129">
                  <c:v>0.04631147199</c:v>
                </c:pt>
                <c:pt idx="130">
                  <c:v>0.04631035975</c:v>
                </c:pt>
                <c:pt idx="131">
                  <c:v>0.04630933327</c:v>
                </c:pt>
                <c:pt idx="132">
                  <c:v>0.04630838593</c:v>
                </c:pt>
                <c:pt idx="133">
                  <c:v>0.04630751164</c:v>
                </c:pt>
                <c:pt idx="134">
                  <c:v>0.04630670476</c:v>
                </c:pt>
                <c:pt idx="135">
                  <c:v>0.0463059601</c:v>
                </c:pt>
                <c:pt idx="136">
                  <c:v>0.04630527287</c:v>
                </c:pt>
                <c:pt idx="137">
                  <c:v>0.04630463862</c:v>
                </c:pt>
                <c:pt idx="138">
                  <c:v>0.04630405328</c:v>
                </c:pt>
                <c:pt idx="139">
                  <c:v>0.04630351308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Data'!$E$2:$E$141</c:f>
              <c:numCache>
                <c:formatCode>General</c:formatCode>
                <c:ptCount val="140"/>
                <c:pt idx="0">
                  <c:v>0</c:v>
                </c:pt>
                <c:pt idx="1">
                  <c:v>0.03485682043</c:v>
                </c:pt>
                <c:pt idx="2">
                  <c:v>0.06971364086</c:v>
                </c:pt>
                <c:pt idx="3">
                  <c:v>0.1045704613</c:v>
                </c:pt>
                <c:pt idx="4">
                  <c:v>0.1394272817</c:v>
                </c:pt>
                <c:pt idx="5">
                  <c:v>0.1742841022</c:v>
                </c:pt>
                <c:pt idx="6">
                  <c:v>0.2091409226</c:v>
                </c:pt>
                <c:pt idx="7">
                  <c:v>0.243997743</c:v>
                </c:pt>
                <c:pt idx="8">
                  <c:v>0.2788545635</c:v>
                </c:pt>
                <c:pt idx="9">
                  <c:v>0.3137113839</c:v>
                </c:pt>
                <c:pt idx="10">
                  <c:v>0.3485682043</c:v>
                </c:pt>
                <c:pt idx="11">
                  <c:v>0.3834250247</c:v>
                </c:pt>
                <c:pt idx="12">
                  <c:v>0.4182818452</c:v>
                </c:pt>
                <c:pt idx="13">
                  <c:v>0.4531386656</c:v>
                </c:pt>
                <c:pt idx="14">
                  <c:v>0.487995486</c:v>
                </c:pt>
                <c:pt idx="15">
                  <c:v>0.5228523065</c:v>
                </c:pt>
                <c:pt idx="16">
                  <c:v>0.5577091269</c:v>
                </c:pt>
                <c:pt idx="17">
                  <c:v>0.5925659473</c:v>
                </c:pt>
                <c:pt idx="18">
                  <c:v>0.6274227678</c:v>
                </c:pt>
                <c:pt idx="19">
                  <c:v>0.6622795882</c:v>
                </c:pt>
                <c:pt idx="20">
                  <c:v>0.6971364086</c:v>
                </c:pt>
                <c:pt idx="21">
                  <c:v>0.7319932291</c:v>
                </c:pt>
                <c:pt idx="22">
                  <c:v>0.7668500495</c:v>
                </c:pt>
                <c:pt idx="23">
                  <c:v>0.8017068699</c:v>
                </c:pt>
                <c:pt idx="24">
                  <c:v>0.8365636904</c:v>
                </c:pt>
                <c:pt idx="25">
                  <c:v>0.8714205108</c:v>
                </c:pt>
                <c:pt idx="26">
                  <c:v>0.9062773312</c:v>
                </c:pt>
                <c:pt idx="27">
                  <c:v>0.9411341517</c:v>
                </c:pt>
                <c:pt idx="28">
                  <c:v>0.9759909721</c:v>
                </c:pt>
                <c:pt idx="29">
                  <c:v>1.010847793</c:v>
                </c:pt>
                <c:pt idx="30">
                  <c:v>1.045704613</c:v>
                </c:pt>
                <c:pt idx="31">
                  <c:v>1.080561433</c:v>
                </c:pt>
                <c:pt idx="32">
                  <c:v>1.115418254</c:v>
                </c:pt>
                <c:pt idx="33">
                  <c:v>1.150275074</c:v>
                </c:pt>
                <c:pt idx="34">
                  <c:v>1.185131895</c:v>
                </c:pt>
                <c:pt idx="35">
                  <c:v>1.219988715</c:v>
                </c:pt>
                <c:pt idx="36">
                  <c:v>1.254845536</c:v>
                </c:pt>
                <c:pt idx="37">
                  <c:v>1.289702356</c:v>
                </c:pt>
                <c:pt idx="38">
                  <c:v>1.324559176</c:v>
                </c:pt>
                <c:pt idx="39">
                  <c:v>1.359415997</c:v>
                </c:pt>
                <c:pt idx="40">
                  <c:v>1.394272817</c:v>
                </c:pt>
                <c:pt idx="41">
                  <c:v>1.429129638</c:v>
                </c:pt>
                <c:pt idx="42">
                  <c:v>1.463986458</c:v>
                </c:pt>
                <c:pt idx="43">
                  <c:v>1.498843279</c:v>
                </c:pt>
                <c:pt idx="44">
                  <c:v>1.533700099</c:v>
                </c:pt>
                <c:pt idx="45">
                  <c:v>1.568556919</c:v>
                </c:pt>
                <c:pt idx="46">
                  <c:v>1.60341374</c:v>
                </c:pt>
                <c:pt idx="47">
                  <c:v>1.63827056</c:v>
                </c:pt>
                <c:pt idx="48">
                  <c:v>1.673127381</c:v>
                </c:pt>
                <c:pt idx="49">
                  <c:v>1.707984201</c:v>
                </c:pt>
                <c:pt idx="50">
                  <c:v>1.742841022</c:v>
                </c:pt>
                <c:pt idx="51">
                  <c:v>1.777697842</c:v>
                </c:pt>
                <c:pt idx="52">
                  <c:v>1.812554662</c:v>
                </c:pt>
                <c:pt idx="53">
                  <c:v>1.847411483</c:v>
                </c:pt>
                <c:pt idx="54">
                  <c:v>1.882268303</c:v>
                </c:pt>
                <c:pt idx="55">
                  <c:v>1.917125124</c:v>
                </c:pt>
                <c:pt idx="56">
                  <c:v>1.951981944</c:v>
                </c:pt>
                <c:pt idx="57">
                  <c:v>1.986838765</c:v>
                </c:pt>
                <c:pt idx="58">
                  <c:v>2.021695585</c:v>
                </c:pt>
                <c:pt idx="59">
                  <c:v>2.056552405</c:v>
                </c:pt>
                <c:pt idx="60">
                  <c:v>2.091409226</c:v>
                </c:pt>
                <c:pt idx="61">
                  <c:v>2.126266046</c:v>
                </c:pt>
                <c:pt idx="62">
                  <c:v>2.161122867</c:v>
                </c:pt>
                <c:pt idx="63">
                  <c:v>2.195979687</c:v>
                </c:pt>
                <c:pt idx="64">
                  <c:v>2.230836508</c:v>
                </c:pt>
                <c:pt idx="65">
                  <c:v>2.265693328</c:v>
                </c:pt>
                <c:pt idx="66">
                  <c:v>2.300550148</c:v>
                </c:pt>
                <c:pt idx="67">
                  <c:v>2.335406969</c:v>
                </c:pt>
                <c:pt idx="68">
                  <c:v>2.370263789</c:v>
                </c:pt>
                <c:pt idx="69">
                  <c:v>2.40512061</c:v>
                </c:pt>
                <c:pt idx="70">
                  <c:v>2.43997743</c:v>
                </c:pt>
                <c:pt idx="71">
                  <c:v>2.474834251</c:v>
                </c:pt>
                <c:pt idx="72">
                  <c:v>2.509691071</c:v>
                </c:pt>
                <c:pt idx="73">
                  <c:v>2.544547892</c:v>
                </c:pt>
                <c:pt idx="74">
                  <c:v>2.579404712</c:v>
                </c:pt>
                <c:pt idx="75">
                  <c:v>2.614261532</c:v>
                </c:pt>
                <c:pt idx="76">
                  <c:v>2.649118353</c:v>
                </c:pt>
                <c:pt idx="77">
                  <c:v>2.683975173</c:v>
                </c:pt>
                <c:pt idx="78">
                  <c:v>2.718831994</c:v>
                </c:pt>
                <c:pt idx="79">
                  <c:v>2.753688814</c:v>
                </c:pt>
                <c:pt idx="80">
                  <c:v>2.788545635</c:v>
                </c:pt>
                <c:pt idx="81">
                  <c:v>2.823402455</c:v>
                </c:pt>
                <c:pt idx="82">
                  <c:v>2.858259275</c:v>
                </c:pt>
                <c:pt idx="83">
                  <c:v>2.893116096</c:v>
                </c:pt>
                <c:pt idx="84">
                  <c:v>2.927972916</c:v>
                </c:pt>
                <c:pt idx="85">
                  <c:v>2.962829737</c:v>
                </c:pt>
                <c:pt idx="86">
                  <c:v>2.997686557</c:v>
                </c:pt>
                <c:pt idx="87">
                  <c:v>3.032543378</c:v>
                </c:pt>
                <c:pt idx="88">
                  <c:v>3.067400198</c:v>
                </c:pt>
                <c:pt idx="89">
                  <c:v>3.102257018</c:v>
                </c:pt>
                <c:pt idx="90">
                  <c:v>3.137113839</c:v>
                </c:pt>
                <c:pt idx="91">
                  <c:v>3.171970659</c:v>
                </c:pt>
                <c:pt idx="92">
                  <c:v>3.20682748</c:v>
                </c:pt>
                <c:pt idx="93">
                  <c:v>3.2416843</c:v>
                </c:pt>
                <c:pt idx="94">
                  <c:v>3.276541121</c:v>
                </c:pt>
                <c:pt idx="95">
                  <c:v>3.311397941</c:v>
                </c:pt>
                <c:pt idx="96">
                  <c:v>3.346254761</c:v>
                </c:pt>
                <c:pt idx="97">
                  <c:v>3.381111582</c:v>
                </c:pt>
                <c:pt idx="98">
                  <c:v>3.415968402</c:v>
                </c:pt>
                <c:pt idx="99">
                  <c:v>3.450825223</c:v>
                </c:pt>
                <c:pt idx="100">
                  <c:v>3.485682043</c:v>
                </c:pt>
                <c:pt idx="101">
                  <c:v>3.520538864</c:v>
                </c:pt>
                <c:pt idx="102">
                  <c:v>3.555395684</c:v>
                </c:pt>
                <c:pt idx="103">
                  <c:v>3.590252504</c:v>
                </c:pt>
                <c:pt idx="104">
                  <c:v>3.625109325</c:v>
                </c:pt>
                <c:pt idx="105">
                  <c:v>3.659966145</c:v>
                </c:pt>
                <c:pt idx="106">
                  <c:v>3.694822966</c:v>
                </c:pt>
                <c:pt idx="107">
                  <c:v>3.729679786</c:v>
                </c:pt>
                <c:pt idx="108">
                  <c:v>3.764536607</c:v>
                </c:pt>
                <c:pt idx="109">
                  <c:v>3.799393427</c:v>
                </c:pt>
                <c:pt idx="110">
                  <c:v>3.834250247</c:v>
                </c:pt>
                <c:pt idx="111">
                  <c:v>3.869107068</c:v>
                </c:pt>
                <c:pt idx="112">
                  <c:v>3.903963888</c:v>
                </c:pt>
                <c:pt idx="113">
                  <c:v>3.938820709</c:v>
                </c:pt>
                <c:pt idx="114">
                  <c:v>3.973677529</c:v>
                </c:pt>
                <c:pt idx="115">
                  <c:v>4.00853435</c:v>
                </c:pt>
                <c:pt idx="116">
                  <c:v>4.04339117</c:v>
                </c:pt>
                <c:pt idx="117">
                  <c:v>4.078247991</c:v>
                </c:pt>
                <c:pt idx="118">
                  <c:v>4.113104811</c:v>
                </c:pt>
                <c:pt idx="119">
                  <c:v>4.147961631</c:v>
                </c:pt>
                <c:pt idx="120">
                  <c:v>4.182818452</c:v>
                </c:pt>
                <c:pt idx="121">
                  <c:v>4.217675272</c:v>
                </c:pt>
                <c:pt idx="122">
                  <c:v>4.252532093</c:v>
                </c:pt>
                <c:pt idx="123">
                  <c:v>4.287388913</c:v>
                </c:pt>
                <c:pt idx="124">
                  <c:v>4.322245734</c:v>
                </c:pt>
                <c:pt idx="125">
                  <c:v>4.357102554</c:v>
                </c:pt>
                <c:pt idx="126">
                  <c:v>4.391959374</c:v>
                </c:pt>
                <c:pt idx="127">
                  <c:v>4.426816195</c:v>
                </c:pt>
                <c:pt idx="128">
                  <c:v>4.461673015</c:v>
                </c:pt>
                <c:pt idx="129">
                  <c:v>4.496529836</c:v>
                </c:pt>
                <c:pt idx="130">
                  <c:v>4.531386656</c:v>
                </c:pt>
                <c:pt idx="131">
                  <c:v>4.566243477</c:v>
                </c:pt>
                <c:pt idx="132">
                  <c:v>4.601100297</c:v>
                </c:pt>
                <c:pt idx="133">
                  <c:v>4.635957117</c:v>
                </c:pt>
                <c:pt idx="134">
                  <c:v>4.670813938</c:v>
                </c:pt>
                <c:pt idx="135">
                  <c:v>4.705670758</c:v>
                </c:pt>
                <c:pt idx="136">
                  <c:v>4.740527579</c:v>
                </c:pt>
                <c:pt idx="137">
                  <c:v>4.775384399</c:v>
                </c:pt>
                <c:pt idx="138">
                  <c:v>4.81024122</c:v>
                </c:pt>
                <c:pt idx="139">
                  <c:v>4.84509804</c:v>
                </c:pt>
              </c:numCache>
            </c:numRef>
          </c:xVal>
          <c:yVal>
            <c:numRef>
              <c:f>'Chart Data'!$F$2:$F$141</c:f>
              <c:numCache>
                <c:formatCode>0.##</c:formatCode>
                <c:ptCount val="140"/>
                <c:pt idx="0">
                  <c:v>0.1574323482</c:v>
                </c:pt>
                <c:pt idx="1">
                  <c:v>0.1517850787</c:v>
                </c:pt>
                <c:pt idx="2">
                  <c:v>0.1463801772</c:v>
                </c:pt>
                <c:pt idx="3">
                  <c:v>0.1412086934</c:v>
                </c:pt>
                <c:pt idx="4">
                  <c:v>0.1362620278</c:v>
                </c:pt>
                <c:pt idx="5">
                  <c:v>0.1315319149</c:v>
                </c:pt>
                <c:pt idx="6">
                  <c:v>0.1270104082</c:v>
                </c:pt>
                <c:pt idx="7">
                  <c:v>0.1226898641</c:v>
                </c:pt>
                <c:pt idx="8">
                  <c:v>0.1185629277</c:v>
                </c:pt>
                <c:pt idx="9">
                  <c:v>0.1146225178</c:v>
                </c:pt>
                <c:pt idx="10">
                  <c:v>0.1108618133</c:v>
                </c:pt>
                <c:pt idx="11">
                  <c:v>0.107274239</c:v>
                </c:pt>
                <c:pt idx="12">
                  <c:v>0.1038534524</c:v>
                </c:pt>
                <c:pt idx="13">
                  <c:v>0.1005933314</c:v>
                </c:pt>
                <c:pt idx="14">
                  <c:v>0.097487961</c:v>
                </c:pt>
                <c:pt idx="15">
                  <c:v>0.09453162196</c:v>
                </c:pt>
                <c:pt idx="16">
                  <c:v>0.0917187792</c:v>
                </c:pt>
                <c:pt idx="17">
                  <c:v>0.08904407091</c:v>
                </c:pt>
                <c:pt idx="18">
                  <c:v>0.08650229825</c:v>
                </c:pt>
                <c:pt idx="19">
                  <c:v>0.08408841569</c:v>
                </c:pt>
                <c:pt idx="20">
                  <c:v>0.081797522</c:v>
                </c:pt>
                <c:pt idx="21">
                  <c:v>0.07962485195</c:v>
                </c:pt>
                <c:pt idx="22">
                  <c:v>0.07756576875</c:v>
                </c:pt>
                <c:pt idx="23">
                  <c:v>0.07561575732</c:v>
                </c:pt>
                <c:pt idx="24">
                  <c:v>0.07377041825</c:v>
                </c:pt>
                <c:pt idx="25">
                  <c:v>0.07202546264</c:v>
                </c:pt>
                <c:pt idx="26">
                  <c:v>0.07037670779</c:v>
                </c:pt>
                <c:pt idx="27">
                  <c:v>0.06882007358</c:v>
                </c:pt>
                <c:pt idx="28">
                  <c:v>0.06735157973</c:v>
                </c:pt>
                <c:pt idx="29">
                  <c:v>0.06596734377</c:v>
                </c:pt>
                <c:pt idx="30">
                  <c:v>0.06466357966</c:v>
                </c:pt>
                <c:pt idx="31">
                  <c:v>0.0634365971</c:v>
                </c:pt>
                <c:pt idx="32">
                  <c:v>0.06228280137</c:v>
                </c:pt>
                <c:pt idx="33">
                  <c:v>0.0611986936</c:v>
                </c:pt>
                <c:pt idx="34">
                  <c:v>0.06018087151</c:v>
                </c:pt>
                <c:pt idx="35">
                  <c:v>0.05922603033</c:v>
                </c:pt>
                <c:pt idx="36">
                  <c:v>0.05833096399</c:v>
                </c:pt>
                <c:pt idx="37">
                  <c:v>0.05749256639</c:v>
                </c:pt>
                <c:pt idx="38">
                  <c:v>0.05670783262</c:v>
                </c:pt>
                <c:pt idx="39">
                  <c:v>0.05597386021</c:v>
                </c:pt>
                <c:pt idx="40">
                  <c:v>0.05528785012</c:v>
                </c:pt>
                <c:pt idx="41">
                  <c:v>0.05464710756</c:v>
                </c:pt>
                <c:pt idx="42">
                  <c:v>0.05404904259</c:v>
                </c:pt>
                <c:pt idx="43">
                  <c:v>0.05349117031</c:v>
                </c:pt>
                <c:pt idx="44">
                  <c:v>0.05297111077</c:v>
                </c:pt>
                <c:pt idx="45">
                  <c:v>0.05248658856</c:v>
                </c:pt>
                <c:pt idx="46">
                  <c:v>0.05203543194</c:v>
                </c:pt>
                <c:pt idx="47">
                  <c:v>0.05161557167</c:v>
                </c:pt>
                <c:pt idx="48">
                  <c:v>0.05122503951</c:v>
                </c:pt>
                <c:pt idx="49">
                  <c:v>0.05086196634</c:v>
                </c:pt>
                <c:pt idx="50">
                  <c:v>0.05052458004</c:v>
                </c:pt>
                <c:pt idx="51">
                  <c:v>0.050211203</c:v>
                </c:pt>
                <c:pt idx="52">
                  <c:v>0.0499202495</c:v>
                </c:pt>
                <c:pt idx="53">
                  <c:v>0.0496502228</c:v>
                </c:pt>
                <c:pt idx="54">
                  <c:v>0.04939971213</c:v>
                </c:pt>
                <c:pt idx="55">
                  <c:v>0.04916738944</c:v>
                </c:pt>
                <c:pt idx="56">
                  <c:v>0.0489520062</c:v>
                </c:pt>
                <c:pt idx="57">
                  <c:v>0.04875238997</c:v>
                </c:pt>
                <c:pt idx="58">
                  <c:v>0.04856744107</c:v>
                </c:pt>
                <c:pt idx="59">
                  <c:v>0.04839612911</c:v>
                </c:pt>
                <c:pt idx="60">
                  <c:v>0.04823748965</c:v>
                </c:pt>
                <c:pt idx="61">
                  <c:v>0.04809062084</c:v>
                </c:pt>
                <c:pt idx="62">
                  <c:v>0.04795468008</c:v>
                </c:pt>
                <c:pt idx="63">
                  <c:v>0.04782888085</c:v>
                </c:pt>
                <c:pt idx="64">
                  <c:v>0.0477124895</c:v>
                </c:pt>
                <c:pt idx="65">
                  <c:v>0.04760482228</c:v>
                </c:pt>
                <c:pt idx="66">
                  <c:v>0.0475052423</c:v>
                </c:pt>
                <c:pt idx="67">
                  <c:v>0.04741315679</c:v>
                </c:pt>
                <c:pt idx="68">
                  <c:v>0.04732801435</c:v>
                </c:pt>
                <c:pt idx="69">
                  <c:v>0.04724930234</c:v>
                </c:pt>
                <c:pt idx="70">
                  <c:v>0.04717654441</c:v>
                </c:pt>
                <c:pt idx="71">
                  <c:v>0.04710929819</c:v>
                </c:pt>
                <c:pt idx="72">
                  <c:v>0.04704715301</c:v>
                </c:pt>
                <c:pt idx="73">
                  <c:v>0.04698972781</c:v>
                </c:pt>
                <c:pt idx="74">
                  <c:v>0.04693666915</c:v>
                </c:pt>
                <c:pt idx="75">
                  <c:v>0.04688764934</c:v>
                </c:pt>
                <c:pt idx="76">
                  <c:v>0.04684236463</c:v>
                </c:pt>
                <c:pt idx="77">
                  <c:v>0.04680053359</c:v>
                </c:pt>
                <c:pt idx="78">
                  <c:v>0.04676189555</c:v>
                </c:pt>
                <c:pt idx="79">
                  <c:v>0.04672620909</c:v>
                </c:pt>
                <c:pt idx="80">
                  <c:v>0.04669325073</c:v>
                </c:pt>
                <c:pt idx="81">
                  <c:v>0.04666281361</c:v>
                </c:pt>
                <c:pt idx="82">
                  <c:v>0.0466347063</c:v>
                </c:pt>
                <c:pt idx="83">
                  <c:v>0.04660875171</c:v>
                </c:pt>
                <c:pt idx="84">
                  <c:v>0.04658478603</c:v>
                </c:pt>
                <c:pt idx="85">
                  <c:v>0.04656265773</c:v>
                </c:pt>
                <c:pt idx="86">
                  <c:v>0.04654222673</c:v>
                </c:pt>
                <c:pt idx="87">
                  <c:v>0.0465233635</c:v>
                </c:pt>
                <c:pt idx="88">
                  <c:v>0.0465059483</c:v>
                </c:pt>
                <c:pt idx="89">
                  <c:v>0.04648987044</c:v>
                </c:pt>
                <c:pt idx="90">
                  <c:v>0.04647502764</c:v>
                </c:pt>
                <c:pt idx="91">
                  <c:v>0.04646132538</c:v>
                </c:pt>
                <c:pt idx="92">
                  <c:v>0.04644867631</c:v>
                </c:pt>
                <c:pt idx="93">
                  <c:v>0.04643699973</c:v>
                </c:pt>
                <c:pt idx="94">
                  <c:v>0.0464262211</c:v>
                </c:pt>
                <c:pt idx="95">
                  <c:v>0.04641627154</c:v>
                </c:pt>
                <c:pt idx="96">
                  <c:v>0.04640708744</c:v>
                </c:pt>
                <c:pt idx="97">
                  <c:v>0.04639861004</c:v>
                </c:pt>
                <c:pt idx="98">
                  <c:v>0.04639078509</c:v>
                </c:pt>
                <c:pt idx="99">
                  <c:v>0.04638356246</c:v>
                </c:pt>
                <c:pt idx="100">
                  <c:v>0.04637689587</c:v>
                </c:pt>
                <c:pt idx="101">
                  <c:v>0.04637074259</c:v>
                </c:pt>
                <c:pt idx="102">
                  <c:v>0.04636506315</c:v>
                </c:pt>
                <c:pt idx="103">
                  <c:v>0.04635982111</c:v>
                </c:pt>
                <c:pt idx="104">
                  <c:v>0.04635498284</c:v>
                </c:pt>
                <c:pt idx="105">
                  <c:v>0.04635051727</c:v>
                </c:pt>
                <c:pt idx="106">
                  <c:v>0.04634639572</c:v>
                </c:pt>
                <c:pt idx="107">
                  <c:v>0.04634259172</c:v>
                </c:pt>
                <c:pt idx="108">
                  <c:v>0.04633908083</c:v>
                </c:pt>
                <c:pt idx="109">
                  <c:v>0.04633584047</c:v>
                </c:pt>
                <c:pt idx="110">
                  <c:v>0.04633284982</c:v>
                </c:pt>
                <c:pt idx="111">
                  <c:v>0.04633008965</c:v>
                </c:pt>
                <c:pt idx="112">
                  <c:v>0.04632754222</c:v>
                </c:pt>
                <c:pt idx="113">
                  <c:v>0.04632519112</c:v>
                </c:pt>
                <c:pt idx="114">
                  <c:v>0.04632302125</c:v>
                </c:pt>
                <c:pt idx="115">
                  <c:v>0.04632101864</c:v>
                </c:pt>
                <c:pt idx="116">
                  <c:v>0.0463191704</c:v>
                </c:pt>
                <c:pt idx="117">
                  <c:v>0.04631746464</c:v>
                </c:pt>
                <c:pt idx="118">
                  <c:v>0.04631589038</c:v>
                </c:pt>
                <c:pt idx="119">
                  <c:v>0.04631443749</c:v>
                </c:pt>
                <c:pt idx="120">
                  <c:v>0.04631309661</c:v>
                </c:pt>
                <c:pt idx="121">
                  <c:v>0.04631185911</c:v>
                </c:pt>
                <c:pt idx="122">
                  <c:v>0.04631071702</c:v>
                </c:pt>
                <c:pt idx="123">
                  <c:v>0.04630966299</c:v>
                </c:pt>
                <c:pt idx="124">
                  <c:v>0.04630869023</c:v>
                </c:pt>
                <c:pt idx="125">
                  <c:v>0.04630779248</c:v>
                </c:pt>
                <c:pt idx="126">
                  <c:v>0.04630696394</c:v>
                </c:pt>
                <c:pt idx="127">
                  <c:v>0.0463061993</c:v>
                </c:pt>
                <c:pt idx="128">
                  <c:v>0.04630549362</c:v>
                </c:pt>
                <c:pt idx="129">
                  <c:v>0.04630484235</c:v>
                </c:pt>
                <c:pt idx="130">
                  <c:v>0.0463042413</c:v>
                </c:pt>
                <c:pt idx="131">
                  <c:v>0.0463036866</c:v>
                </c:pt>
                <c:pt idx="132">
                  <c:v>0.04630317468</c:v>
                </c:pt>
                <c:pt idx="133">
                  <c:v>0.04630270223</c:v>
                </c:pt>
                <c:pt idx="134">
                  <c:v>0.04630226622</c:v>
                </c:pt>
                <c:pt idx="135">
                  <c:v>0.04630186383</c:v>
                </c:pt>
                <c:pt idx="136">
                  <c:v>0.04630149247</c:v>
                </c:pt>
                <c:pt idx="137">
                  <c:v>0.04630114975</c:v>
                </c:pt>
                <c:pt idx="138">
                  <c:v>0.04630083346</c:v>
                </c:pt>
                <c:pt idx="139">
                  <c:v>0.04630054156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launched power per node (nW)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-1</c:v>
                </c:pt>
                <c:pt idx="1">
                  <c:v>-0.9745457961</c:v>
                </c:pt>
                <c:pt idx="2">
                  <c:v>-0.9490915922</c:v>
                </c:pt>
                <c:pt idx="3">
                  <c:v>-0.9236373883</c:v>
                </c:pt>
                <c:pt idx="4">
                  <c:v>-0.8981831843</c:v>
                </c:pt>
                <c:pt idx="5">
                  <c:v>-0.8727289804</c:v>
                </c:pt>
                <c:pt idx="6">
                  <c:v>-0.8472747765</c:v>
                </c:pt>
                <c:pt idx="7">
                  <c:v>-0.8218205726</c:v>
                </c:pt>
                <c:pt idx="8">
                  <c:v>-0.7963663687</c:v>
                </c:pt>
                <c:pt idx="9">
                  <c:v>-0.7709121648</c:v>
                </c:pt>
                <c:pt idx="10">
                  <c:v>-0.7454579609</c:v>
                </c:pt>
                <c:pt idx="11">
                  <c:v>-0.7200037569</c:v>
                </c:pt>
                <c:pt idx="12">
                  <c:v>-0.694549553</c:v>
                </c:pt>
                <c:pt idx="13">
                  <c:v>-0.6690953491</c:v>
                </c:pt>
                <c:pt idx="14">
                  <c:v>-0.6436411452</c:v>
                </c:pt>
                <c:pt idx="15">
                  <c:v>-0.6181869413</c:v>
                </c:pt>
                <c:pt idx="16">
                  <c:v>-0.5927327374</c:v>
                </c:pt>
                <c:pt idx="17">
                  <c:v>-0.5672785334</c:v>
                </c:pt>
                <c:pt idx="18">
                  <c:v>-0.5418243295</c:v>
                </c:pt>
                <c:pt idx="19">
                  <c:v>-0.5163701256</c:v>
                </c:pt>
                <c:pt idx="20">
                  <c:v>-0.4909159217</c:v>
                </c:pt>
                <c:pt idx="21">
                  <c:v>-0.4654617178</c:v>
                </c:pt>
                <c:pt idx="22">
                  <c:v>-0.4400075139</c:v>
                </c:pt>
                <c:pt idx="23">
                  <c:v>-0.41455331</c:v>
                </c:pt>
                <c:pt idx="24">
                  <c:v>-0.389099106</c:v>
                </c:pt>
                <c:pt idx="25">
                  <c:v>-0.3636449021</c:v>
                </c:pt>
                <c:pt idx="26">
                  <c:v>-0.3381906982</c:v>
                </c:pt>
                <c:pt idx="27">
                  <c:v>-0.3127364943</c:v>
                </c:pt>
                <c:pt idx="28">
                  <c:v>-0.2872822904</c:v>
                </c:pt>
                <c:pt idx="29">
                  <c:v>-0.2618280865</c:v>
                </c:pt>
                <c:pt idx="30">
                  <c:v>-0.2363738826</c:v>
                </c:pt>
                <c:pt idx="31">
                  <c:v>-0.2109196786</c:v>
                </c:pt>
                <c:pt idx="32">
                  <c:v>-0.1854654747</c:v>
                </c:pt>
                <c:pt idx="33">
                  <c:v>-0.1600112708</c:v>
                </c:pt>
                <c:pt idx="34">
                  <c:v>-0.1345570669</c:v>
                </c:pt>
                <c:pt idx="35">
                  <c:v>-0.109102863</c:v>
                </c:pt>
                <c:pt idx="36">
                  <c:v>-0.08364865906</c:v>
                </c:pt>
                <c:pt idx="37">
                  <c:v>-0.05819445515</c:v>
                </c:pt>
                <c:pt idx="38">
                  <c:v>-0.03274025123</c:v>
                </c:pt>
                <c:pt idx="39">
                  <c:v>-0.007286047319</c:v>
                </c:pt>
                <c:pt idx="40">
                  <c:v>0.0181681566</c:v>
                </c:pt>
                <c:pt idx="41">
                  <c:v>0.04362236051</c:v>
                </c:pt>
                <c:pt idx="42">
                  <c:v>0.06907656443</c:v>
                </c:pt>
                <c:pt idx="43">
                  <c:v>0.09453076834</c:v>
                </c:pt>
                <c:pt idx="44">
                  <c:v>0.1199849723</c:v>
                </c:pt>
                <c:pt idx="45">
                  <c:v>0.1454391762</c:v>
                </c:pt>
                <c:pt idx="46">
                  <c:v>0.1708933801</c:v>
                </c:pt>
                <c:pt idx="47">
                  <c:v>0.196347584</c:v>
                </c:pt>
                <c:pt idx="48">
                  <c:v>0.2218017879</c:v>
                </c:pt>
                <c:pt idx="49">
                  <c:v>0.2472559918</c:v>
                </c:pt>
                <c:pt idx="50">
                  <c:v>0.2727101957</c:v>
                </c:pt>
                <c:pt idx="51">
                  <c:v>0.2981643997</c:v>
                </c:pt>
                <c:pt idx="52">
                  <c:v>0.3236186036</c:v>
                </c:pt>
                <c:pt idx="53">
                  <c:v>0.3490728075</c:v>
                </c:pt>
                <c:pt idx="54">
                  <c:v>0.3745270114</c:v>
                </c:pt>
                <c:pt idx="55">
                  <c:v>0.3999812153</c:v>
                </c:pt>
                <c:pt idx="56">
                  <c:v>0.4254354192</c:v>
                </c:pt>
                <c:pt idx="57">
                  <c:v>0.4508896231</c:v>
                </c:pt>
                <c:pt idx="58">
                  <c:v>0.4763438271</c:v>
                </c:pt>
                <c:pt idx="59">
                  <c:v>0.501798031</c:v>
                </c:pt>
                <c:pt idx="60">
                  <c:v>0.5272522349</c:v>
                </c:pt>
                <c:pt idx="61">
                  <c:v>0.5527064388</c:v>
                </c:pt>
                <c:pt idx="62">
                  <c:v>0.5781606427</c:v>
                </c:pt>
                <c:pt idx="63">
                  <c:v>0.6036148466</c:v>
                </c:pt>
                <c:pt idx="64">
                  <c:v>0.6290690506</c:v>
                </c:pt>
                <c:pt idx="65">
                  <c:v>0.6545232545</c:v>
                </c:pt>
                <c:pt idx="66">
                  <c:v>0.6799774584</c:v>
                </c:pt>
                <c:pt idx="67">
                  <c:v>0.7054316623</c:v>
                </c:pt>
                <c:pt idx="68">
                  <c:v>0.7308858662</c:v>
                </c:pt>
                <c:pt idx="69">
                  <c:v>0.7563400701</c:v>
                </c:pt>
                <c:pt idx="70">
                  <c:v>0.781794274</c:v>
                </c:pt>
                <c:pt idx="71">
                  <c:v>0.807248478</c:v>
                </c:pt>
                <c:pt idx="72">
                  <c:v>0.8327026819</c:v>
                </c:pt>
                <c:pt idx="73">
                  <c:v>0.8581568858</c:v>
                </c:pt>
                <c:pt idx="74">
                  <c:v>0.8836110897</c:v>
                </c:pt>
                <c:pt idx="75">
                  <c:v>0.9090652936</c:v>
                </c:pt>
                <c:pt idx="76">
                  <c:v>0.9345194975</c:v>
                </c:pt>
                <c:pt idx="77">
                  <c:v>0.9599737014</c:v>
                </c:pt>
                <c:pt idx="78">
                  <c:v>0.9854279054</c:v>
                </c:pt>
                <c:pt idx="79">
                  <c:v>1.010882109</c:v>
                </c:pt>
                <c:pt idx="80">
                  <c:v>1.036336313</c:v>
                </c:pt>
                <c:pt idx="81">
                  <c:v>1.061790517</c:v>
                </c:pt>
                <c:pt idx="82">
                  <c:v>1.087244721</c:v>
                </c:pt>
                <c:pt idx="83">
                  <c:v>1.112698925</c:v>
                </c:pt>
                <c:pt idx="84">
                  <c:v>1.138153129</c:v>
                </c:pt>
                <c:pt idx="85">
                  <c:v>1.163607333</c:v>
                </c:pt>
                <c:pt idx="86">
                  <c:v>1.189061537</c:v>
                </c:pt>
                <c:pt idx="87">
                  <c:v>1.214515741</c:v>
                </c:pt>
                <c:pt idx="88">
                  <c:v>1.239969945</c:v>
                </c:pt>
                <c:pt idx="89">
                  <c:v>1.265424148</c:v>
                </c:pt>
                <c:pt idx="90">
                  <c:v>1.290878352</c:v>
                </c:pt>
                <c:pt idx="91">
                  <c:v>1.316332556</c:v>
                </c:pt>
                <c:pt idx="92">
                  <c:v>1.34178676</c:v>
                </c:pt>
                <c:pt idx="93">
                  <c:v>1.367240964</c:v>
                </c:pt>
                <c:pt idx="94">
                  <c:v>1.392695168</c:v>
                </c:pt>
                <c:pt idx="95">
                  <c:v>1.418149372</c:v>
                </c:pt>
                <c:pt idx="96">
                  <c:v>1.443603576</c:v>
                </c:pt>
                <c:pt idx="97">
                  <c:v>1.46905778</c:v>
                </c:pt>
                <c:pt idx="98">
                  <c:v>1.494511984</c:v>
                </c:pt>
                <c:pt idx="99">
                  <c:v>1.519966188</c:v>
                </c:pt>
                <c:pt idx="100">
                  <c:v>1.545420391</c:v>
                </c:pt>
                <c:pt idx="101">
                  <c:v>1.570874595</c:v>
                </c:pt>
                <c:pt idx="102">
                  <c:v>1.596328799</c:v>
                </c:pt>
                <c:pt idx="103">
                  <c:v>1.621783003</c:v>
                </c:pt>
                <c:pt idx="104">
                  <c:v>1.647237207</c:v>
                </c:pt>
                <c:pt idx="105">
                  <c:v>1.672691411</c:v>
                </c:pt>
                <c:pt idx="106">
                  <c:v>1.698145615</c:v>
                </c:pt>
                <c:pt idx="107">
                  <c:v>1.723599819</c:v>
                </c:pt>
                <c:pt idx="108">
                  <c:v>1.749054023</c:v>
                </c:pt>
                <c:pt idx="109">
                  <c:v>1.774508227</c:v>
                </c:pt>
                <c:pt idx="110">
                  <c:v>1.799962431</c:v>
                </c:pt>
                <c:pt idx="111">
                  <c:v>1.825416635</c:v>
                </c:pt>
                <c:pt idx="112">
                  <c:v>1.850870838</c:v>
                </c:pt>
                <c:pt idx="113">
                  <c:v>1.876325042</c:v>
                </c:pt>
                <c:pt idx="114">
                  <c:v>1.901779246</c:v>
                </c:pt>
                <c:pt idx="115">
                  <c:v>1.92723345</c:v>
                </c:pt>
                <c:pt idx="116">
                  <c:v>1.952687654</c:v>
                </c:pt>
                <c:pt idx="117">
                  <c:v>1.978141858</c:v>
                </c:pt>
                <c:pt idx="118">
                  <c:v>2.003596062</c:v>
                </c:pt>
                <c:pt idx="119">
                  <c:v>2.029050266</c:v>
                </c:pt>
                <c:pt idx="120">
                  <c:v>2.05450447</c:v>
                </c:pt>
                <c:pt idx="121">
                  <c:v>2.079958674</c:v>
                </c:pt>
                <c:pt idx="122">
                  <c:v>2.105412878</c:v>
                </c:pt>
                <c:pt idx="123">
                  <c:v>2.130867082</c:v>
                </c:pt>
                <c:pt idx="124">
                  <c:v>2.156321285</c:v>
                </c:pt>
                <c:pt idx="125">
                  <c:v>2.181775489</c:v>
                </c:pt>
                <c:pt idx="126">
                  <c:v>2.207229693</c:v>
                </c:pt>
                <c:pt idx="127">
                  <c:v>2.232683897</c:v>
                </c:pt>
                <c:pt idx="128">
                  <c:v>2.258138101</c:v>
                </c:pt>
                <c:pt idx="129">
                  <c:v>2.283592305</c:v>
                </c:pt>
                <c:pt idx="130">
                  <c:v>2.309046509</c:v>
                </c:pt>
                <c:pt idx="131">
                  <c:v>2.334500713</c:v>
                </c:pt>
                <c:pt idx="132">
                  <c:v>2.359954917</c:v>
                </c:pt>
                <c:pt idx="133">
                  <c:v>2.385409121</c:v>
                </c:pt>
                <c:pt idx="134">
                  <c:v>2.410863325</c:v>
                </c:pt>
                <c:pt idx="135">
                  <c:v>2.436317529</c:v>
                </c:pt>
                <c:pt idx="136">
                  <c:v>2.461771732</c:v>
                </c:pt>
                <c:pt idx="137">
                  <c:v>2.487225936</c:v>
                </c:pt>
                <c:pt idx="138">
                  <c:v>2.51268014</c:v>
                </c:pt>
                <c:pt idx="139">
                  <c:v>2.538134344</c:v>
                </c:pt>
                <c:pt idx="140">
                  <c:v>2.563588548</c:v>
                </c:pt>
                <c:pt idx="141">
                  <c:v>2.589042752</c:v>
                </c:pt>
                <c:pt idx="142">
                  <c:v>2.614496956</c:v>
                </c:pt>
                <c:pt idx="143">
                  <c:v>2.63995116</c:v>
                </c:pt>
                <c:pt idx="144">
                  <c:v>2.665405364</c:v>
                </c:pt>
                <c:pt idx="145">
                  <c:v>2.690859568</c:v>
                </c:pt>
                <c:pt idx="146">
                  <c:v>2.716313772</c:v>
                </c:pt>
                <c:pt idx="147">
                  <c:v>2.741767975</c:v>
                </c:pt>
                <c:pt idx="148">
                  <c:v>2.767222179</c:v>
                </c:pt>
                <c:pt idx="149">
                  <c:v>2.792676383</c:v>
                </c:pt>
                <c:pt idx="150">
                  <c:v>2.818130587</c:v>
                </c:pt>
                <c:pt idx="151">
                  <c:v>2.843584791</c:v>
                </c:pt>
                <c:pt idx="152">
                  <c:v>2.869038995</c:v>
                </c:pt>
                <c:pt idx="153">
                  <c:v>2.894493199</c:v>
                </c:pt>
                <c:pt idx="154">
                  <c:v>2.919947403</c:v>
                </c:pt>
                <c:pt idx="155">
                  <c:v>2.945401607</c:v>
                </c:pt>
                <c:pt idx="156">
                  <c:v>2.970855811</c:v>
                </c:pt>
                <c:pt idx="157">
                  <c:v>2.996310015</c:v>
                </c:pt>
                <c:pt idx="158">
                  <c:v>3.021764219</c:v>
                </c:pt>
                <c:pt idx="159">
                  <c:v>3.047218422</c:v>
                </c:pt>
                <c:pt idx="160">
                  <c:v>3.072672626</c:v>
                </c:pt>
                <c:pt idx="161">
                  <c:v>3.09812683</c:v>
                </c:pt>
                <c:pt idx="162">
                  <c:v>3.123581034</c:v>
                </c:pt>
                <c:pt idx="163">
                  <c:v>3.149035238</c:v>
                </c:pt>
                <c:pt idx="164">
                  <c:v>3.174489442</c:v>
                </c:pt>
                <c:pt idx="165">
                  <c:v>3.199943646</c:v>
                </c:pt>
                <c:pt idx="166">
                  <c:v>3.22539785</c:v>
                </c:pt>
                <c:pt idx="167">
                  <c:v>3.250852054</c:v>
                </c:pt>
                <c:pt idx="168">
                  <c:v>3.276306258</c:v>
                </c:pt>
                <c:pt idx="169">
                  <c:v>3.301760462</c:v>
                </c:pt>
                <c:pt idx="170">
                  <c:v>3.327214666</c:v>
                </c:pt>
                <c:pt idx="171">
                  <c:v>3.352668869</c:v>
                </c:pt>
                <c:pt idx="172">
                  <c:v>3.378123073</c:v>
                </c:pt>
                <c:pt idx="173">
                  <c:v>3.403577277</c:v>
                </c:pt>
                <c:pt idx="174">
                  <c:v>3.429031481</c:v>
                </c:pt>
                <c:pt idx="175">
                  <c:v>3.454485685</c:v>
                </c:pt>
                <c:pt idx="176">
                  <c:v>3.479939889</c:v>
                </c:pt>
                <c:pt idx="177">
                  <c:v>3.505394093</c:v>
                </c:pt>
                <c:pt idx="178">
                  <c:v>3.530848297</c:v>
                </c:pt>
                <c:pt idx="179">
                  <c:v>3.556302501</c:v>
                </c:pt>
              </c:numCache>
            </c:numRef>
          </c:xVal>
          <c:yVal>
            <c:numRef>
              <c:f>'Chart Data'!$B$2:$B$181</c:f>
              <c:numCache>
                <c:formatCode>0.##</c:formatCode>
                <c:ptCount val="180"/>
                <c:pt idx="0">
                  <c:v>0.2560190519</c:v>
                </c:pt>
                <c:pt idx="1">
                  <c:v>0.2488715353</c:v>
                </c:pt>
                <c:pt idx="2">
                  <c:v>0.2419374888</c:v>
                </c:pt>
                <c:pt idx="3">
                  <c:v>0.2352109325</c:v>
                </c:pt>
                <c:pt idx="4">
                  <c:v>0.2286860629</c:v>
                </c:pt>
                <c:pt idx="5">
                  <c:v>0.2223572473</c:v>
                </c:pt>
                <c:pt idx="6">
                  <c:v>0.2162190189</c:v>
                </c:pt>
                <c:pt idx="7">
                  <c:v>0.2102660722</c:v>
                </c:pt>
                <c:pt idx="8">
                  <c:v>0.2044932576</c:v>
                </c:pt>
                <c:pt idx="9">
                  <c:v>0.1988955775</c:v>
                </c:pt>
                <c:pt idx="10">
                  <c:v>0.193468181</c:v>
                </c:pt>
                <c:pt idx="11">
                  <c:v>0.1882063601</c:v>
                </c:pt>
                <c:pt idx="12">
                  <c:v>0.1831055452</c:v>
                </c:pt>
                <c:pt idx="13">
                  <c:v>0.1781613006</c:v>
                </c:pt>
                <c:pt idx="14">
                  <c:v>0.1733693209</c:v>
                </c:pt>
                <c:pt idx="15">
                  <c:v>0.1687254263</c:v>
                </c:pt>
                <c:pt idx="16">
                  <c:v>0.1642255595</c:v>
                </c:pt>
                <c:pt idx="17">
                  <c:v>0.1598657809</c:v>
                </c:pt>
                <c:pt idx="18">
                  <c:v>0.1556422657</c:v>
                </c:pt>
                <c:pt idx="19">
                  <c:v>0.1515512996</c:v>
                </c:pt>
                <c:pt idx="20">
                  <c:v>0.1475892754</c:v>
                </c:pt>
                <c:pt idx="21">
                  <c:v>0.1437526895</c:v>
                </c:pt>
                <c:pt idx="22">
                  <c:v>0.1400381383</c:v>
                </c:pt>
                <c:pt idx="23">
                  <c:v>0.1364423149</c:v>
                </c:pt>
                <c:pt idx="24">
                  <c:v>0.1329620056</c:v>
                </c:pt>
                <c:pt idx="25">
                  <c:v>0.1295940867</c:v>
                </c:pt>
                <c:pt idx="26">
                  <c:v>0.1263355212</c:v>
                </c:pt>
                <c:pt idx="27">
                  <c:v>0.1231833559</c:v>
                </c:pt>
                <c:pt idx="28">
                  <c:v>0.1201347178</c:v>
                </c:pt>
                <c:pt idx="29">
                  <c:v>0.1171868115</c:v>
                </c:pt>
                <c:pt idx="30">
                  <c:v>0.1143369159</c:v>
                </c:pt>
                <c:pt idx="31">
                  <c:v>0.1115823813</c:v>
                </c:pt>
                <c:pt idx="32">
                  <c:v>0.1089206268</c:v>
                </c:pt>
                <c:pt idx="33">
                  <c:v>0.1063491369</c:v>
                </c:pt>
                <c:pt idx="34">
                  <c:v>0.1038654595</c:v>
                </c:pt>
                <c:pt idx="35">
                  <c:v>0.1014672025</c:v>
                </c:pt>
                <c:pt idx="36">
                  <c:v>0.09915203149</c:v>
                </c:pt>
                <c:pt idx="37">
                  <c:v>0.09691766733</c:v>
                </c:pt>
                <c:pt idx="38">
                  <c:v>0.09476188336</c:v>
                </c:pt>
                <c:pt idx="39">
                  <c:v>0.09268250317</c:v>
                </c:pt>
                <c:pt idx="40">
                  <c:v>0.09067739824</c:v>
                </c:pt>
                <c:pt idx="41">
                  <c:v>0.0887444857</c:v>
                </c:pt>
                <c:pt idx="42">
                  <c:v>0.08688172619</c:v>
                </c:pt>
                <c:pt idx="43">
                  <c:v>0.0850871218</c:v>
                </c:pt>
                <c:pt idx="44">
                  <c:v>0.08335871413</c:v>
                </c:pt>
                <c:pt idx="45">
                  <c:v>0.08169458241</c:v>
                </c:pt>
                <c:pt idx="46">
                  <c:v>0.08009284183</c:v>
                </c:pt>
                <c:pt idx="47">
                  <c:v>0.07855164186</c:v>
                </c:pt>
                <c:pt idx="48">
                  <c:v>0.07706916473</c:v>
                </c:pt>
                <c:pt idx="49">
                  <c:v>0.07564362409</c:v>
                </c:pt>
                <c:pt idx="50">
                  <c:v>0.0742732637</c:v>
                </c:pt>
                <c:pt idx="51">
                  <c:v>0.07295635626</c:v>
                </c:pt>
                <c:pt idx="52">
                  <c:v>0.0716912024</c:v>
                </c:pt>
                <c:pt idx="53">
                  <c:v>0.07047612975</c:v>
                </c:pt>
                <c:pt idx="54">
                  <c:v>0.06930949214</c:v>
                </c:pt>
                <c:pt idx="55">
                  <c:v>0.0681896689</c:v>
                </c:pt>
                <c:pt idx="56">
                  <c:v>0.06711506425</c:v>
                </c:pt>
                <c:pt idx="57">
                  <c:v>0.06608410686</c:v>
                </c:pt>
                <c:pt idx="58">
                  <c:v>0.06509524943</c:v>
                </c:pt>
                <c:pt idx="59">
                  <c:v>0.06414696837</c:v>
                </c:pt>
                <c:pt idx="60">
                  <c:v>0.06323776359</c:v>
                </c:pt>
                <c:pt idx="61">
                  <c:v>0.06236615835</c:v>
                </c:pt>
                <c:pt idx="62">
                  <c:v>0.06153069912</c:v>
                </c:pt>
                <c:pt idx="63">
                  <c:v>0.06072995554</c:v>
                </c:pt>
                <c:pt idx="64">
                  <c:v>0.0599625204</c:v>
                </c:pt>
                <c:pt idx="65">
                  <c:v>0.05922700968</c:v>
                </c:pt>
                <c:pt idx="66">
                  <c:v>0.0585220625</c:v>
                </c:pt>
                <c:pt idx="67">
                  <c:v>0.05784634122</c:v>
                </c:pt>
                <c:pt idx="68">
                  <c:v>0.05719853143</c:v>
                </c:pt>
                <c:pt idx="69">
                  <c:v>0.05657734198</c:v>
                </c:pt>
                <c:pt idx="70">
                  <c:v>0.05598150494</c:v>
                </c:pt>
                <c:pt idx="71">
                  <c:v>0.05540977561</c:v>
                </c:pt>
                <c:pt idx="72">
                  <c:v>0.05486093241</c:v>
                </c:pt>
                <c:pt idx="73">
                  <c:v>0.05433377677</c:v>
                </c:pt>
                <c:pt idx="74">
                  <c:v>0.053827133</c:v>
                </c:pt>
                <c:pt idx="75">
                  <c:v>0.05333984806</c:v>
                </c:pt>
                <c:pt idx="76">
                  <c:v>0.05287079133</c:v>
                </c:pt>
                <c:pt idx="77">
                  <c:v>0.05241885429</c:v>
                </c:pt>
                <c:pt idx="78">
                  <c:v>0.05198295019</c:v>
                </c:pt>
                <c:pt idx="79">
                  <c:v>0.05156201364</c:v>
                </c:pt>
                <c:pt idx="80">
                  <c:v>0.05115500017</c:v>
                </c:pt>
                <c:pt idx="81">
                  <c:v>0.05076088579</c:v>
                </c:pt>
                <c:pt idx="82">
                  <c:v>0.05037866644</c:v>
                </c:pt>
                <c:pt idx="83">
                  <c:v>0.0500073575</c:v>
                </c:pt>
                <c:pt idx="84">
                  <c:v>0.04964599321</c:v>
                </c:pt>
                <c:pt idx="85">
                  <c:v>0.04929362613</c:v>
                </c:pt>
                <c:pt idx="86">
                  <c:v>0.04894932659</c:v>
                </c:pt>
                <c:pt idx="87">
                  <c:v>0.04861218213</c:v>
                </c:pt>
                <c:pt idx="88">
                  <c:v>0.048281297</c:v>
                </c:pt>
                <c:pt idx="89">
                  <c:v>0.04795579165</c:v>
                </c:pt>
                <c:pt idx="90">
                  <c:v>0.04763480233</c:v>
                </c:pt>
                <c:pt idx="91">
                  <c:v>0.0473174807</c:v>
                </c:pt>
                <c:pt idx="92">
                  <c:v>0.04700299352</c:v>
                </c:pt>
                <c:pt idx="93">
                  <c:v>0.04669052247</c:v>
                </c:pt>
                <c:pt idx="94">
                  <c:v>0.04637926407</c:v>
                </c:pt>
                <c:pt idx="95">
                  <c:v>0.04606842963</c:v>
                </c:pt>
                <c:pt idx="96">
                  <c:v>0.04575724552</c:v>
                </c:pt>
                <c:pt idx="97">
                  <c:v>0.04544495341</c:v>
                </c:pt>
                <c:pt idx="98">
                  <c:v>0.04513081082</c:v>
                </c:pt>
                <c:pt idx="99">
                  <c:v>0.04481409174</c:v>
                </c:pt>
                <c:pt idx="100">
                  <c:v>0.04449408758</c:v>
                </c:pt>
                <c:pt idx="101">
                  <c:v>0.04417010823</c:v>
                </c:pt>
                <c:pt idx="102">
                  <c:v>0.04384148342</c:v>
                </c:pt>
                <c:pt idx="103">
                  <c:v>0.04350756427</c:v>
                </c:pt>
                <c:pt idx="104">
                  <c:v>0.04316772516</c:v>
                </c:pt>
                <c:pt idx="105">
                  <c:v>0.04282136578</c:v>
                </c:pt>
                <c:pt idx="106">
                  <c:v>0.04246791352</c:v>
                </c:pt>
                <c:pt idx="107">
                  <c:v>0.04210682611</c:v>
                </c:pt>
                <c:pt idx="108">
                  <c:v>0.04173759444</c:v>
                </c:pt>
                <c:pt idx="109">
                  <c:v>0.04135974577</c:v>
                </c:pt>
                <c:pt idx="110">
                  <c:v>0.04097284703</c:v>
                </c:pt>
                <c:pt idx="111">
                  <c:v>0.04057650847</c:v>
                </c:pt>
                <c:pt idx="112">
                  <c:v>0.04017038733</c:v>
                </c:pt>
                <c:pt idx="113">
                  <c:v>0.03975419179</c:v>
                </c:pt>
                <c:pt idx="114">
                  <c:v>0.03932768489</c:v>
                </c:pt>
                <c:pt idx="115">
                  <c:v>0.03889068854</c:v>
                </c:pt>
                <c:pt idx="116">
                  <c:v>0.03844308745</c:v>
                </c:pt>
                <c:pt idx="117">
                  <c:v>0.03798483286</c:v>
                </c:pt>
                <c:pt idx="118">
                  <c:v>0.03751594619</c:v>
                </c:pt>
                <c:pt idx="119">
                  <c:v>0.03703652211</c:v>
                </c:pt>
                <c:pt idx="120">
                  <c:v>0.03654673142</c:v>
                </c:pt>
                <c:pt idx="121">
                  <c:v>0.03604682312</c:v>
                </c:pt>
                <c:pt idx="122">
                  <c:v>0.03553712588</c:v>
                </c:pt>
                <c:pt idx="123">
                  <c:v>0.03501804873</c:v>
                </c:pt>
                <c:pt idx="124">
                  <c:v>0.03449008067</c:v>
                </c:pt>
                <c:pt idx="125">
                  <c:v>0.03395378936</c:v>
                </c:pt>
                <c:pt idx="126">
                  <c:v>0.03340981853</c:v>
                </c:pt>
                <c:pt idx="127">
                  <c:v>0.0328588843</c:v>
                </c:pt>
                <c:pt idx="128">
                  <c:v>0.03230177013</c:v>
                </c:pt>
                <c:pt idx="129">
                  <c:v>0.03173932057</c:v>
                </c:pt>
                <c:pt idx="130">
                  <c:v>0.03117243376</c:v>
                </c:pt>
                <c:pt idx="131">
                  <c:v>0.03060205281</c:v>
                </c:pt>
                <c:pt idx="132">
                  <c:v>0.03002915615</c:v>
                </c:pt>
                <c:pt idx="133">
                  <c:v>0.02945474708</c:v>
                </c:pt>
                <c:pt idx="134">
                  <c:v>0.02887984273</c:v>
                </c:pt>
                <c:pt idx="135">
                  <c:v>0.02830546269</c:v>
                </c:pt>
                <c:pt idx="136">
                  <c:v>0.02773261761</c:v>
                </c:pt>
                <c:pt idx="137">
                  <c:v>0.02716229811</c:v>
                </c:pt>
                <c:pt idx="138">
                  <c:v>0.02659546432</c:v>
                </c:pt>
                <c:pt idx="139">
                  <c:v>0.0260330363</c:v>
                </c:pt>
                <c:pt idx="140">
                  <c:v>0.02547588561</c:v>
                </c:pt>
                <c:pt idx="141">
                  <c:v>0.02492482835</c:v>
                </c:pt>
                <c:pt idx="142">
                  <c:v>0.02438061963</c:v>
                </c:pt>
                <c:pt idx="143">
                  <c:v>0.02384394973</c:v>
                </c:pt>
                <c:pt idx="144">
                  <c:v>0.02331544178</c:v>
                </c:pt>
                <c:pt idx="145">
                  <c:v>0.02279565106</c:v>
                </c:pt>
                <c:pt idx="146">
                  <c:v>0.02228506559</c:v>
                </c:pt>
                <c:pt idx="147">
                  <c:v>0.02178410795</c:v>
                </c:pt>
                <c:pt idx="148">
                  <c:v>0.02129313809</c:v>
                </c:pt>
                <c:pt idx="149">
                  <c:v>0.02081245683</c:v>
                </c:pt>
                <c:pt idx="150">
                  <c:v>0.02034230986</c:v>
                </c:pt>
                <c:pt idx="151">
                  <c:v>0.01988289207</c:v>
                </c:pt>
                <c:pt idx="152">
                  <c:v>0.0194343519</c:v>
                </c:pt>
                <c:pt idx="153">
                  <c:v>0.01899679566</c:v>
                </c:pt>
                <c:pt idx="154">
                  <c:v>0.01857029173</c:v>
                </c:pt>
                <c:pt idx="155">
                  <c:v>0.01815487446</c:v>
                </c:pt>
                <c:pt idx="156">
                  <c:v>0.01775054779</c:v>
                </c:pt>
                <c:pt idx="157">
                  <c:v>0.01735728862</c:v>
                </c:pt>
                <c:pt idx="158">
                  <c:v>0.01697504977</c:v>
                </c:pt>
                <c:pt idx="159">
                  <c:v>0.01660376278</c:v>
                </c:pt>
                <c:pt idx="160">
                  <c:v>0.01624334028</c:v>
                </c:pt>
                <c:pt idx="161">
                  <c:v>0.01589367827</c:v>
                </c:pt>
                <c:pt idx="162">
                  <c:v>0.015554658</c:v>
                </c:pt>
                <c:pt idx="163">
                  <c:v>0.01522614779</c:v>
                </c:pt>
                <c:pt idx="164">
                  <c:v>0.01490800457</c:v>
                </c:pt>
                <c:pt idx="165">
                  <c:v>0.01460007528</c:v>
                </c:pt>
                <c:pt idx="166">
                  <c:v>0.01430219812</c:v>
                </c:pt>
                <c:pt idx="167">
                  <c:v>0.0140142037</c:v>
                </c:pt>
                <c:pt idx="168">
                  <c:v>0.01373591601</c:v>
                </c:pt>
                <c:pt idx="169">
                  <c:v>0.0134671533</c:v>
                </c:pt>
                <c:pt idx="170">
                  <c:v>0.01320772896</c:v>
                </c:pt>
                <c:pt idx="171">
                  <c:v>0.01295745216</c:v>
                </c:pt>
                <c:pt idx="172">
                  <c:v>0.01271612855</c:v>
                </c:pt>
                <c:pt idx="173">
                  <c:v>0.01248356085</c:v>
                </c:pt>
                <c:pt idx="174">
                  <c:v>0.01225954936</c:v>
                </c:pt>
                <c:pt idx="175">
                  <c:v>0.01204389248</c:v>
                </c:pt>
                <c:pt idx="176">
                  <c:v>0.01183638711</c:v>
                </c:pt>
                <c:pt idx="177">
                  <c:v>0.01163682913</c:v>
                </c:pt>
                <c:pt idx="178">
                  <c:v>0.01144501373</c:v>
                </c:pt>
                <c:pt idx="179">
                  <c:v>0.01126073577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Data'!$C$2:$C$181</c:f>
              <c:numCache>
                <c:formatCode>General</c:formatCode>
                <c:ptCount val="180"/>
                <c:pt idx="0">
                  <c:v>-1</c:v>
                </c:pt>
                <c:pt idx="1">
                  <c:v>-0.9745457961</c:v>
                </c:pt>
                <c:pt idx="2">
                  <c:v>-0.9490915922</c:v>
                </c:pt>
                <c:pt idx="3">
                  <c:v>-0.9236373883</c:v>
                </c:pt>
                <c:pt idx="4">
                  <c:v>-0.8981831843</c:v>
                </c:pt>
                <c:pt idx="5">
                  <c:v>-0.8727289804</c:v>
                </c:pt>
                <c:pt idx="6">
                  <c:v>-0.8472747765</c:v>
                </c:pt>
                <c:pt idx="7">
                  <c:v>-0.8218205726</c:v>
                </c:pt>
                <c:pt idx="8">
                  <c:v>-0.7963663687</c:v>
                </c:pt>
                <c:pt idx="9">
                  <c:v>-0.7709121648</c:v>
                </c:pt>
                <c:pt idx="10">
                  <c:v>-0.7454579609</c:v>
                </c:pt>
                <c:pt idx="11">
                  <c:v>-0.7200037569</c:v>
                </c:pt>
                <c:pt idx="12">
                  <c:v>-0.694549553</c:v>
                </c:pt>
                <c:pt idx="13">
                  <c:v>-0.6690953491</c:v>
                </c:pt>
                <c:pt idx="14">
                  <c:v>-0.6436411452</c:v>
                </c:pt>
                <c:pt idx="15">
                  <c:v>-0.6181869413</c:v>
                </c:pt>
                <c:pt idx="16">
                  <c:v>-0.5927327374</c:v>
                </c:pt>
                <c:pt idx="17">
                  <c:v>-0.5672785334</c:v>
                </c:pt>
                <c:pt idx="18">
                  <c:v>-0.5418243295</c:v>
                </c:pt>
                <c:pt idx="19">
                  <c:v>-0.5163701256</c:v>
                </c:pt>
                <c:pt idx="20">
                  <c:v>-0.4909159217</c:v>
                </c:pt>
                <c:pt idx="21">
                  <c:v>-0.4654617178</c:v>
                </c:pt>
                <c:pt idx="22">
                  <c:v>-0.4400075139</c:v>
                </c:pt>
                <c:pt idx="23">
                  <c:v>-0.41455331</c:v>
                </c:pt>
                <c:pt idx="24">
                  <c:v>-0.389099106</c:v>
                </c:pt>
                <c:pt idx="25">
                  <c:v>-0.3636449021</c:v>
                </c:pt>
                <c:pt idx="26">
                  <c:v>-0.3381906982</c:v>
                </c:pt>
                <c:pt idx="27">
                  <c:v>-0.3127364943</c:v>
                </c:pt>
                <c:pt idx="28">
                  <c:v>-0.2872822904</c:v>
                </c:pt>
                <c:pt idx="29">
                  <c:v>-0.2618280865</c:v>
                </c:pt>
                <c:pt idx="30">
                  <c:v>-0.2363738826</c:v>
                </c:pt>
                <c:pt idx="31">
                  <c:v>-0.2109196786</c:v>
                </c:pt>
                <c:pt idx="32">
                  <c:v>-0.1854654747</c:v>
                </c:pt>
                <c:pt idx="33">
                  <c:v>-0.1600112708</c:v>
                </c:pt>
                <c:pt idx="34">
                  <c:v>-0.1345570669</c:v>
                </c:pt>
                <c:pt idx="35">
                  <c:v>-0.109102863</c:v>
                </c:pt>
                <c:pt idx="36">
                  <c:v>-0.08364865906</c:v>
                </c:pt>
                <c:pt idx="37">
                  <c:v>-0.05819445515</c:v>
                </c:pt>
                <c:pt idx="38">
                  <c:v>-0.03274025123</c:v>
                </c:pt>
                <c:pt idx="39">
                  <c:v>-0.007286047319</c:v>
                </c:pt>
                <c:pt idx="40">
                  <c:v>0.0181681566</c:v>
                </c:pt>
                <c:pt idx="41">
                  <c:v>0.04362236051</c:v>
                </c:pt>
                <c:pt idx="42">
                  <c:v>0.06907656443</c:v>
                </c:pt>
                <c:pt idx="43">
                  <c:v>0.09453076834</c:v>
                </c:pt>
                <c:pt idx="44">
                  <c:v>0.1199849723</c:v>
                </c:pt>
                <c:pt idx="45">
                  <c:v>0.1454391762</c:v>
                </c:pt>
                <c:pt idx="46">
                  <c:v>0.1708933801</c:v>
                </c:pt>
                <c:pt idx="47">
                  <c:v>0.196347584</c:v>
                </c:pt>
                <c:pt idx="48">
                  <c:v>0.2218017879</c:v>
                </c:pt>
                <c:pt idx="49">
                  <c:v>0.2472559918</c:v>
                </c:pt>
                <c:pt idx="50">
                  <c:v>0.2727101957</c:v>
                </c:pt>
                <c:pt idx="51">
                  <c:v>0.2981643997</c:v>
                </c:pt>
                <c:pt idx="52">
                  <c:v>0.3236186036</c:v>
                </c:pt>
                <c:pt idx="53">
                  <c:v>0.3490728075</c:v>
                </c:pt>
                <c:pt idx="54">
                  <c:v>0.3745270114</c:v>
                </c:pt>
                <c:pt idx="55">
                  <c:v>0.3999812153</c:v>
                </c:pt>
                <c:pt idx="56">
                  <c:v>0.4254354192</c:v>
                </c:pt>
                <c:pt idx="57">
                  <c:v>0.4508896231</c:v>
                </c:pt>
                <c:pt idx="58">
                  <c:v>0.4763438271</c:v>
                </c:pt>
                <c:pt idx="59">
                  <c:v>0.501798031</c:v>
                </c:pt>
                <c:pt idx="60">
                  <c:v>0.5272522349</c:v>
                </c:pt>
                <c:pt idx="61">
                  <c:v>0.5527064388</c:v>
                </c:pt>
                <c:pt idx="62">
                  <c:v>0.5781606427</c:v>
                </c:pt>
                <c:pt idx="63">
                  <c:v>0.6036148466</c:v>
                </c:pt>
                <c:pt idx="64">
                  <c:v>0.6290690506</c:v>
                </c:pt>
                <c:pt idx="65">
                  <c:v>0.6545232545</c:v>
                </c:pt>
                <c:pt idx="66">
                  <c:v>0.6799774584</c:v>
                </c:pt>
                <c:pt idx="67">
                  <c:v>0.7054316623</c:v>
                </c:pt>
                <c:pt idx="68">
                  <c:v>0.7308858662</c:v>
                </c:pt>
                <c:pt idx="69">
                  <c:v>0.7563400701</c:v>
                </c:pt>
                <c:pt idx="70">
                  <c:v>0.781794274</c:v>
                </c:pt>
                <c:pt idx="71">
                  <c:v>0.807248478</c:v>
                </c:pt>
                <c:pt idx="72">
                  <c:v>0.8327026819</c:v>
                </c:pt>
                <c:pt idx="73">
                  <c:v>0.8581568858</c:v>
                </c:pt>
                <c:pt idx="74">
                  <c:v>0.8836110897</c:v>
                </c:pt>
                <c:pt idx="75">
                  <c:v>0.9090652936</c:v>
                </c:pt>
                <c:pt idx="76">
                  <c:v>0.9345194975</c:v>
                </c:pt>
                <c:pt idx="77">
                  <c:v>0.9599737014</c:v>
                </c:pt>
                <c:pt idx="78">
                  <c:v>0.9854279054</c:v>
                </c:pt>
                <c:pt idx="79">
                  <c:v>1.010882109</c:v>
                </c:pt>
                <c:pt idx="80">
                  <c:v>1.036336313</c:v>
                </c:pt>
                <c:pt idx="81">
                  <c:v>1.061790517</c:v>
                </c:pt>
                <c:pt idx="82">
                  <c:v>1.087244721</c:v>
                </c:pt>
                <c:pt idx="83">
                  <c:v>1.112698925</c:v>
                </c:pt>
                <c:pt idx="84">
                  <c:v>1.138153129</c:v>
                </c:pt>
                <c:pt idx="85">
                  <c:v>1.163607333</c:v>
                </c:pt>
                <c:pt idx="86">
                  <c:v>1.189061537</c:v>
                </c:pt>
                <c:pt idx="87">
                  <c:v>1.214515741</c:v>
                </c:pt>
                <c:pt idx="88">
                  <c:v>1.239969945</c:v>
                </c:pt>
                <c:pt idx="89">
                  <c:v>1.265424148</c:v>
                </c:pt>
                <c:pt idx="90">
                  <c:v>1.290878352</c:v>
                </c:pt>
                <c:pt idx="91">
                  <c:v>1.316332556</c:v>
                </c:pt>
                <c:pt idx="92">
                  <c:v>1.34178676</c:v>
                </c:pt>
                <c:pt idx="93">
                  <c:v>1.367240964</c:v>
                </c:pt>
                <c:pt idx="94">
                  <c:v>1.392695168</c:v>
                </c:pt>
                <c:pt idx="95">
                  <c:v>1.418149372</c:v>
                </c:pt>
                <c:pt idx="96">
                  <c:v>1.443603576</c:v>
                </c:pt>
                <c:pt idx="97">
                  <c:v>1.46905778</c:v>
                </c:pt>
                <c:pt idx="98">
                  <c:v>1.494511984</c:v>
                </c:pt>
                <c:pt idx="99">
                  <c:v>1.519966188</c:v>
                </c:pt>
                <c:pt idx="100">
                  <c:v>1.545420391</c:v>
                </c:pt>
                <c:pt idx="101">
                  <c:v>1.570874595</c:v>
                </c:pt>
                <c:pt idx="102">
                  <c:v>1.596328799</c:v>
                </c:pt>
                <c:pt idx="103">
                  <c:v>1.621783003</c:v>
                </c:pt>
                <c:pt idx="104">
                  <c:v>1.647237207</c:v>
                </c:pt>
                <c:pt idx="105">
                  <c:v>1.672691411</c:v>
                </c:pt>
                <c:pt idx="106">
                  <c:v>1.698145615</c:v>
                </c:pt>
                <c:pt idx="107">
                  <c:v>1.723599819</c:v>
                </c:pt>
                <c:pt idx="108">
                  <c:v>1.749054023</c:v>
                </c:pt>
                <c:pt idx="109">
                  <c:v>1.774508227</c:v>
                </c:pt>
                <c:pt idx="110">
                  <c:v>1.799962431</c:v>
                </c:pt>
                <c:pt idx="111">
                  <c:v>1.825416635</c:v>
                </c:pt>
                <c:pt idx="112">
                  <c:v>1.850870838</c:v>
                </c:pt>
                <c:pt idx="113">
                  <c:v>1.876325042</c:v>
                </c:pt>
                <c:pt idx="114">
                  <c:v>1.901779246</c:v>
                </c:pt>
                <c:pt idx="115">
                  <c:v>1.92723345</c:v>
                </c:pt>
                <c:pt idx="116">
                  <c:v>1.952687654</c:v>
                </c:pt>
                <c:pt idx="117">
                  <c:v>1.978141858</c:v>
                </c:pt>
                <c:pt idx="118">
                  <c:v>2.003596062</c:v>
                </c:pt>
                <c:pt idx="119">
                  <c:v>2.029050266</c:v>
                </c:pt>
                <c:pt idx="120">
                  <c:v>2.05450447</c:v>
                </c:pt>
                <c:pt idx="121">
                  <c:v>2.079958674</c:v>
                </c:pt>
                <c:pt idx="122">
                  <c:v>2.105412878</c:v>
                </c:pt>
                <c:pt idx="123">
                  <c:v>2.130867082</c:v>
                </c:pt>
                <c:pt idx="124">
                  <c:v>2.156321285</c:v>
                </c:pt>
                <c:pt idx="125">
                  <c:v>2.181775489</c:v>
                </c:pt>
                <c:pt idx="126">
                  <c:v>2.207229693</c:v>
                </c:pt>
                <c:pt idx="127">
                  <c:v>2.232683897</c:v>
                </c:pt>
                <c:pt idx="128">
                  <c:v>2.258138101</c:v>
                </c:pt>
                <c:pt idx="129">
                  <c:v>2.283592305</c:v>
                </c:pt>
                <c:pt idx="130">
                  <c:v>2.309046509</c:v>
                </c:pt>
                <c:pt idx="131">
                  <c:v>2.334500713</c:v>
                </c:pt>
                <c:pt idx="132">
                  <c:v>2.359954917</c:v>
                </c:pt>
                <c:pt idx="133">
                  <c:v>2.385409121</c:v>
                </c:pt>
                <c:pt idx="134">
                  <c:v>2.410863325</c:v>
                </c:pt>
                <c:pt idx="135">
                  <c:v>2.436317529</c:v>
                </c:pt>
                <c:pt idx="136">
                  <c:v>2.461771732</c:v>
                </c:pt>
                <c:pt idx="137">
                  <c:v>2.487225936</c:v>
                </c:pt>
                <c:pt idx="138">
                  <c:v>2.51268014</c:v>
                </c:pt>
                <c:pt idx="139">
                  <c:v>2.538134344</c:v>
                </c:pt>
                <c:pt idx="140">
                  <c:v>2.563588548</c:v>
                </c:pt>
                <c:pt idx="141">
                  <c:v>2.589042752</c:v>
                </c:pt>
                <c:pt idx="142">
                  <c:v>2.614496956</c:v>
                </c:pt>
                <c:pt idx="143">
                  <c:v>2.63995116</c:v>
                </c:pt>
                <c:pt idx="144">
                  <c:v>2.665405364</c:v>
                </c:pt>
                <c:pt idx="145">
                  <c:v>2.690859568</c:v>
                </c:pt>
                <c:pt idx="146">
                  <c:v>2.716313772</c:v>
                </c:pt>
                <c:pt idx="147">
                  <c:v>2.741767975</c:v>
                </c:pt>
                <c:pt idx="148">
                  <c:v>2.767222179</c:v>
                </c:pt>
                <c:pt idx="149">
                  <c:v>2.792676383</c:v>
                </c:pt>
                <c:pt idx="150">
                  <c:v>2.818130587</c:v>
                </c:pt>
                <c:pt idx="151">
                  <c:v>2.843584791</c:v>
                </c:pt>
                <c:pt idx="152">
                  <c:v>2.869038995</c:v>
                </c:pt>
                <c:pt idx="153">
                  <c:v>2.894493199</c:v>
                </c:pt>
                <c:pt idx="154">
                  <c:v>2.919947403</c:v>
                </c:pt>
                <c:pt idx="155">
                  <c:v>2.945401607</c:v>
                </c:pt>
                <c:pt idx="156">
                  <c:v>2.970855811</c:v>
                </c:pt>
                <c:pt idx="157">
                  <c:v>2.996310015</c:v>
                </c:pt>
                <c:pt idx="158">
                  <c:v>3.021764219</c:v>
                </c:pt>
                <c:pt idx="159">
                  <c:v>3.047218422</c:v>
                </c:pt>
                <c:pt idx="160">
                  <c:v>3.072672626</c:v>
                </c:pt>
                <c:pt idx="161">
                  <c:v>3.09812683</c:v>
                </c:pt>
                <c:pt idx="162">
                  <c:v>3.123581034</c:v>
                </c:pt>
                <c:pt idx="163">
                  <c:v>3.149035238</c:v>
                </c:pt>
                <c:pt idx="164">
                  <c:v>3.174489442</c:v>
                </c:pt>
                <c:pt idx="165">
                  <c:v>3.199943646</c:v>
                </c:pt>
                <c:pt idx="166">
                  <c:v>3.22539785</c:v>
                </c:pt>
                <c:pt idx="167">
                  <c:v>3.250852054</c:v>
                </c:pt>
                <c:pt idx="168">
                  <c:v>3.276306258</c:v>
                </c:pt>
                <c:pt idx="169">
                  <c:v>3.301760462</c:v>
                </c:pt>
                <c:pt idx="170">
                  <c:v>3.327214666</c:v>
                </c:pt>
                <c:pt idx="171">
                  <c:v>3.352668869</c:v>
                </c:pt>
                <c:pt idx="172">
                  <c:v>3.378123073</c:v>
                </c:pt>
                <c:pt idx="173">
                  <c:v>3.403577277</c:v>
                </c:pt>
                <c:pt idx="174">
                  <c:v>3.429031481</c:v>
                </c:pt>
                <c:pt idx="175">
                  <c:v>3.454485685</c:v>
                </c:pt>
                <c:pt idx="176">
                  <c:v>3.479939889</c:v>
                </c:pt>
                <c:pt idx="177">
                  <c:v>3.505394093</c:v>
                </c:pt>
                <c:pt idx="178">
                  <c:v>3.530848297</c:v>
                </c:pt>
                <c:pt idx="179">
                  <c:v>3.556302501</c:v>
                </c:pt>
              </c:numCache>
            </c:numRef>
          </c:xVal>
          <c:yVal>
            <c:numRef>
              <c:f>'Chart Data'!$D$2:$D$181</c:f>
              <c:numCache>
                <c:formatCode>0.##</c:formatCode>
                <c:ptCount val="180"/>
                <c:pt idx="0">
                  <c:v>0.2098986149</c:v>
                </c:pt>
                <c:pt idx="1">
                  <c:v>0.204137106</c:v>
                </c:pt>
                <c:pt idx="2">
                  <c:v>0.1985504331</c:v>
                </c:pt>
                <c:pt idx="3">
                  <c:v>0.1931337555</c:v>
                </c:pt>
                <c:pt idx="4">
                  <c:v>0.1878823753</c:v>
                </c:pt>
                <c:pt idx="5">
                  <c:v>0.1827917323</c:v>
                </c:pt>
                <c:pt idx="6">
                  <c:v>0.1778574007</c:v>
                </c:pt>
                <c:pt idx="7">
                  <c:v>0.1730750842</c:v>
                </c:pt>
                <c:pt idx="8">
                  <c:v>0.1684406127</c:v>
                </c:pt>
                <c:pt idx="9">
                  <c:v>0.1639499376</c:v>
                </c:pt>
                <c:pt idx="10">
                  <c:v>0.1595991287</c:v>
                </c:pt>
                <c:pt idx="11">
                  <c:v>0.15538437</c:v>
                </c:pt>
                <c:pt idx="12">
                  <c:v>0.151301956</c:v>
                </c:pt>
                <c:pt idx="13">
                  <c:v>0.1473482886</c:v>
                </c:pt>
                <c:pt idx="14">
                  <c:v>0.1435198726</c:v>
                </c:pt>
                <c:pt idx="15">
                  <c:v>0.1398133134</c:v>
                </c:pt>
                <c:pt idx="16">
                  <c:v>0.1362253126</c:v>
                </c:pt>
                <c:pt idx="17">
                  <c:v>0.1327526654</c:v>
                </c:pt>
                <c:pt idx="18">
                  <c:v>0.1293922567</c:v>
                </c:pt>
                <c:pt idx="19">
                  <c:v>0.1261410583</c:v>
                </c:pt>
                <c:pt idx="20">
                  <c:v>0.1229961258</c:v>
                </c:pt>
                <c:pt idx="21">
                  <c:v>0.1199545951</c:v>
                </c:pt>
                <c:pt idx="22">
                  <c:v>0.1170136798</c:v>
                </c:pt>
                <c:pt idx="23">
                  <c:v>0.1141706678</c:v>
                </c:pt>
                <c:pt idx="24">
                  <c:v>0.1114229188</c:v>
                </c:pt>
                <c:pt idx="25">
                  <c:v>0.1087678611</c:v>
                </c:pt>
                <c:pt idx="26">
                  <c:v>0.1062029889</c:v>
                </c:pt>
                <c:pt idx="27">
                  <c:v>0.1037258598</c:v>
                </c:pt>
                <c:pt idx="28">
                  <c:v>0.1013340918</c:v>
                </c:pt>
                <c:pt idx="29">
                  <c:v>0.09902536075</c:v>
                </c:pt>
                <c:pt idx="30">
                  <c:v>0.09679739796</c:v>
                </c:pt>
                <c:pt idx="31">
                  <c:v>0.09464798766</c:v>
                </c:pt>
                <c:pt idx="32">
                  <c:v>0.09257496463</c:v>
                </c:pt>
                <c:pt idx="33">
                  <c:v>0.0905762119</c:v>
                </c:pt>
                <c:pt idx="34">
                  <c:v>0.08864965853</c:v>
                </c:pt>
                <c:pt idx="35">
                  <c:v>0.08679327753</c:v>
                </c:pt>
                <c:pt idx="36">
                  <c:v>0.08500508381</c:v>
                </c:pt>
                <c:pt idx="37">
                  <c:v>0.08328313226</c:v>
                </c:pt>
                <c:pt idx="38">
                  <c:v>0.08162551597</c:v>
                </c:pt>
                <c:pt idx="39">
                  <c:v>0.08003036448</c:v>
                </c:pt>
                <c:pt idx="40">
                  <c:v>0.07849584221</c:v>
                </c:pt>
                <c:pt idx="41">
                  <c:v>0.07702014702</c:v>
                </c:pt>
                <c:pt idx="42">
                  <c:v>0.07560150878</c:v>
                </c:pt>
                <c:pt idx="43">
                  <c:v>0.0742381882</c:v>
                </c:pt>
                <c:pt idx="44">
                  <c:v>0.07292847567</c:v>
                </c:pt>
                <c:pt idx="45">
                  <c:v>0.07167069028</c:v>
                </c:pt>
                <c:pt idx="46">
                  <c:v>0.07046317894</c:v>
                </c:pt>
                <c:pt idx="47">
                  <c:v>0.06930431561</c:v>
                </c:pt>
                <c:pt idx="48">
                  <c:v>0.06819250066</c:v>
                </c:pt>
                <c:pt idx="49">
                  <c:v>0.0671261603</c:v>
                </c:pt>
                <c:pt idx="50">
                  <c:v>0.06610374618</c:v>
                </c:pt>
                <c:pt idx="51">
                  <c:v>0.06512373501</c:v>
                </c:pt>
                <c:pt idx="52">
                  <c:v>0.0641846283</c:v>
                </c:pt>
                <c:pt idx="53">
                  <c:v>0.06328495221</c:v>
                </c:pt>
                <c:pt idx="54">
                  <c:v>0.06242325739</c:v>
                </c:pt>
                <c:pt idx="55">
                  <c:v>0.06159811897</c:v>
                </c:pt>
                <c:pt idx="56">
                  <c:v>0.06080813651</c:v>
                </c:pt>
                <c:pt idx="57">
                  <c:v>0.06005193407</c:v>
                </c:pt>
                <c:pt idx="58">
                  <c:v>0.05932816026</c:v>
                </c:pt>
                <c:pt idx="59">
                  <c:v>0.05863548828</c:v>
                </c:pt>
                <c:pt idx="60">
                  <c:v>0.05797261606</c:v>
                </c:pt>
                <c:pt idx="61">
                  <c:v>0.05733826625</c:v>
                </c:pt>
                <c:pt idx="62">
                  <c:v>0.05673118636</c:v>
                </c:pt>
                <c:pt idx="63">
                  <c:v>0.05615014877</c:v>
                </c:pt>
                <c:pt idx="64">
                  <c:v>0.05559395069</c:v>
                </c:pt>
                <c:pt idx="65">
                  <c:v>0.05506141419</c:v>
                </c:pt>
                <c:pt idx="66">
                  <c:v>0.05455138609</c:v>
                </c:pt>
                <c:pt idx="67">
                  <c:v>0.05406273781</c:v>
                </c:pt>
                <c:pt idx="68">
                  <c:v>0.05359436524</c:v>
                </c:pt>
                <c:pt idx="69">
                  <c:v>0.05314518845</c:v>
                </c:pt>
                <c:pt idx="70">
                  <c:v>0.05271415141</c:v>
                </c:pt>
                <c:pt idx="71">
                  <c:v>0.05230022164</c:v>
                </c:pt>
                <c:pt idx="72">
                  <c:v>0.05190238978</c:v>
                </c:pt>
                <c:pt idx="73">
                  <c:v>0.05151966913</c:v>
                </c:pt>
                <c:pt idx="74">
                  <c:v>0.05115109507</c:v>
                </c:pt>
                <c:pt idx="75">
                  <c:v>0.05079572456</c:v>
                </c:pt>
                <c:pt idx="76">
                  <c:v>0.05045263545</c:v>
                </c:pt>
                <c:pt idx="77">
                  <c:v>0.05012092581</c:v>
                </c:pt>
                <c:pt idx="78">
                  <c:v>0.04979971323</c:v>
                </c:pt>
                <c:pt idx="79">
                  <c:v>0.04948813408</c:v>
                </c:pt>
                <c:pt idx="80">
                  <c:v>0.04918534274</c:v>
                </c:pt>
                <c:pt idx="81">
                  <c:v>0.0488905108</c:v>
                </c:pt>
                <c:pt idx="82">
                  <c:v>0.04860282628</c:v>
                </c:pt>
                <c:pt idx="83">
                  <c:v>0.04832149284</c:v>
                </c:pt>
                <c:pt idx="84">
                  <c:v>0.04804572898</c:v>
                </c:pt>
                <c:pt idx="85">
                  <c:v>0.04777476728</c:v>
                </c:pt>
                <c:pt idx="86">
                  <c:v>0.04750785365</c:v>
                </c:pt>
                <c:pt idx="87">
                  <c:v>0.04724424668</c:v>
                </c:pt>
                <c:pt idx="88">
                  <c:v>0.0469832169</c:v>
                </c:pt>
                <c:pt idx="89">
                  <c:v>0.04672404628</c:v>
                </c:pt>
                <c:pt idx="90">
                  <c:v>0.04646602767</c:v>
                </c:pt>
                <c:pt idx="91">
                  <c:v>0.04620846439</c:v>
                </c:pt>
                <c:pt idx="92">
                  <c:v>0.04595066989</c:v>
                </c:pt>
                <c:pt idx="93">
                  <c:v>0.04569196754</c:v>
                </c:pt>
                <c:pt idx="94">
                  <c:v>0.04543169053</c:v>
                </c:pt>
                <c:pt idx="95">
                  <c:v>0.04516918198</c:v>
                </c:pt>
                <c:pt idx="96">
                  <c:v>0.04490379506</c:v>
                </c:pt>
                <c:pt idx="97">
                  <c:v>0.04463489344</c:v>
                </c:pt>
                <c:pt idx="98">
                  <c:v>0.04436185183</c:v>
                </c:pt>
                <c:pt idx="99">
                  <c:v>0.04408405673</c:v>
                </c:pt>
                <c:pt idx="100">
                  <c:v>0.04380090743</c:v>
                </c:pt>
                <c:pt idx="101">
                  <c:v>0.04351181723</c:v>
                </c:pt>
                <c:pt idx="102">
                  <c:v>0.04321621483</c:v>
                </c:pt>
                <c:pt idx="103">
                  <c:v>0.04291354608</c:v>
                </c:pt>
                <c:pt idx="104">
                  <c:v>0.0426032759</c:v>
                </c:pt>
                <c:pt idx="105">
                  <c:v>0.04228489052</c:v>
                </c:pt>
                <c:pt idx="106">
                  <c:v>0.04195789996</c:v>
                </c:pt>
                <c:pt idx="107">
                  <c:v>0.04162184079</c:v>
                </c:pt>
                <c:pt idx="108">
                  <c:v>0.04127627911</c:v>
                </c:pt>
                <c:pt idx="109">
                  <c:v>0.04092081388</c:v>
                </c:pt>
                <c:pt idx="110">
                  <c:v>0.04055508039</c:v>
                </c:pt>
                <c:pt idx="111">
                  <c:v>0.04017875395</c:v>
                </c:pt>
                <c:pt idx="112">
                  <c:v>0.03979155379</c:v>
                </c:pt>
                <c:pt idx="113">
                  <c:v>0.03939324708</c:v>
                </c:pt>
                <c:pt idx="114">
                  <c:v>0.038983653</c:v>
                </c:pt>
                <c:pt idx="115">
                  <c:v>0.03856264687</c:v>
                </c:pt>
                <c:pt idx="116">
                  <c:v>0.03813016418</c:v>
                </c:pt>
                <c:pt idx="117">
                  <c:v>0.03768620451</c:v>
                </c:pt>
                <c:pt idx="118">
                  <c:v>0.03723083515</c:v>
                </c:pt>
                <c:pt idx="119">
                  <c:v>0.03676419446</c:v>
                </c:pt>
                <c:pt idx="120">
                  <c:v>0.03628649471</c:v>
                </c:pt>
                <c:pt idx="121">
                  <c:v>0.03579802431</c:v>
                </c:pt>
                <c:pt idx="122">
                  <c:v>0.03529914942</c:v>
                </c:pt>
                <c:pt idx="123">
                  <c:v>0.03479031463</c:v>
                </c:pt>
                <c:pt idx="124">
                  <c:v>0.03427204275</c:v>
                </c:pt>
                <c:pt idx="125">
                  <c:v>0.03374493351</c:v>
                </c:pt>
                <c:pt idx="126">
                  <c:v>0.03320966113</c:v>
                </c:pt>
                <c:pt idx="127">
                  <c:v>0.0326669706</c:v>
                </c:pt>
                <c:pt idx="128">
                  <c:v>0.03211767279</c:v>
                </c:pt>
                <c:pt idx="129">
                  <c:v>0.03156263823</c:v>
                </c:pt>
                <c:pt idx="130">
                  <c:v>0.03100278967</c:v>
                </c:pt>
                <c:pt idx="131">
                  <c:v>0.03043909349</c:v>
                </c:pt>
                <c:pt idx="132">
                  <c:v>0.02987255012</c:v>
                </c:pt>
                <c:pt idx="133">
                  <c:v>0.02930418362</c:v>
                </c:pt>
                <c:pt idx="134">
                  <c:v>0.0287350307</c:v>
                </c:pt>
                <c:pt idx="135">
                  <c:v>0.02816612936</c:v>
                </c:pt>
                <c:pt idx="136">
                  <c:v>0.02759850755</c:v>
                </c:pt>
                <c:pt idx="137">
                  <c:v>0.02703317212</c:v>
                </c:pt>
                <c:pt idx="138">
                  <c:v>0.02647109837</c:v>
                </c:pt>
                <c:pt idx="139">
                  <c:v>0.02591322053</c:v>
                </c:pt>
                <c:pt idx="140">
                  <c:v>0.02536042336</c:v>
                </c:pt>
                <c:pt idx="141">
                  <c:v>0.02481353522</c:v>
                </c:pt>
                <c:pt idx="142">
                  <c:v>0.02427332262</c:v>
                </c:pt>
                <c:pt idx="143">
                  <c:v>0.02374048638</c:v>
                </c:pt>
                <c:pt idx="144">
                  <c:v>0.02321565939</c:v>
                </c:pt>
                <c:pt idx="145">
                  <c:v>0.02269940592</c:v>
                </c:pt>
                <c:pt idx="146">
                  <c:v>0.0221922223</c:v>
                </c:pt>
                <c:pt idx="147">
                  <c:v>0.02169453877</c:v>
                </c:pt>
                <c:pt idx="148">
                  <c:v>0.02120672234</c:v>
                </c:pt>
                <c:pt idx="149">
                  <c:v>0.02072908033</c:v>
                </c:pt>
                <c:pt idx="150">
                  <c:v>0.02026186444</c:v>
                </c:pt>
                <c:pt idx="151">
                  <c:v>0.01980527509</c:v>
                </c:pt>
                <c:pt idx="152">
                  <c:v>0.01935946582</c:v>
                </c:pt>
                <c:pt idx="153">
                  <c:v>0.01892454768</c:v>
                </c:pt>
                <c:pt idx="154">
                  <c:v>0.01850059342</c:v>
                </c:pt>
                <c:pt idx="155">
                  <c:v>0.01808764143</c:v>
                </c:pt>
                <c:pt idx="156">
                  <c:v>0.01768569942</c:v>
                </c:pt>
                <c:pt idx="157">
                  <c:v>0.01729474776</c:v>
                </c:pt>
                <c:pt idx="158">
                  <c:v>0.01691474253</c:v>
                </c:pt>
                <c:pt idx="159">
                  <c:v>0.01654561826</c:v>
                </c:pt>
                <c:pt idx="160">
                  <c:v>0.01618729042</c:v>
                </c:pt>
                <c:pt idx="161">
                  <c:v>0.01583965759</c:v>
                </c:pt>
                <c:pt idx="162">
                  <c:v>0.01550260348</c:v>
                </c:pt>
                <c:pt idx="163">
                  <c:v>0.01517599869</c:v>
                </c:pt>
                <c:pt idx="164">
                  <c:v>0.01485970227</c:v>
                </c:pt>
                <c:pt idx="165">
                  <c:v>0.01455356315</c:v>
                </c:pt>
                <c:pt idx="166">
                  <c:v>0.0142574214</c:v>
                </c:pt>
                <c:pt idx="167">
                  <c:v>0.01397110935</c:v>
                </c:pt>
                <c:pt idx="168">
                  <c:v>0.01369445263</c:v>
                </c:pt>
                <c:pt idx="169">
                  <c:v>0.01342727103</c:v>
                </c:pt>
                <c:pt idx="170">
                  <c:v>0.01316937937</c:v>
                </c:pt>
                <c:pt idx="171">
                  <c:v>0.01292058817</c:v>
                </c:pt>
                <c:pt idx="172">
                  <c:v>0.01268070436</c:v>
                </c:pt>
                <c:pt idx="173">
                  <c:v>0.01244953186</c:v>
                </c:pt>
                <c:pt idx="174">
                  <c:v>0.01222687209</c:v>
                </c:pt>
                <c:pt idx="175">
                  <c:v>0.01201252454</c:v>
                </c:pt>
                <c:pt idx="176">
                  <c:v>0.01180628714</c:v>
                </c:pt>
                <c:pt idx="177">
                  <c:v>0.01160795673</c:v>
                </c:pt>
                <c:pt idx="178">
                  <c:v>0.01141732943</c:v>
                </c:pt>
                <c:pt idx="179">
                  <c:v>0.011234201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Data'!$E$2:$E$181</c:f>
              <c:numCache>
                <c:formatCode>General</c:formatCode>
                <c:ptCount val="180"/>
                <c:pt idx="0">
                  <c:v>-1</c:v>
                </c:pt>
                <c:pt idx="1">
                  <c:v>-0.9745457961</c:v>
                </c:pt>
                <c:pt idx="2">
                  <c:v>-0.9490915922</c:v>
                </c:pt>
                <c:pt idx="3">
                  <c:v>-0.9236373883</c:v>
                </c:pt>
                <c:pt idx="4">
                  <c:v>-0.8981831843</c:v>
                </c:pt>
                <c:pt idx="5">
                  <c:v>-0.8727289804</c:v>
                </c:pt>
                <c:pt idx="6">
                  <c:v>-0.8472747765</c:v>
                </c:pt>
                <c:pt idx="7">
                  <c:v>-0.8218205726</c:v>
                </c:pt>
                <c:pt idx="8">
                  <c:v>-0.7963663687</c:v>
                </c:pt>
                <c:pt idx="9">
                  <c:v>-0.7709121648</c:v>
                </c:pt>
                <c:pt idx="10">
                  <c:v>-0.7454579609</c:v>
                </c:pt>
                <c:pt idx="11">
                  <c:v>-0.7200037569</c:v>
                </c:pt>
                <c:pt idx="12">
                  <c:v>-0.694549553</c:v>
                </c:pt>
                <c:pt idx="13">
                  <c:v>-0.6690953491</c:v>
                </c:pt>
                <c:pt idx="14">
                  <c:v>-0.6436411452</c:v>
                </c:pt>
                <c:pt idx="15">
                  <c:v>-0.6181869413</c:v>
                </c:pt>
                <c:pt idx="16">
                  <c:v>-0.5927327374</c:v>
                </c:pt>
                <c:pt idx="17">
                  <c:v>-0.5672785334</c:v>
                </c:pt>
                <c:pt idx="18">
                  <c:v>-0.5418243295</c:v>
                </c:pt>
                <c:pt idx="19">
                  <c:v>-0.5163701256</c:v>
                </c:pt>
                <c:pt idx="20">
                  <c:v>-0.4909159217</c:v>
                </c:pt>
                <c:pt idx="21">
                  <c:v>-0.4654617178</c:v>
                </c:pt>
                <c:pt idx="22">
                  <c:v>-0.4400075139</c:v>
                </c:pt>
                <c:pt idx="23">
                  <c:v>-0.41455331</c:v>
                </c:pt>
                <c:pt idx="24">
                  <c:v>-0.389099106</c:v>
                </c:pt>
                <c:pt idx="25">
                  <c:v>-0.3636449021</c:v>
                </c:pt>
                <c:pt idx="26">
                  <c:v>-0.3381906982</c:v>
                </c:pt>
                <c:pt idx="27">
                  <c:v>-0.3127364943</c:v>
                </c:pt>
                <c:pt idx="28">
                  <c:v>-0.2872822904</c:v>
                </c:pt>
                <c:pt idx="29">
                  <c:v>-0.2618280865</c:v>
                </c:pt>
                <c:pt idx="30">
                  <c:v>-0.2363738826</c:v>
                </c:pt>
                <c:pt idx="31">
                  <c:v>-0.2109196786</c:v>
                </c:pt>
                <c:pt idx="32">
                  <c:v>-0.1854654747</c:v>
                </c:pt>
                <c:pt idx="33">
                  <c:v>-0.1600112708</c:v>
                </c:pt>
                <c:pt idx="34">
                  <c:v>-0.1345570669</c:v>
                </c:pt>
                <c:pt idx="35">
                  <c:v>-0.109102863</c:v>
                </c:pt>
                <c:pt idx="36">
                  <c:v>-0.08364865906</c:v>
                </c:pt>
                <c:pt idx="37">
                  <c:v>-0.05819445515</c:v>
                </c:pt>
                <c:pt idx="38">
                  <c:v>-0.03274025123</c:v>
                </c:pt>
                <c:pt idx="39">
                  <c:v>-0.007286047319</c:v>
                </c:pt>
                <c:pt idx="40">
                  <c:v>0.0181681566</c:v>
                </c:pt>
                <c:pt idx="41">
                  <c:v>0.04362236051</c:v>
                </c:pt>
                <c:pt idx="42">
                  <c:v>0.06907656443</c:v>
                </c:pt>
                <c:pt idx="43">
                  <c:v>0.09453076834</c:v>
                </c:pt>
                <c:pt idx="44">
                  <c:v>0.1199849723</c:v>
                </c:pt>
                <c:pt idx="45">
                  <c:v>0.1454391762</c:v>
                </c:pt>
                <c:pt idx="46">
                  <c:v>0.1708933801</c:v>
                </c:pt>
                <c:pt idx="47">
                  <c:v>0.196347584</c:v>
                </c:pt>
                <c:pt idx="48">
                  <c:v>0.2218017879</c:v>
                </c:pt>
                <c:pt idx="49">
                  <c:v>0.2472559918</c:v>
                </c:pt>
                <c:pt idx="50">
                  <c:v>0.2727101957</c:v>
                </c:pt>
                <c:pt idx="51">
                  <c:v>0.2981643997</c:v>
                </c:pt>
                <c:pt idx="52">
                  <c:v>0.3236186036</c:v>
                </c:pt>
                <c:pt idx="53">
                  <c:v>0.3490728075</c:v>
                </c:pt>
                <c:pt idx="54">
                  <c:v>0.3745270114</c:v>
                </c:pt>
                <c:pt idx="55">
                  <c:v>0.3999812153</c:v>
                </c:pt>
                <c:pt idx="56">
                  <c:v>0.4254354192</c:v>
                </c:pt>
                <c:pt idx="57">
                  <c:v>0.4508896231</c:v>
                </c:pt>
                <c:pt idx="58">
                  <c:v>0.4763438271</c:v>
                </c:pt>
                <c:pt idx="59">
                  <c:v>0.501798031</c:v>
                </c:pt>
                <c:pt idx="60">
                  <c:v>0.5272522349</c:v>
                </c:pt>
                <c:pt idx="61">
                  <c:v>0.5527064388</c:v>
                </c:pt>
                <c:pt idx="62">
                  <c:v>0.5781606427</c:v>
                </c:pt>
                <c:pt idx="63">
                  <c:v>0.6036148466</c:v>
                </c:pt>
                <c:pt idx="64">
                  <c:v>0.6290690506</c:v>
                </c:pt>
                <c:pt idx="65">
                  <c:v>0.6545232545</c:v>
                </c:pt>
                <c:pt idx="66">
                  <c:v>0.6799774584</c:v>
                </c:pt>
                <c:pt idx="67">
                  <c:v>0.7054316623</c:v>
                </c:pt>
                <c:pt idx="68">
                  <c:v>0.7308858662</c:v>
                </c:pt>
                <c:pt idx="69">
                  <c:v>0.7563400701</c:v>
                </c:pt>
                <c:pt idx="70">
                  <c:v>0.781794274</c:v>
                </c:pt>
                <c:pt idx="71">
                  <c:v>0.807248478</c:v>
                </c:pt>
                <c:pt idx="72">
                  <c:v>0.8327026819</c:v>
                </c:pt>
                <c:pt idx="73">
                  <c:v>0.8581568858</c:v>
                </c:pt>
                <c:pt idx="74">
                  <c:v>0.8836110897</c:v>
                </c:pt>
                <c:pt idx="75">
                  <c:v>0.9090652936</c:v>
                </c:pt>
                <c:pt idx="76">
                  <c:v>0.9345194975</c:v>
                </c:pt>
                <c:pt idx="77">
                  <c:v>0.9599737014</c:v>
                </c:pt>
                <c:pt idx="78">
                  <c:v>0.9854279054</c:v>
                </c:pt>
                <c:pt idx="79">
                  <c:v>1.010882109</c:v>
                </c:pt>
                <c:pt idx="80">
                  <c:v>1.036336313</c:v>
                </c:pt>
                <c:pt idx="81">
                  <c:v>1.061790517</c:v>
                </c:pt>
                <c:pt idx="82">
                  <c:v>1.087244721</c:v>
                </c:pt>
                <c:pt idx="83">
                  <c:v>1.112698925</c:v>
                </c:pt>
                <c:pt idx="84">
                  <c:v>1.138153129</c:v>
                </c:pt>
                <c:pt idx="85">
                  <c:v>1.163607333</c:v>
                </c:pt>
                <c:pt idx="86">
                  <c:v>1.189061537</c:v>
                </c:pt>
                <c:pt idx="87">
                  <c:v>1.214515741</c:v>
                </c:pt>
                <c:pt idx="88">
                  <c:v>1.239969945</c:v>
                </c:pt>
                <c:pt idx="89">
                  <c:v>1.265424148</c:v>
                </c:pt>
                <c:pt idx="90">
                  <c:v>1.290878352</c:v>
                </c:pt>
                <c:pt idx="91">
                  <c:v>1.316332556</c:v>
                </c:pt>
                <c:pt idx="92">
                  <c:v>1.34178676</c:v>
                </c:pt>
                <c:pt idx="93">
                  <c:v>1.367240964</c:v>
                </c:pt>
                <c:pt idx="94">
                  <c:v>1.392695168</c:v>
                </c:pt>
                <c:pt idx="95">
                  <c:v>1.418149372</c:v>
                </c:pt>
                <c:pt idx="96">
                  <c:v>1.443603576</c:v>
                </c:pt>
                <c:pt idx="97">
                  <c:v>1.46905778</c:v>
                </c:pt>
                <c:pt idx="98">
                  <c:v>1.494511984</c:v>
                </c:pt>
                <c:pt idx="99">
                  <c:v>1.519966188</c:v>
                </c:pt>
                <c:pt idx="100">
                  <c:v>1.545420391</c:v>
                </c:pt>
                <c:pt idx="101">
                  <c:v>1.570874595</c:v>
                </c:pt>
                <c:pt idx="102">
                  <c:v>1.596328799</c:v>
                </c:pt>
                <c:pt idx="103">
                  <c:v>1.621783003</c:v>
                </c:pt>
                <c:pt idx="104">
                  <c:v>1.647237207</c:v>
                </c:pt>
                <c:pt idx="105">
                  <c:v>1.672691411</c:v>
                </c:pt>
                <c:pt idx="106">
                  <c:v>1.698145615</c:v>
                </c:pt>
                <c:pt idx="107">
                  <c:v>1.723599819</c:v>
                </c:pt>
                <c:pt idx="108">
                  <c:v>1.749054023</c:v>
                </c:pt>
                <c:pt idx="109">
                  <c:v>1.774508227</c:v>
                </c:pt>
                <c:pt idx="110">
                  <c:v>1.799962431</c:v>
                </c:pt>
                <c:pt idx="111">
                  <c:v>1.825416635</c:v>
                </c:pt>
                <c:pt idx="112">
                  <c:v>1.850870838</c:v>
                </c:pt>
                <c:pt idx="113">
                  <c:v>1.876325042</c:v>
                </c:pt>
                <c:pt idx="114">
                  <c:v>1.901779246</c:v>
                </c:pt>
                <c:pt idx="115">
                  <c:v>1.92723345</c:v>
                </c:pt>
                <c:pt idx="116">
                  <c:v>1.952687654</c:v>
                </c:pt>
                <c:pt idx="117">
                  <c:v>1.978141858</c:v>
                </c:pt>
                <c:pt idx="118">
                  <c:v>2.003596062</c:v>
                </c:pt>
                <c:pt idx="119">
                  <c:v>2.029050266</c:v>
                </c:pt>
                <c:pt idx="120">
                  <c:v>2.05450447</c:v>
                </c:pt>
                <c:pt idx="121">
                  <c:v>2.079958674</c:v>
                </c:pt>
                <c:pt idx="122">
                  <c:v>2.105412878</c:v>
                </c:pt>
                <c:pt idx="123">
                  <c:v>2.130867082</c:v>
                </c:pt>
                <c:pt idx="124">
                  <c:v>2.156321285</c:v>
                </c:pt>
                <c:pt idx="125">
                  <c:v>2.181775489</c:v>
                </c:pt>
                <c:pt idx="126">
                  <c:v>2.207229693</c:v>
                </c:pt>
                <c:pt idx="127">
                  <c:v>2.232683897</c:v>
                </c:pt>
                <c:pt idx="128">
                  <c:v>2.258138101</c:v>
                </c:pt>
                <c:pt idx="129">
                  <c:v>2.283592305</c:v>
                </c:pt>
                <c:pt idx="130">
                  <c:v>2.309046509</c:v>
                </c:pt>
                <c:pt idx="131">
                  <c:v>2.334500713</c:v>
                </c:pt>
                <c:pt idx="132">
                  <c:v>2.359954917</c:v>
                </c:pt>
                <c:pt idx="133">
                  <c:v>2.385409121</c:v>
                </c:pt>
                <c:pt idx="134">
                  <c:v>2.410863325</c:v>
                </c:pt>
                <c:pt idx="135">
                  <c:v>2.436317529</c:v>
                </c:pt>
                <c:pt idx="136">
                  <c:v>2.461771732</c:v>
                </c:pt>
                <c:pt idx="137">
                  <c:v>2.487225936</c:v>
                </c:pt>
                <c:pt idx="138">
                  <c:v>2.51268014</c:v>
                </c:pt>
                <c:pt idx="139">
                  <c:v>2.538134344</c:v>
                </c:pt>
                <c:pt idx="140">
                  <c:v>2.563588548</c:v>
                </c:pt>
                <c:pt idx="141">
                  <c:v>2.589042752</c:v>
                </c:pt>
                <c:pt idx="142">
                  <c:v>2.614496956</c:v>
                </c:pt>
                <c:pt idx="143">
                  <c:v>2.63995116</c:v>
                </c:pt>
                <c:pt idx="144">
                  <c:v>2.665405364</c:v>
                </c:pt>
                <c:pt idx="145">
                  <c:v>2.690859568</c:v>
                </c:pt>
                <c:pt idx="146">
                  <c:v>2.716313772</c:v>
                </c:pt>
                <c:pt idx="147">
                  <c:v>2.741767975</c:v>
                </c:pt>
                <c:pt idx="148">
                  <c:v>2.767222179</c:v>
                </c:pt>
                <c:pt idx="149">
                  <c:v>2.792676383</c:v>
                </c:pt>
                <c:pt idx="150">
                  <c:v>2.818130587</c:v>
                </c:pt>
                <c:pt idx="151">
                  <c:v>2.843584791</c:v>
                </c:pt>
                <c:pt idx="152">
                  <c:v>2.869038995</c:v>
                </c:pt>
                <c:pt idx="153">
                  <c:v>2.894493199</c:v>
                </c:pt>
                <c:pt idx="154">
                  <c:v>2.919947403</c:v>
                </c:pt>
                <c:pt idx="155">
                  <c:v>2.945401607</c:v>
                </c:pt>
                <c:pt idx="156">
                  <c:v>2.970855811</c:v>
                </c:pt>
                <c:pt idx="157">
                  <c:v>2.996310015</c:v>
                </c:pt>
                <c:pt idx="158">
                  <c:v>3.021764219</c:v>
                </c:pt>
                <c:pt idx="159">
                  <c:v>3.047218422</c:v>
                </c:pt>
                <c:pt idx="160">
                  <c:v>3.072672626</c:v>
                </c:pt>
                <c:pt idx="161">
                  <c:v>3.09812683</c:v>
                </c:pt>
                <c:pt idx="162">
                  <c:v>3.123581034</c:v>
                </c:pt>
                <c:pt idx="163">
                  <c:v>3.149035238</c:v>
                </c:pt>
                <c:pt idx="164">
                  <c:v>3.174489442</c:v>
                </c:pt>
                <c:pt idx="165">
                  <c:v>3.199943646</c:v>
                </c:pt>
                <c:pt idx="166">
                  <c:v>3.22539785</c:v>
                </c:pt>
                <c:pt idx="167">
                  <c:v>3.250852054</c:v>
                </c:pt>
                <c:pt idx="168">
                  <c:v>3.276306258</c:v>
                </c:pt>
                <c:pt idx="169">
                  <c:v>3.301760462</c:v>
                </c:pt>
                <c:pt idx="170">
                  <c:v>3.327214666</c:v>
                </c:pt>
                <c:pt idx="171">
                  <c:v>3.352668869</c:v>
                </c:pt>
                <c:pt idx="172">
                  <c:v>3.378123073</c:v>
                </c:pt>
                <c:pt idx="173">
                  <c:v>3.403577277</c:v>
                </c:pt>
                <c:pt idx="174">
                  <c:v>3.429031481</c:v>
                </c:pt>
                <c:pt idx="175">
                  <c:v>3.454485685</c:v>
                </c:pt>
                <c:pt idx="176">
                  <c:v>3.479939889</c:v>
                </c:pt>
                <c:pt idx="177">
                  <c:v>3.505394093</c:v>
                </c:pt>
                <c:pt idx="178">
                  <c:v>3.530848297</c:v>
                </c:pt>
                <c:pt idx="179">
                  <c:v>3.556302501</c:v>
                </c:pt>
              </c:numCache>
            </c:numRef>
          </c:xVal>
          <c:yVal>
            <c:numRef>
              <c:f>'Chart Data'!$F$2:$F$181</c:f>
              <c:numCache>
                <c:formatCode>0.##</c:formatCode>
                <c:ptCount val="180"/>
                <c:pt idx="0">
                  <c:v>0.1574646914</c:v>
                </c:pt>
                <c:pt idx="1">
                  <c:v>0.1533172632</c:v>
                </c:pt>
                <c:pt idx="2">
                  <c:v>0.1493003803</c:v>
                </c:pt>
                <c:pt idx="3">
                  <c:v>0.1454104989</c:v>
                </c:pt>
                <c:pt idx="4">
                  <c:v>0.1416441772</c:v>
                </c:pt>
                <c:pt idx="5">
                  <c:v>0.1379980716</c:v>
                </c:pt>
                <c:pt idx="6">
                  <c:v>0.1344689339</c:v>
                </c:pt>
                <c:pt idx="7">
                  <c:v>0.1310536075</c:v>
                </c:pt>
                <c:pt idx="8">
                  <c:v>0.1277490245</c:v>
                </c:pt>
                <c:pt idx="9">
                  <c:v>0.1245522024</c:v>
                </c:pt>
                <c:pt idx="10">
                  <c:v>0.1214602409</c:v>
                </c:pt>
                <c:pt idx="11">
                  <c:v>0.1184703191</c:v>
                </c:pt>
                <c:pt idx="12">
                  <c:v>0.1155796923</c:v>
                </c:pt>
                <c:pt idx="13">
                  <c:v>0.1127856891</c:v>
                </c:pt>
                <c:pt idx="14">
                  <c:v>0.1100857085</c:v>
                </c:pt>
                <c:pt idx="15">
                  <c:v>0.1074772174</c:v>
                </c:pt>
                <c:pt idx="16">
                  <c:v>0.1049577471</c:v>
                </c:pt>
                <c:pt idx="17">
                  <c:v>0.1025248916</c:v>
                </c:pt>
                <c:pt idx="18">
                  <c:v>0.1001763042</c:v>
                </c:pt>
                <c:pt idx="19">
                  <c:v>0.0979096952</c:v>
                </c:pt>
                <c:pt idx="20">
                  <c:v>0.09572282955</c:v>
                </c:pt>
                <c:pt idx="21">
                  <c:v>0.09361352435</c:v>
                </c:pt>
                <c:pt idx="22">
                  <c:v>0.0915796465</c:v>
                </c:pt>
                <c:pt idx="23">
                  <c:v>0.08961911052</c:v>
                </c:pt>
                <c:pt idx="24">
                  <c:v>0.08772987641</c:v>
                </c:pt>
                <c:pt idx="25">
                  <c:v>0.08590994759</c:v>
                </c:pt>
                <c:pt idx="26">
                  <c:v>0.08415736894</c:v>
                </c:pt>
                <c:pt idx="27">
                  <c:v>0.08247022499</c:v>
                </c:pt>
                <c:pt idx="28">
                  <c:v>0.08084663818</c:v>
                </c:pt>
                <c:pt idx="29">
                  <c:v>0.07928476723</c:v>
                </c:pt>
                <c:pt idx="30">
                  <c:v>0.07778280565</c:v>
                </c:pt>
                <c:pt idx="31">
                  <c:v>0.07633898033</c:v>
                </c:pt>
                <c:pt idx="32">
                  <c:v>0.07495155028</c:v>
                </c:pt>
                <c:pt idx="33">
                  <c:v>0.07361880552</c:v>
                </c:pt>
                <c:pt idx="34">
                  <c:v>0.07233906599</c:v>
                </c:pt>
                <c:pt idx="35">
                  <c:v>0.07111068071</c:v>
                </c:pt>
                <c:pt idx="36">
                  <c:v>0.06993202696</c:v>
                </c:pt>
                <c:pt idx="37">
                  <c:v>0.06880150961</c:v>
                </c:pt>
                <c:pt idx="38">
                  <c:v>0.06771756059</c:v>
                </c:pt>
                <c:pt idx="39">
                  <c:v>0.06667863842</c:v>
                </c:pt>
                <c:pt idx="40">
                  <c:v>0.06568322786</c:v>
                </c:pt>
                <c:pt idx="41">
                  <c:v>0.06472983966</c:v>
                </c:pt>
                <c:pt idx="42">
                  <c:v>0.0638170104</c:v>
                </c:pt>
                <c:pt idx="43">
                  <c:v>0.06294330237</c:v>
                </c:pt>
                <c:pt idx="44">
                  <c:v>0.06210730357</c:v>
                </c:pt>
                <c:pt idx="45">
                  <c:v>0.06130762773</c:v>
                </c:pt>
                <c:pt idx="46">
                  <c:v>0.06054291436</c:v>
                </c:pt>
                <c:pt idx="47">
                  <c:v>0.0598118289</c:v>
                </c:pt>
                <c:pt idx="48">
                  <c:v>0.05911306281</c:v>
                </c:pt>
                <c:pt idx="49">
                  <c:v>0.05844533377</c:v>
                </c:pt>
                <c:pt idx="50">
                  <c:v>0.05780738575</c:v>
                </c:pt>
                <c:pt idx="51">
                  <c:v>0.05719798924</c:v>
                </c:pt>
                <c:pt idx="52">
                  <c:v>0.0566159413</c:v>
                </c:pt>
                <c:pt idx="53">
                  <c:v>0.05606006569</c:v>
                </c:pt>
                <c:pt idx="54">
                  <c:v>0.05552921295</c:v>
                </c:pt>
                <c:pt idx="55">
                  <c:v>0.05502226036</c:v>
                </c:pt>
                <c:pt idx="56">
                  <c:v>0.05453811201</c:v>
                </c:pt>
                <c:pt idx="57">
                  <c:v>0.05407569862</c:v>
                </c:pt>
                <c:pt idx="58">
                  <c:v>0.05363397751</c:v>
                </c:pt>
                <c:pt idx="59">
                  <c:v>0.0532119323</c:v>
                </c:pt>
                <c:pt idx="60">
                  <c:v>0.05280857276</c:v>
                </c:pt>
                <c:pt idx="61">
                  <c:v>0.0524229344</c:v>
                </c:pt>
                <c:pt idx="62">
                  <c:v>0.05205407817</c:v>
                </c:pt>
                <c:pt idx="63">
                  <c:v>0.05170108995</c:v>
                </c:pt>
                <c:pt idx="64">
                  <c:v>0.05136308009</c:v>
                </c:pt>
                <c:pt idx="65">
                  <c:v>0.05103918282</c:v>
                </c:pt>
                <c:pt idx="66">
                  <c:v>0.05072855563</c:v>
                </c:pt>
                <c:pt idx="67">
                  <c:v>0.05043037863</c:v>
                </c:pt>
                <c:pt idx="68">
                  <c:v>0.05014385375</c:v>
                </c:pt>
                <c:pt idx="69">
                  <c:v>0.04986820407</c:v>
                </c:pt>
                <c:pt idx="70">
                  <c:v>0.04960267291</c:v>
                </c:pt>
                <c:pt idx="71">
                  <c:v>0.04934652303</c:v>
                </c:pt>
                <c:pt idx="72">
                  <c:v>0.04909903576</c:v>
                </c:pt>
                <c:pt idx="73">
                  <c:v>0.04885951007</c:v>
                </c:pt>
                <c:pt idx="74">
                  <c:v>0.04862726161</c:v>
                </c:pt>
                <c:pt idx="75">
                  <c:v>0.04840162183</c:v>
                </c:pt>
                <c:pt idx="76">
                  <c:v>0.04818193698</c:v>
                </c:pt>
                <c:pt idx="77">
                  <c:v>0.04796756717</c:v>
                </c:pt>
                <c:pt idx="78">
                  <c:v>0.04775788537</c:v>
                </c:pt>
                <c:pt idx="79">
                  <c:v>0.04755227653</c:v>
                </c:pt>
                <c:pt idx="80">
                  <c:v>0.04735013657</c:v>
                </c:pt>
                <c:pt idx="81">
                  <c:v>0.04715087149</c:v>
                </c:pt>
                <c:pt idx="82">
                  <c:v>0.0469538965</c:v>
                </c:pt>
                <c:pt idx="83">
                  <c:v>0.0467586351</c:v>
                </c:pt>
                <c:pt idx="84">
                  <c:v>0.04656451833</c:v>
                </c:pt>
                <c:pt idx="85">
                  <c:v>0.04637098397</c:v>
                </c:pt>
                <c:pt idx="86">
                  <c:v>0.0461774758</c:v>
                </c:pt>
                <c:pt idx="87">
                  <c:v>0.04598344299</c:v>
                </c:pt>
                <c:pt idx="88">
                  <c:v>0.04578833951</c:v>
                </c:pt>
                <c:pt idx="89">
                  <c:v>0.0455916236</c:v>
                </c:pt>
                <c:pt idx="90">
                  <c:v>0.04539275745</c:v>
                </c:pt>
                <c:pt idx="91">
                  <c:v>0.0451912068</c:v>
                </c:pt>
                <c:pt idx="92">
                  <c:v>0.04498644082</c:v>
                </c:pt>
                <c:pt idx="93">
                  <c:v>0.04477793204</c:v>
                </c:pt>
                <c:pt idx="94">
                  <c:v>0.04456515641</c:v>
                </c:pt>
                <c:pt idx="95">
                  <c:v>0.04434759352</c:v>
                </c:pt>
                <c:pt idx="96">
                  <c:v>0.04412472702</c:v>
                </c:pt>
                <c:pt idx="97">
                  <c:v>0.04389604513</c:v>
                </c:pt>
                <c:pt idx="98">
                  <c:v>0.04366104147</c:v>
                </c:pt>
                <c:pt idx="99">
                  <c:v>0.04341921595</c:v>
                </c:pt>
                <c:pt idx="100">
                  <c:v>0.04317007595</c:v>
                </c:pt>
                <c:pt idx="101">
                  <c:v>0.04291313775</c:v>
                </c:pt>
                <c:pt idx="102">
                  <c:v>0.04264792813</c:v>
                </c:pt>
                <c:pt idx="103">
                  <c:v>0.04237398629</c:v>
                </c:pt>
                <c:pt idx="104">
                  <c:v>0.04209086595</c:v>
                </c:pt>
                <c:pt idx="105">
                  <c:v>0.04179813782</c:v>
                </c:pt>
                <c:pt idx="106">
                  <c:v>0.04149539219</c:v>
                </c:pt>
                <c:pt idx="107">
                  <c:v>0.04118224192</c:v>
                </c:pt>
                <c:pt idx="108">
                  <c:v>0.04085832564</c:v>
                </c:pt>
                <c:pt idx="109">
                  <c:v>0.04052331113</c:v>
                </c:pt>
                <c:pt idx="110">
                  <c:v>0.04017689905</c:v>
                </c:pt>
                <c:pt idx="111">
                  <c:v>0.03981882677</c:v>
                </c:pt>
                <c:pt idx="112">
                  <c:v>0.03944887242</c:v>
                </c:pt>
                <c:pt idx="113">
                  <c:v>0.03906685907</c:v>
                </c:pt>
                <c:pt idx="114">
                  <c:v>0.03867265892</c:v>
                </c:pt>
                <c:pt idx="115">
                  <c:v>0.03826619761</c:v>
                </c:pt>
                <c:pt idx="116">
                  <c:v>0.03784745835</c:v>
                </c:pt>
                <c:pt idx="117">
                  <c:v>0.03741648598</c:v>
                </c:pt>
                <c:pt idx="118">
                  <c:v>0.03697339076</c:v>
                </c:pt>
                <c:pt idx="119">
                  <c:v>0.03651835176</c:v>
                </c:pt>
                <c:pt idx="120">
                  <c:v>0.03605161988</c:v>
                </c:pt>
                <c:pt idx="121">
                  <c:v>0.03557352017</c:v>
                </c:pt>
                <c:pt idx="122">
                  <c:v>0.03508445352</c:v>
                </c:pt>
                <c:pt idx="123">
                  <c:v>0.03458489747</c:v>
                </c:pt>
                <c:pt idx="124">
                  <c:v>0.03407540607</c:v>
                </c:pt>
                <c:pt idx="125">
                  <c:v>0.03355660867</c:v>
                </c:pt>
                <c:pt idx="126">
                  <c:v>0.03302920753</c:v>
                </c:pt>
                <c:pt idx="127">
                  <c:v>0.03249397428</c:v>
                </c:pt>
                <c:pt idx="128">
                  <c:v>0.03195174495</c:v>
                </c:pt>
                <c:pt idx="129">
                  <c:v>0.03140341393</c:v>
                </c:pt>
                <c:pt idx="130">
                  <c:v>0.03084992651</c:v>
                </c:pt>
                <c:pt idx="131">
                  <c:v>0.03029227039</c:v>
                </c:pt>
                <c:pt idx="132">
                  <c:v>0.02973146614</c:v>
                </c:pt>
                <c:pt idx="133">
                  <c:v>0.02916855681</c:v>
                </c:pt>
                <c:pt idx="134">
                  <c:v>0.02860459696</c:v>
                </c:pt>
                <c:pt idx="135">
                  <c:v>0.02804064142</c:v>
                </c:pt>
                <c:pt idx="136">
                  <c:v>0.02747773392</c:v>
                </c:pt>
                <c:pt idx="137">
                  <c:v>0.02691689609</c:v>
                </c:pt>
                <c:pt idx="138">
                  <c:v>0.02635911705</c:v>
                </c:pt>
                <c:pt idx="139">
                  <c:v>0.02580534391</c:v>
                </c:pt>
                <c:pt idx="140">
                  <c:v>0.02525647346</c:v>
                </c:pt>
                <c:pt idx="141">
                  <c:v>0.02471334522</c:v>
                </c:pt>
                <c:pt idx="142">
                  <c:v>0.02417673603</c:v>
                </c:pt>
                <c:pt idx="143">
                  <c:v>0.02364735629</c:v>
                </c:pt>
                <c:pt idx="144">
                  <c:v>0.02312584775</c:v>
                </c:pt>
                <c:pt idx="145">
                  <c:v>0.02261278286</c:v>
                </c:pt>
                <c:pt idx="146">
                  <c:v>0.02210866548</c:v>
                </c:pt>
                <c:pt idx="147">
                  <c:v>0.02161393279</c:v>
                </c:pt>
                <c:pt idx="148">
                  <c:v>0.0211289582</c:v>
                </c:pt>
                <c:pt idx="149">
                  <c:v>0.02065405492</c:v>
                </c:pt>
                <c:pt idx="150">
                  <c:v>0.02018948011</c:v>
                </c:pt>
                <c:pt idx="151">
                  <c:v>0.01973543918</c:v>
                </c:pt>
                <c:pt idx="152">
                  <c:v>0.0192920903</c:v>
                </c:pt>
                <c:pt idx="153">
                  <c:v>0.0188595488</c:v>
                </c:pt>
                <c:pt idx="154">
                  <c:v>0.01843789139</c:v>
                </c:pt>
                <c:pt idx="155">
                  <c:v>0.01802716011</c:v>
                </c:pt>
                <c:pt idx="156">
                  <c:v>0.01762736608</c:v>
                </c:pt>
                <c:pt idx="157">
                  <c:v>0.01723849281</c:v>
                </c:pt>
                <c:pt idx="158">
                  <c:v>0.01686049931</c:v>
                </c:pt>
                <c:pt idx="159">
                  <c:v>0.01649332285</c:v>
                </c:pt>
                <c:pt idx="160">
                  <c:v>0.01613688142</c:v>
                </c:pt>
                <c:pt idx="161">
                  <c:v>0.01579107596</c:v>
                </c:pt>
                <c:pt idx="162">
                  <c:v>0.01545579241</c:v>
                </c:pt>
                <c:pt idx="163">
                  <c:v>0.01513090339</c:v>
                </c:pt>
                <c:pt idx="164">
                  <c:v>0.01481626988</c:v>
                </c:pt>
                <c:pt idx="165">
                  <c:v>0.01451174262</c:v>
                </c:pt>
                <c:pt idx="166">
                  <c:v>0.01421716333</c:v>
                </c:pt>
                <c:pt idx="167">
                  <c:v>0.01393236595</c:v>
                </c:pt>
                <c:pt idx="168">
                  <c:v>0.01365717754</c:v>
                </c:pt>
                <c:pt idx="169">
                  <c:v>0.0133914193</c:v>
                </c:pt>
                <c:pt idx="170">
                  <c:v>0.01313490733</c:v>
                </c:pt>
                <c:pt idx="171">
                  <c:v>0.01288745338</c:v>
                </c:pt>
                <c:pt idx="172">
                  <c:v>0.01264886552</c:v>
                </c:pt>
                <c:pt idx="173">
                  <c:v>0.01241894875</c:v>
                </c:pt>
                <c:pt idx="174">
                  <c:v>0.01219750553</c:v>
                </c:pt>
                <c:pt idx="175">
                  <c:v>0.0119843363</c:v>
                </c:pt>
                <c:pt idx="176">
                  <c:v>0.01177923992</c:v>
                </c:pt>
                <c:pt idx="177">
                  <c:v>0.01158201411</c:v>
                </c:pt>
                <c:pt idx="178">
                  <c:v>0.01139245583</c:v>
                </c:pt>
                <c:pt idx="179">
                  <c:v>0.01121036164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integration 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Analytic probability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0.2426817297</c:v>
                </c:pt>
                <c:pt idx="1">
                  <c:v>0.3293999268</c:v>
                </c:pt>
                <c:pt idx="2">
                  <c:v>0.4733112665</c:v>
                </c:pt>
              </c:numCache>
            </c:numRef>
          </c:val>
        </c:ser>
        <c:ser>
          <c:idx val="1"/>
          <c:order val="1"/>
          <c:tx>
            <c:v>100,000 Monte Carlo trials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0.24311</c:v>
                </c:pt>
                <c:pt idx="1">
                  <c:v>0.3316</c:v>
                </c:pt>
                <c:pt idx="2">
                  <c:v>0.47512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Detection probability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True regional change</c:v>
          </c:tx>
          <c:spPr>
            <a:solidFill xmlns:a="http://schemas.openxmlformats.org/drawingml/2006/main">
              <a:srgbClr val="E8EDF2"/>
            </a:solidFill>
            <a:ln xmlns:a="http://schemas.openxmlformats.org/drawingml/2006/main" w="23813">
              <a:solidFill>
                <a:srgbClr val="E8EDF2"/>
              </a:solidFill>
            </a:ln>
          </c:spPr>
          <c:marker>
            <c:symbol val="none"/>
          </c:marker>
          <c:xVal>
            <c:numRef>
              <c:f>'Chart Data'!$A$2:$A$361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Data'!$B$2:$B$361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0.0008577310185</c:v>
                </c:pt>
                <c:pt idx="92">
                  <c:v>0.001681829923</c:v>
                </c:pt>
                <c:pt idx="93">
                  <c:v>0.002473615447</c:v>
                </c:pt>
                <c:pt idx="94">
                  <c:v>0.004272524576</c:v>
                </c:pt>
                <c:pt idx="95">
                  <c:v>0.00600089747</c:v>
                </c:pt>
                <c:pt idx="96">
                  <c:v>0.007661499892</c:v>
                </c:pt>
                <c:pt idx="97">
                  <c:v>0.01030970333</c:v>
                </c:pt>
                <c:pt idx="98">
                  <c:v>0.01285406923</c:v>
                </c:pt>
                <c:pt idx="99">
                  <c:v>0.01529866912</c:v>
                </c:pt>
                <c:pt idx="100">
                  <c:v>0.01853540664</c:v>
                </c:pt>
                <c:pt idx="101">
                  <c:v>0.02164522987</c:v>
                </c:pt>
                <c:pt idx="102">
                  <c:v>0.02463311519</c:v>
                </c:pt>
                <c:pt idx="103">
                  <c:v>0.02819929162</c:v>
                </c:pt>
                <c:pt idx="104">
                  <c:v>0.03162563627</c:v>
                </c:pt>
                <c:pt idx="105">
                  <c:v>0.03491763203</c:v>
                </c:pt>
                <c:pt idx="106">
                  <c:v>0.03873265304</c:v>
                </c:pt>
                <c:pt idx="107">
                  <c:v>0.04239808493</c:v>
                </c:pt>
                <c:pt idx="108">
                  <c:v>0.04591979318</c:v>
                </c:pt>
                <c:pt idx="109">
                  <c:v>0.05010122845</c:v>
                </c:pt>
                <c:pt idx="110">
                  <c:v>0.05411870731</c:v>
                </c:pt>
                <c:pt idx="111">
                  <c:v>0.05797865857</c:v>
                </c:pt>
                <c:pt idx="112">
                  <c:v>0.06268586943</c:v>
                </c:pt>
                <c:pt idx="113">
                  <c:v>0.06720850792</c:v>
                </c:pt>
                <c:pt idx="114">
                  <c:v>0.07155381122</c:v>
                </c:pt>
                <c:pt idx="115">
                  <c:v>0.07679861457</c:v>
                </c:pt>
                <c:pt idx="116">
                  <c:v>0.08183776624</c:v>
                </c:pt>
                <c:pt idx="117">
                  <c:v>0.08667932995</c:v>
                </c:pt>
                <c:pt idx="118">
                  <c:v>0.09227715595</c:v>
                </c:pt>
                <c:pt idx="119">
                  <c:v>0.09765548805</c:v>
                </c:pt>
                <c:pt idx="120">
                  <c:v>0.1028229327</c:v>
                </c:pt>
                <c:pt idx="121">
                  <c:v>0.1085288341</c:v>
                </c:pt>
                <c:pt idx="122">
                  <c:v>0.1140110039</c:v>
                </c:pt>
                <c:pt idx="123">
                  <c:v>0.1192782147</c:v>
                </c:pt>
                <c:pt idx="124">
                  <c:v>0.1249821955</c:v>
                </c:pt>
                <c:pt idx="125">
                  <c:v>0.1304625201</c:v>
                </c:pt>
                <c:pt idx="126">
                  <c:v>0.1357279581</c:v>
                </c:pt>
                <c:pt idx="127">
                  <c:v>0.1415296076</c:v>
                </c:pt>
                <c:pt idx="128">
                  <c:v>0.1471037711</c:v>
                </c:pt>
                <c:pt idx="129">
                  <c:v>0.1524593685</c:v>
                </c:pt>
                <c:pt idx="130">
                  <c:v>0.1585527985</c:v>
                </c:pt>
                <c:pt idx="131">
                  <c:v>0.1644073017</c:v>
                </c:pt>
                <c:pt idx="132">
                  <c:v>0.1700322466</c:v>
                </c:pt>
                <c:pt idx="133">
                  <c:v>0.1765067839</c:v>
                </c:pt>
                <c:pt idx="134">
                  <c:v>0.182727451</c:v>
                </c:pt>
                <c:pt idx="135">
                  <c:v>0.1887042022</c:v>
                </c:pt>
                <c:pt idx="136">
                  <c:v>0.1954437757</c:v>
                </c:pt>
                <c:pt idx="137">
                  <c:v>0.2019190868</c:v>
                </c:pt>
                <c:pt idx="138">
                  <c:v>0.2081404972</c:v>
                </c:pt>
                <c:pt idx="139">
                  <c:v>0.2141179627</c:v>
                </c:pt>
                <c:pt idx="140">
                  <c:v>0.2198610484</c:v>
                </c:pt>
                <c:pt idx="141">
                  <c:v>0.2253789444</c:v>
                </c:pt>
                <c:pt idx="142">
                  <c:v>0.2306804807</c:v>
                </c:pt>
                <c:pt idx="143">
                  <c:v>0.2357741408</c:v>
                </c:pt>
                <c:pt idx="144">
                  <c:v>0.2406680756</c:v>
                </c:pt>
                <c:pt idx="145">
                  <c:v>0.2453701165</c:v>
                </c:pt>
                <c:pt idx="146">
                  <c:v>0.2498877877</c:v>
                </c:pt>
                <c:pt idx="147">
                  <c:v>0.2542283185</c:v>
                </c:pt>
                <c:pt idx="148">
                  <c:v>0.2583986546</c:v>
                </c:pt>
                <c:pt idx="149">
                  <c:v>0.2624054695</c:v>
                </c:pt>
                <c:pt idx="150">
                  <c:v>0.266255175</c:v>
                </c:pt>
                <c:pt idx="151">
                  <c:v>0.2699539314</c:v>
                </c:pt>
                <c:pt idx="152">
                  <c:v>0.2735076574</c:v>
                </c:pt>
                <c:pt idx="153">
                  <c:v>0.2769220399</c:v>
                </c:pt>
                <c:pt idx="154">
                  <c:v>0.2802025425</c:v>
                </c:pt>
                <c:pt idx="155">
                  <c:v>0.2833544147</c:v>
                </c:pt>
                <c:pt idx="156">
                  <c:v>0.2863827003</c:v>
                </c:pt>
                <c:pt idx="157">
                  <c:v>0.2892922451</c:v>
                </c:pt>
                <c:pt idx="158">
                  <c:v>0.292087705</c:v>
                </c:pt>
                <c:pt idx="159">
                  <c:v>0.2947735534</c:v>
                </c:pt>
                <c:pt idx="160">
                  <c:v>0.2973540881</c:v>
                </c:pt>
                <c:pt idx="161">
                  <c:v>0.2998334386</c:v>
                </c:pt>
                <c:pt idx="162">
                  <c:v>0.3022155724</c:v>
                </c:pt>
                <c:pt idx="163">
                  <c:v>0.3045043014</c:v>
                </c:pt>
                <c:pt idx="164">
                  <c:v>0.3067032881</c:v>
                </c:pt>
                <c:pt idx="165">
                  <c:v>0.3088160513</c:v>
                </c:pt>
                <c:pt idx="166">
                  <c:v>0.3108459718</c:v>
                </c:pt>
                <c:pt idx="167">
                  <c:v>0.312796298</c:v>
                </c:pt>
                <c:pt idx="168">
                  <c:v>0.3146701508</c:v>
                </c:pt>
                <c:pt idx="169">
                  <c:v>0.3164705288</c:v>
                </c:pt>
                <c:pt idx="170">
                  <c:v>0.318200313</c:v>
                </c:pt>
                <c:pt idx="171">
                  <c:v>0.3198622713</c:v>
                </c:pt>
                <c:pt idx="172">
                  <c:v>0.3214590634</c:v>
                </c:pt>
                <c:pt idx="173">
                  <c:v>0.3229932443</c:v>
                </c:pt>
                <c:pt idx="174">
                  <c:v>0.3244672691</c:v>
                </c:pt>
                <c:pt idx="175">
                  <c:v>0.3258834966</c:v>
                </c:pt>
                <c:pt idx="176">
                  <c:v>0.3272441931</c:v>
                </c:pt>
                <c:pt idx="177">
                  <c:v>0.3285515358</c:v>
                </c:pt>
                <c:pt idx="178">
                  <c:v>0.3298076169</c:v>
                </c:pt>
                <c:pt idx="179">
                  <c:v>0.3310144464</c:v>
                </c:pt>
                <c:pt idx="180">
                  <c:v>0.3321739554</c:v>
                </c:pt>
                <c:pt idx="181">
                  <c:v>0.3332879994</c:v>
                </c:pt>
                <c:pt idx="182">
                  <c:v>0.3343583611</c:v>
                </c:pt>
                <c:pt idx="183">
                  <c:v>0.3353867533</c:v>
                </c:pt>
                <c:pt idx="184">
                  <c:v>0.3363748217</c:v>
                </c:pt>
                <c:pt idx="185">
                  <c:v>0.3373241474</c:v>
                </c:pt>
                <c:pt idx="186">
                  <c:v>0.3382362495</c:v>
                </c:pt>
                <c:pt idx="187">
                  <c:v>0.3391125876</c:v>
                </c:pt>
                <c:pt idx="188">
                  <c:v>0.3399545639</c:v>
                </c:pt>
                <c:pt idx="189">
                  <c:v>0.3407635259</c:v>
                </c:pt>
                <c:pt idx="190">
                  <c:v>0.341540768</c:v>
                </c:pt>
                <c:pt idx="191">
                  <c:v>0.342287534</c:v>
                </c:pt>
                <c:pt idx="192">
                  <c:v>0.343005019</c:v>
                </c:pt>
                <c:pt idx="193">
                  <c:v>0.3436943709</c:v>
                </c:pt>
                <c:pt idx="194">
                  <c:v>0.3443566929</c:v>
                </c:pt>
                <c:pt idx="195">
                  <c:v>0.344993045</c:v>
                </c:pt>
                <c:pt idx="196">
                  <c:v>0.3456044453</c:v>
                </c:pt>
                <c:pt idx="197">
                  <c:v>0.3461918722</c:v>
                </c:pt>
                <c:pt idx="198">
                  <c:v>0.3467562659</c:v>
                </c:pt>
                <c:pt idx="199">
                  <c:v>0.3472985293</c:v>
                </c:pt>
                <c:pt idx="200">
                  <c:v>0.3478195303</c:v>
                </c:pt>
                <c:pt idx="201">
                  <c:v>0.3483201025</c:v>
                </c:pt>
                <c:pt idx="202">
                  <c:v>0.348801047</c:v>
                </c:pt>
                <c:pt idx="203">
                  <c:v>0.3492631335</c:v>
                </c:pt>
                <c:pt idx="204">
                  <c:v>0.3497071012</c:v>
                </c:pt>
                <c:pt idx="205">
                  <c:v>0.3501336607</c:v>
                </c:pt>
                <c:pt idx="206">
                  <c:v>0.3505434946</c:v>
                </c:pt>
                <c:pt idx="207">
                  <c:v>0.3509372587</c:v>
                </c:pt>
                <c:pt idx="208">
                  <c:v>0.351315583</c:v>
                </c:pt>
                <c:pt idx="209">
                  <c:v>0.3516790731</c:v>
                </c:pt>
                <c:pt idx="210">
                  <c:v>0.3520283105</c:v>
                </c:pt>
                <c:pt idx="211">
                  <c:v>0.3523638541</c:v>
                </c:pt>
                <c:pt idx="212">
                  <c:v>0.3526862409</c:v>
                </c:pt>
                <c:pt idx="213">
                  <c:v>0.3529959866</c:v>
                </c:pt>
                <c:pt idx="214">
                  <c:v>0.3532935871</c:v>
                </c:pt>
                <c:pt idx="215">
                  <c:v>0.3535795185</c:v>
                </c:pt>
                <c:pt idx="216">
                  <c:v>0.3538542384</c:v>
                </c:pt>
                <c:pt idx="217">
                  <c:v>0.3541181863</c:v>
                </c:pt>
                <c:pt idx="218">
                  <c:v>0.3543717847</c:v>
                </c:pt>
                <c:pt idx="219">
                  <c:v>0.3546154394</c:v>
                </c:pt>
                <c:pt idx="220">
                  <c:v>0.3548495402</c:v>
                </c:pt>
                <c:pt idx="221">
                  <c:v>0.3550744618</c:v>
                </c:pt>
                <c:pt idx="222">
                  <c:v>0.3552905642</c:v>
                </c:pt>
                <c:pt idx="223">
                  <c:v>0.355498193</c:v>
                </c:pt>
                <c:pt idx="224">
                  <c:v>0.3556976805</c:v>
                </c:pt>
                <c:pt idx="225">
                  <c:v>0.3558893461</c:v>
                </c:pt>
                <c:pt idx="226">
                  <c:v>0.3560734963</c:v>
                </c:pt>
                <c:pt idx="227">
                  <c:v>0.3562504259</c:v>
                </c:pt>
                <c:pt idx="228">
                  <c:v>0.356420418</c:v>
                </c:pt>
                <c:pt idx="229">
                  <c:v>0.3565837446</c:v>
                </c:pt>
                <c:pt idx="230">
                  <c:v>0.3567406671</c:v>
                </c:pt>
                <c:pt idx="231">
                  <c:v>0.3568914366</c:v>
                </c:pt>
                <c:pt idx="232">
                  <c:v>0.3570362943</c:v>
                </c:pt>
                <c:pt idx="233">
                  <c:v>0.357175472</c:v>
                </c:pt>
                <c:pt idx="234">
                  <c:v>0.3573091925</c:v>
                </c:pt>
                <c:pt idx="235">
                  <c:v>0.3574376698</c:v>
                </c:pt>
                <c:pt idx="236">
                  <c:v>0.3575611094</c:v>
                </c:pt>
                <c:pt idx="237">
                  <c:v>0.3576797088</c:v>
                </c:pt>
                <c:pt idx="238">
                  <c:v>0.357793658</c:v>
                </c:pt>
                <c:pt idx="239">
                  <c:v>0.3579031391</c:v>
                </c:pt>
                <c:pt idx="240">
                  <c:v>0.3580083273</c:v>
                </c:pt>
                <c:pt idx="241">
                  <c:v>0.3581093911</c:v>
                </c:pt>
                <c:pt idx="242">
                  <c:v>0.3582064922</c:v>
                </c:pt>
                <c:pt idx="243">
                  <c:v>0.3582997858</c:v>
                </c:pt>
                <c:pt idx="244">
                  <c:v>0.3583894213</c:v>
                </c:pt>
                <c:pt idx="245">
                  <c:v>0.3584755422</c:v>
                </c:pt>
                <c:pt idx="246">
                  <c:v>0.3585582862</c:v>
                </c:pt>
                <c:pt idx="247">
                  <c:v>0.3586377858</c:v>
                </c:pt>
                <c:pt idx="248">
                  <c:v>0.3587141682</c:v>
                </c:pt>
                <c:pt idx="249">
                  <c:v>0.3587875556</c:v>
                </c:pt>
                <c:pt idx="250">
                  <c:v>0.3588580654</c:v>
                </c:pt>
                <c:pt idx="251">
                  <c:v>0.3589258105</c:v>
                </c:pt>
                <c:pt idx="252">
                  <c:v>0.3589908993</c:v>
                </c:pt>
                <c:pt idx="253">
                  <c:v>0.3590534359</c:v>
                </c:pt>
                <c:pt idx="254">
                  <c:v>0.3591135204</c:v>
                </c:pt>
                <c:pt idx="255">
                  <c:v>0.3591712489</c:v>
                </c:pt>
                <c:pt idx="256">
                  <c:v>0.3592267139</c:v>
                </c:pt>
                <c:pt idx="257">
                  <c:v>0.3592800041</c:v>
                </c:pt>
                <c:pt idx="258">
                  <c:v>0.3593312047</c:v>
                </c:pt>
                <c:pt idx="259">
                  <c:v>0.3593803977</c:v>
                </c:pt>
                <c:pt idx="260">
                  <c:v>0.3594276619</c:v>
                </c:pt>
                <c:pt idx="261">
                  <c:v>0.3594730728</c:v>
                </c:pt>
                <c:pt idx="262">
                  <c:v>0.3595167031</c:v>
                </c:pt>
                <c:pt idx="263">
                  <c:v>0.3595586226</c:v>
                </c:pt>
                <c:pt idx="264">
                  <c:v>0.3595988984</c:v>
                </c:pt>
                <c:pt idx="265">
                  <c:v>0.359637595</c:v>
                </c:pt>
                <c:pt idx="266">
                  <c:v>0.3596747743</c:v>
                </c:pt>
                <c:pt idx="267">
                  <c:v>0.3597104958</c:v>
                </c:pt>
                <c:pt idx="268">
                  <c:v>0.3597448166</c:v>
                </c:pt>
                <c:pt idx="269">
                  <c:v>0.3597777917</c:v>
                </c:pt>
                <c:pt idx="270">
                  <c:v>0.3598094738</c:v>
                </c:pt>
                <c:pt idx="271">
                  <c:v>0.3598399136</c:v>
                </c:pt>
                <c:pt idx="272">
                  <c:v>0.3598691599</c:v>
                </c:pt>
                <c:pt idx="273">
                  <c:v>0.3598972594</c:v>
                </c:pt>
                <c:pt idx="274">
                  <c:v>0.3599242571</c:v>
                </c:pt>
                <c:pt idx="275">
                  <c:v>0.3599501962</c:v>
                </c:pt>
                <c:pt idx="276">
                  <c:v>0.3599751182</c:v>
                </c:pt>
                <c:pt idx="277">
                  <c:v>0.3599990631</c:v>
                </c:pt>
                <c:pt idx="278">
                  <c:v>0.360022069</c:v>
                </c:pt>
                <c:pt idx="279">
                  <c:v>0.3600441728</c:v>
                </c:pt>
                <c:pt idx="280">
                  <c:v>0.36006541</c:v>
                </c:pt>
                <c:pt idx="281">
                  <c:v>0.3600858144</c:v>
                </c:pt>
                <c:pt idx="282">
                  <c:v>0.3601054188</c:v>
                </c:pt>
                <c:pt idx="283">
                  <c:v>0.3601242544</c:v>
                </c:pt>
                <c:pt idx="284">
                  <c:v>0.3601423515</c:v>
                </c:pt>
                <c:pt idx="285">
                  <c:v>0.360159739</c:v>
                </c:pt>
                <c:pt idx="286">
                  <c:v>0.3601764448</c:v>
                </c:pt>
                <c:pt idx="287">
                  <c:v>0.3601924955</c:v>
                </c:pt>
                <c:pt idx="288">
                  <c:v>0.3602079168</c:v>
                </c:pt>
                <c:pt idx="289">
                  <c:v>0.3602227335</c:v>
                </c:pt>
                <c:pt idx="290">
                  <c:v>0.3602369691</c:v>
                </c:pt>
                <c:pt idx="291">
                  <c:v>0.3602506466</c:v>
                </c:pt>
                <c:pt idx="292">
                  <c:v>0.3602637878</c:v>
                </c:pt>
                <c:pt idx="293">
                  <c:v>0.3602764138</c:v>
                </c:pt>
                <c:pt idx="294">
                  <c:v>0.3602885446</c:v>
                </c:pt>
                <c:pt idx="295">
                  <c:v>0.3603001998</c:v>
                </c:pt>
                <c:pt idx="296">
                  <c:v>0.360311398</c:v>
                </c:pt>
                <c:pt idx="297">
                  <c:v>0.3603221571</c:v>
                </c:pt>
                <c:pt idx="298">
                  <c:v>0.3603324943</c:v>
                </c:pt>
                <c:pt idx="299">
                  <c:v>0.3603424262</c:v>
                </c:pt>
                <c:pt idx="300">
                  <c:v>0.3603519687</c:v>
                </c:pt>
                <c:pt idx="301">
                  <c:v>0.360361137</c:v>
                </c:pt>
                <c:pt idx="302">
                  <c:v>0.3603699458</c:v>
                </c:pt>
                <c:pt idx="303">
                  <c:v>0.3603784092</c:v>
                </c:pt>
                <c:pt idx="304">
                  <c:v>0.3603865408</c:v>
                </c:pt>
                <c:pt idx="305">
                  <c:v>0.3603943535</c:v>
                </c:pt>
                <c:pt idx="306">
                  <c:v>0.3604018598</c:v>
                </c:pt>
                <c:pt idx="307">
                  <c:v>0.3604090719</c:v>
                </c:pt>
                <c:pt idx="308">
                  <c:v>0.3604160011</c:v>
                </c:pt>
                <c:pt idx="309">
                  <c:v>0.3604226587</c:v>
                </c:pt>
                <c:pt idx="310">
                  <c:v>0.3604290552</c:v>
                </c:pt>
                <c:pt idx="311">
                  <c:v>0.3604352009</c:v>
                </c:pt>
                <c:pt idx="312">
                  <c:v>0.3604411056</c:v>
                </c:pt>
                <c:pt idx="313">
                  <c:v>0.3604467788</c:v>
                </c:pt>
                <c:pt idx="314">
                  <c:v>0.3604522295</c:v>
                </c:pt>
                <c:pt idx="315">
                  <c:v>0.3604574665</c:v>
                </c:pt>
                <c:pt idx="316">
                  <c:v>0.3604624982</c:v>
                </c:pt>
                <c:pt idx="317">
                  <c:v>0.3604673326</c:v>
                </c:pt>
                <c:pt idx="318">
                  <c:v>0.3604719774</c:v>
                </c:pt>
                <c:pt idx="319">
                  <c:v>0.3604764401</c:v>
                </c:pt>
                <c:pt idx="320">
                  <c:v>0.3604807278</c:v>
                </c:pt>
                <c:pt idx="321">
                  <c:v>0.3604848474</c:v>
                </c:pt>
                <c:pt idx="322">
                  <c:v>0.3604888054</c:v>
                </c:pt>
                <c:pt idx="323">
                  <c:v>0.3604926083</c:v>
                </c:pt>
                <c:pt idx="324">
                  <c:v>0.360496262</c:v>
                </c:pt>
                <c:pt idx="325">
                  <c:v>0.3604997725</c:v>
                </c:pt>
                <c:pt idx="326">
                  <c:v>0.3605031453</c:v>
                </c:pt>
                <c:pt idx="327">
                  <c:v>0.3605063859</c:v>
                </c:pt>
                <c:pt idx="328">
                  <c:v>0.3605094994</c:v>
                </c:pt>
                <c:pt idx="329">
                  <c:v>0.3605124909</c:v>
                </c:pt>
                <c:pt idx="330">
                  <c:v>0.360515365</c:v>
                </c:pt>
                <c:pt idx="331">
                  <c:v>0.3605181264</c:v>
                </c:pt>
                <c:pt idx="332">
                  <c:v>0.3605207796</c:v>
                </c:pt>
                <c:pt idx="333">
                  <c:v>0.3605233287</c:v>
                </c:pt>
                <c:pt idx="334">
                  <c:v>0.3605257779</c:v>
                </c:pt>
                <c:pt idx="335">
                  <c:v>0.3605281311</c:v>
                </c:pt>
                <c:pt idx="336">
                  <c:v>0.3605303919</c:v>
                </c:pt>
                <c:pt idx="337">
                  <c:v>0.3605325642</c:v>
                </c:pt>
                <c:pt idx="338">
                  <c:v>0.3605346512</c:v>
                </c:pt>
                <c:pt idx="339">
                  <c:v>0.3605366564</c:v>
                </c:pt>
                <c:pt idx="340">
                  <c:v>0.360538583</c:v>
                </c:pt>
                <c:pt idx="341">
                  <c:v>0.3605404341</c:v>
                </c:pt>
                <c:pt idx="342">
                  <c:v>0.3605422125</c:v>
                </c:pt>
                <c:pt idx="343">
                  <c:v>0.3605439213</c:v>
                </c:pt>
                <c:pt idx="344">
                  <c:v>0.360545563</c:v>
                </c:pt>
                <c:pt idx="345">
                  <c:v>0.3605471403</c:v>
                </c:pt>
                <c:pt idx="346">
                  <c:v>0.3605486559</c:v>
                </c:pt>
                <c:pt idx="347">
                  <c:v>0.3605501119</c:v>
                </c:pt>
                <c:pt idx="348">
                  <c:v>0.3605515109</c:v>
                </c:pt>
                <c:pt idx="349">
                  <c:v>0.3605528551</c:v>
                </c:pt>
                <c:pt idx="350">
                  <c:v>0.3605541465</c:v>
                </c:pt>
                <c:pt idx="351">
                  <c:v>0.3605553873</c:v>
                </c:pt>
                <c:pt idx="352">
                  <c:v>0.3605565794</c:v>
                </c:pt>
                <c:pt idx="353">
                  <c:v>0.3605577248</c:v>
                </c:pt>
                <c:pt idx="354">
                  <c:v>0.3605588253</c:v>
                </c:pt>
                <c:pt idx="355">
                  <c:v>0.3605598827</c:v>
                </c:pt>
                <c:pt idx="356">
                  <c:v>0.3605608985</c:v>
                </c:pt>
                <c:pt idx="357">
                  <c:v>0.3605618746</c:v>
                </c:pt>
                <c:pt idx="358">
                  <c:v>0.3605628124</c:v>
                </c:pt>
                <c:pt idx="359">
                  <c:v>0.3605637134</c:v>
                </c:pt>
              </c:numCache>
            </c:numRef>
          </c:yVal>
        </c:ser>
        <c:ser>
          <c:idx val="1"/>
          <c:order val="1"/>
          <c:tx>
            <c:v>Sensor response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Data'!$D$2:$D$361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8.162389836E-05</c:v>
                </c:pt>
                <c:pt idx="92">
                  <c:v>0.0002339036353</c:v>
                </c:pt>
                <c:pt idx="93">
                  <c:v>0.0004470403942</c:v>
                </c:pt>
                <c:pt idx="94">
                  <c:v>0.0008110833462</c:v>
                </c:pt>
                <c:pt idx="95">
                  <c:v>0.001304959458</c:v>
                </c:pt>
                <c:pt idx="96">
                  <c:v>0.001909864258</c:v>
                </c:pt>
                <c:pt idx="97">
                  <c:v>0.002709214633</c:v>
                </c:pt>
                <c:pt idx="98">
                  <c:v>0.00367462519</c:v>
                </c:pt>
                <c:pt idx="99">
                  <c:v>0.004780799223</c:v>
                </c:pt>
                <c:pt idx="100">
                  <c:v>0.006089723179</c:v>
                </c:pt>
                <c:pt idx="101">
                  <c:v>0.007570025359</c:v>
                </c:pt>
                <c:pt idx="102">
                  <c:v>0.009193793044</c:v>
                </c:pt>
                <c:pt idx="103">
                  <c:v>0.01100240536</c:v>
                </c:pt>
                <c:pt idx="104">
                  <c:v>0.01296496526</c:v>
                </c:pt>
                <c:pt idx="105">
                  <c:v>0.01505403771</c:v>
                </c:pt>
                <c:pt idx="106">
                  <c:v>0.01730735588</c:v>
                </c:pt>
                <c:pt idx="107">
                  <c:v>0.01969505444</c:v>
                </c:pt>
                <c:pt idx="108">
                  <c:v>0.02219066829</c:v>
                </c:pt>
                <c:pt idx="109">
                  <c:v>0.02484670926</c:v>
                </c:pt>
                <c:pt idx="110">
                  <c:v>0.02763230818</c:v>
                </c:pt>
                <c:pt idx="111">
                  <c:v>0.03052014523</c:v>
                </c:pt>
                <c:pt idx="112">
                  <c:v>0.0335811186</c:v>
                </c:pt>
                <c:pt idx="113">
                  <c:v>0.03678118779</c:v>
                </c:pt>
                <c:pt idx="114">
                  <c:v>0.04009024042</c:v>
                </c:pt>
                <c:pt idx="115">
                  <c:v>0.04358350408</c:v>
                </c:pt>
                <c:pt idx="116">
                  <c:v>0.04722387844</c:v>
                </c:pt>
                <c:pt idx="117">
                  <c:v>0.05097856108</c:v>
                </c:pt>
                <c:pt idx="118">
                  <c:v>0.054908642</c:v>
                </c:pt>
                <c:pt idx="119">
                  <c:v>0.05897654224</c:v>
                </c:pt>
                <c:pt idx="120">
                  <c:v>0.06314907797</c:v>
                </c:pt>
                <c:pt idx="121">
                  <c:v>0.06746753273</c:v>
                </c:pt>
                <c:pt idx="122">
                  <c:v>0.07189672962</c:v>
                </c:pt>
                <c:pt idx="123">
                  <c:v>0.07640567407</c:v>
                </c:pt>
                <c:pt idx="124">
                  <c:v>0.08102834128</c:v>
                </c:pt>
                <c:pt idx="125">
                  <c:v>0.08573262537</c:v>
                </c:pt>
                <c:pt idx="126">
                  <c:v>0.09049031033</c:v>
                </c:pt>
                <c:pt idx="127">
                  <c:v>0.09534734163</c:v>
                </c:pt>
                <c:pt idx="128">
                  <c:v>0.1002726171</c:v>
                </c:pt>
                <c:pt idx="129">
                  <c:v>0.1052388431</c:v>
                </c:pt>
                <c:pt idx="130">
                  <c:v>0.1103123367</c:v>
                </c:pt>
                <c:pt idx="131">
                  <c:v>0.1154601533</c:v>
                </c:pt>
                <c:pt idx="132">
                  <c:v>0.1206533746</c:v>
                </c:pt>
                <c:pt idx="133">
                  <c:v>0.1259685292</c:v>
                </c:pt>
                <c:pt idx="134">
                  <c:v>0.1313698548</c:v>
                </c:pt>
                <c:pt idx="135">
                  <c:v>0.1368259393</c:v>
                </c:pt>
                <c:pt idx="136">
                  <c:v>0.142404164</c:v>
                </c:pt>
                <c:pt idx="137">
                  <c:v>0.1480677577</c:v>
                </c:pt>
                <c:pt idx="138">
                  <c:v>0.1537844347</c:v>
                </c:pt>
                <c:pt idx="139">
                  <c:v>0.159525929</c:v>
                </c:pt>
                <c:pt idx="140">
                  <c:v>0.1652675747</c:v>
                </c:pt>
                <c:pt idx="141">
                  <c:v>0.1709879279</c:v>
                </c:pt>
                <c:pt idx="142">
                  <c:v>0.1766684253</c:v>
                </c:pt>
                <c:pt idx="143">
                  <c:v>0.1822930778</c:v>
                </c:pt>
                <c:pt idx="144">
                  <c:v>0.1878481933</c:v>
                </c:pt>
                <c:pt idx="145">
                  <c:v>0.1933221281</c:v>
                </c:pt>
                <c:pt idx="146">
                  <c:v>0.1987050623</c:v>
                </c:pt>
                <c:pt idx="147">
                  <c:v>0.2039887987</c:v>
                </c:pt>
                <c:pt idx="148">
                  <c:v>0.2091665811</c:v>
                </c:pt>
                <c:pt idx="149">
                  <c:v>0.2142329312</c:v>
                </c:pt>
                <c:pt idx="150">
                  <c:v>0.2191835022</c:v>
                </c:pt>
                <c:pt idx="151">
                  <c:v>0.2240149473</c:v>
                </c:pt>
                <c:pt idx="152">
                  <c:v>0.2287248014</c:v>
                </c:pt>
                <c:pt idx="153">
                  <c:v>0.2333113751</c:v>
                </c:pt>
                <c:pt idx="154">
                  <c:v>0.2377736596</c:v>
                </c:pt>
                <c:pt idx="155">
                  <c:v>0.242111242</c:v>
                </c:pt>
                <c:pt idx="156">
                  <c:v>0.2463242282</c:v>
                </c:pt>
                <c:pt idx="157">
                  <c:v>0.2504131757</c:v>
                </c:pt>
                <c:pt idx="158">
                  <c:v>0.2543790315</c:v>
                </c:pt>
                <c:pt idx="159">
                  <c:v>0.2582230785</c:v>
                </c:pt>
                <c:pt idx="160">
                  <c:v>0.2619468864</c:v>
                </c:pt>
                <c:pt idx="161">
                  <c:v>0.2655522685</c:v>
                </c:pt>
                <c:pt idx="162">
                  <c:v>0.2690412432</c:v>
                </c:pt>
                <c:pt idx="163">
                  <c:v>0.2724159994</c:v>
                </c:pt>
                <c:pt idx="164">
                  <c:v>0.2756788663</c:v>
                </c:pt>
                <c:pt idx="165">
                  <c:v>0.2788322864</c:v>
                </c:pt>
                <c:pt idx="166">
                  <c:v>0.2818787913</c:v>
                </c:pt>
                <c:pt idx="167">
                  <c:v>0.2848209811</c:v>
                </c:pt>
                <c:pt idx="168">
                  <c:v>0.2876615052</c:v>
                </c:pt>
                <c:pt idx="169">
                  <c:v>0.2904030462</c:v>
                </c:pt>
                <c:pt idx="170">
                  <c:v>0.2930483059</c:v>
                </c:pt>
                <c:pt idx="171">
                  <c:v>0.2955999921</c:v>
                </c:pt>
                <c:pt idx="172">
                  <c:v>0.2980608081</c:v>
                </c:pt>
                <c:pt idx="173">
                  <c:v>0.3004334431</c:v>
                </c:pt>
                <c:pt idx="174">
                  <c:v>0.302720564</c:v>
                </c:pt>
                <c:pt idx="175">
                  <c:v>0.3049248085</c:v>
                </c:pt>
                <c:pt idx="176">
                  <c:v>0.3070487788</c:v>
                </c:pt>
                <c:pt idx="177">
                  <c:v>0.3090950366</c:v>
                </c:pt>
                <c:pt idx="178">
                  <c:v>0.3110660993</c:v>
                </c:pt>
                <c:pt idx="179">
                  <c:v>0.3129644355</c:v>
                </c:pt>
                <c:pt idx="180">
                  <c:v>0.314792463</c:v>
                </c:pt>
                <c:pt idx="181">
                  <c:v>0.316552546</c:v>
                </c:pt>
                <c:pt idx="182">
                  <c:v>0.3182469933</c:v>
                </c:pt>
                <c:pt idx="183">
                  <c:v>0.3198780572</c:v>
                </c:pt>
                <c:pt idx="184">
                  <c:v>0.3214479319</c:v>
                </c:pt>
                <c:pt idx="185">
                  <c:v>0.3229587535</c:v>
                </c:pt>
                <c:pt idx="186">
                  <c:v>0.3244125995</c:v>
                </c:pt>
                <c:pt idx="187">
                  <c:v>0.3258114883</c:v>
                </c:pt>
                <c:pt idx="188">
                  <c:v>0.3271573799</c:v>
                </c:pt>
                <c:pt idx="189">
                  <c:v>0.3284521759</c:v>
                </c:pt>
                <c:pt idx="190">
                  <c:v>0.3296977201</c:v>
                </c:pt>
                <c:pt idx="191">
                  <c:v>0.3308957993</c:v>
                </c:pt>
                <c:pt idx="192">
                  <c:v>0.3320481439</c:v>
                </c:pt>
                <c:pt idx="193">
                  <c:v>0.3331564289</c:v>
                </c:pt>
                <c:pt idx="194">
                  <c:v>0.334222275</c:v>
                </c:pt>
                <c:pt idx="195">
                  <c:v>0.3352472493</c:v>
                </c:pt>
                <c:pt idx="196">
                  <c:v>0.3362328668</c:v>
                </c:pt>
                <c:pt idx="197">
                  <c:v>0.3371805915</c:v>
                </c:pt>
                <c:pt idx="198">
                  <c:v>0.3380918374</c:v>
                </c:pt>
                <c:pt idx="199">
                  <c:v>0.3389679699</c:v>
                </c:pt>
                <c:pt idx="200">
                  <c:v>0.3398103073</c:v>
                </c:pt>
                <c:pt idx="201">
                  <c:v>0.3406201214</c:v>
                </c:pt>
                <c:pt idx="202">
                  <c:v>0.3413986394</c:v>
                </c:pt>
                <c:pt idx="203">
                  <c:v>0.3421470449</c:v>
                </c:pt>
                <c:pt idx="204">
                  <c:v>0.3428664794</c:v>
                </c:pt>
                <c:pt idx="205">
                  <c:v>0.3435580431</c:v>
                </c:pt>
                <c:pt idx="206">
                  <c:v>0.3442227967</c:v>
                </c:pt>
                <c:pt idx="207">
                  <c:v>0.3448617623</c:v>
                </c:pt>
                <c:pt idx="208">
                  <c:v>0.3454759245</c:v>
                </c:pt>
                <c:pt idx="209">
                  <c:v>0.3460662322</c:v>
                </c:pt>
                <c:pt idx="210">
                  <c:v>0.3466335989</c:v>
                </c:pt>
                <c:pt idx="211">
                  <c:v>0.3471789048</c:v>
                </c:pt>
                <c:pt idx="212">
                  <c:v>0.3477029971</c:v>
                </c:pt>
                <c:pt idx="213">
                  <c:v>0.3482066917</c:v>
                </c:pt>
                <c:pt idx="214">
                  <c:v>0.3486907738</c:v>
                </c:pt>
                <c:pt idx="215">
                  <c:v>0.3491559994</c:v>
                </c:pt>
                <c:pt idx="216">
                  <c:v>0.3496030959</c:v>
                </c:pt>
                <c:pt idx="217">
                  <c:v>0.3500327636</c:v>
                </c:pt>
                <c:pt idx="218">
                  <c:v>0.350445676</c:v>
                </c:pt>
                <c:pt idx="219">
                  <c:v>0.3508424815</c:v>
                </c:pt>
                <c:pt idx="220">
                  <c:v>0.3512238035</c:v>
                </c:pt>
                <c:pt idx="221">
                  <c:v>0.3515902421</c:v>
                </c:pt>
                <c:pt idx="222">
                  <c:v>0.3519423743</c:v>
                </c:pt>
                <c:pt idx="223">
                  <c:v>0.3522807552</c:v>
                </c:pt>
                <c:pt idx="224">
                  <c:v>0.3526059186</c:v>
                </c:pt>
                <c:pt idx="225">
                  <c:v>0.3529183781</c:v>
                </c:pt>
                <c:pt idx="226">
                  <c:v>0.3532186273</c:v>
                </c:pt>
                <c:pt idx="227">
                  <c:v>0.3535071411</c:v>
                </c:pt>
                <c:pt idx="228">
                  <c:v>0.353784376</c:v>
                </c:pt>
                <c:pt idx="229">
                  <c:v>0.3540507712</c:v>
                </c:pt>
                <c:pt idx="230">
                  <c:v>0.3543067486</c:v>
                </c:pt>
                <c:pt idx="231">
                  <c:v>0.3545527142</c:v>
                </c:pt>
                <c:pt idx="232">
                  <c:v>0.3547890581</c:v>
                </c:pt>
                <c:pt idx="233">
                  <c:v>0.3550161554</c:v>
                </c:pt>
                <c:pt idx="234">
                  <c:v>0.3552343667</c:v>
                </c:pt>
                <c:pt idx="235">
                  <c:v>0.3554440387</c:v>
                </c:pt>
                <c:pt idx="236">
                  <c:v>0.3556455046</c:v>
                </c:pt>
                <c:pt idx="237">
                  <c:v>0.3558390848</c:v>
                </c:pt>
                <c:pt idx="238">
                  <c:v>0.356025087</c:v>
                </c:pt>
                <c:pt idx="239">
                  <c:v>0.3562038073</c:v>
                </c:pt>
                <c:pt idx="240">
                  <c:v>0.3563755301</c:v>
                </c:pt>
                <c:pt idx="241">
                  <c:v>0.3565405288</c:v>
                </c:pt>
                <c:pt idx="242">
                  <c:v>0.3566990661</c:v>
                </c:pt>
                <c:pt idx="243">
                  <c:v>0.3568513948</c:v>
                </c:pt>
                <c:pt idx="244">
                  <c:v>0.3569977573</c:v>
                </c:pt>
                <c:pt idx="245">
                  <c:v>0.3571383872</c:v>
                </c:pt>
                <c:pt idx="246">
                  <c:v>0.3572735084</c:v>
                </c:pt>
                <c:pt idx="247">
                  <c:v>0.3574033366</c:v>
                </c:pt>
                <c:pt idx="248">
                  <c:v>0.3575280787</c:v>
                </c:pt>
                <c:pt idx="249">
                  <c:v>0.3576479338</c:v>
                </c:pt>
                <c:pt idx="250">
                  <c:v>0.357763093</c:v>
                </c:pt>
                <c:pt idx="251">
                  <c:v>0.3578737402</c:v>
                </c:pt>
                <c:pt idx="252">
                  <c:v>0.357980052</c:v>
                </c:pt>
                <c:pt idx="253">
                  <c:v>0.3580821979</c:v>
                </c:pt>
                <c:pt idx="254">
                  <c:v>0.3581803412</c:v>
                </c:pt>
                <c:pt idx="255">
                  <c:v>0.3582746386</c:v>
                </c:pt>
                <c:pt idx="256">
                  <c:v>0.3583652405</c:v>
                </c:pt>
                <c:pt idx="257">
                  <c:v>0.3584522918</c:v>
                </c:pt>
                <c:pt idx="258">
                  <c:v>0.3585359314</c:v>
                </c:pt>
                <c:pt idx="259">
                  <c:v>0.358616293</c:v>
                </c:pt>
                <c:pt idx="260">
                  <c:v>0.358693505</c:v>
                </c:pt>
                <c:pt idx="261">
                  <c:v>0.3587676906</c:v>
                </c:pt>
                <c:pt idx="262">
                  <c:v>0.3588389686</c:v>
                </c:pt>
                <c:pt idx="263">
                  <c:v>0.3589074527</c:v>
                </c:pt>
                <c:pt idx="264">
                  <c:v>0.3589732525</c:v>
                </c:pt>
                <c:pt idx="265">
                  <c:v>0.359036473</c:v>
                </c:pt>
                <c:pt idx="266">
                  <c:v>0.3590972154</c:v>
                </c:pt>
                <c:pt idx="267">
                  <c:v>0.3591555768</c:v>
                </c:pt>
                <c:pt idx="268">
                  <c:v>0.3592116504</c:v>
                </c:pt>
                <c:pt idx="269">
                  <c:v>0.3592655258</c:v>
                </c:pt>
                <c:pt idx="270">
                  <c:v>0.3593172893</c:v>
                </c:pt>
                <c:pt idx="271">
                  <c:v>0.3593670236</c:v>
                </c:pt>
                <c:pt idx="272">
                  <c:v>0.3594148082</c:v>
                </c:pt>
                <c:pt idx="273">
                  <c:v>0.3594607195</c:v>
                </c:pt>
                <c:pt idx="274">
                  <c:v>0.3595048309</c:v>
                </c:pt>
                <c:pt idx="275">
                  <c:v>0.359547213</c:v>
                </c:pt>
                <c:pt idx="276">
                  <c:v>0.3595879336</c:v>
                </c:pt>
                <c:pt idx="277">
                  <c:v>0.3596270577</c:v>
                </c:pt>
                <c:pt idx="278">
                  <c:v>0.359664648</c:v>
                </c:pt>
                <c:pt idx="279">
                  <c:v>0.3597007646</c:v>
                </c:pt>
                <c:pt idx="280">
                  <c:v>0.3597354652</c:v>
                </c:pt>
                <c:pt idx="281">
                  <c:v>0.3597688053</c:v>
                </c:pt>
                <c:pt idx="282">
                  <c:v>0.3598008383</c:v>
                </c:pt>
                <c:pt idx="283">
                  <c:v>0.3598316154</c:v>
                </c:pt>
                <c:pt idx="284">
                  <c:v>0.3598611859</c:v>
                </c:pt>
                <c:pt idx="285">
                  <c:v>0.359889597</c:v>
                </c:pt>
                <c:pt idx="286">
                  <c:v>0.3599168942</c:v>
                </c:pt>
                <c:pt idx="287">
                  <c:v>0.3599431211</c:v>
                </c:pt>
                <c:pt idx="288">
                  <c:v>0.3599683197</c:v>
                </c:pt>
                <c:pt idx="289">
                  <c:v>0.3599925304</c:v>
                </c:pt>
                <c:pt idx="290">
                  <c:v>0.3600157918</c:v>
                </c:pt>
                <c:pt idx="291">
                  <c:v>0.3600381412</c:v>
                </c:pt>
                <c:pt idx="292">
                  <c:v>0.3600596143</c:v>
                </c:pt>
                <c:pt idx="293">
                  <c:v>0.3600802455</c:v>
                </c:pt>
                <c:pt idx="294">
                  <c:v>0.3601000678</c:v>
                </c:pt>
                <c:pt idx="295">
                  <c:v>0.3601191129</c:v>
                </c:pt>
                <c:pt idx="296">
                  <c:v>0.3601374112</c:v>
                </c:pt>
                <c:pt idx="297">
                  <c:v>0.3601549921</c:v>
                </c:pt>
                <c:pt idx="298">
                  <c:v>0.3601718837</c:v>
                </c:pt>
                <c:pt idx="299">
                  <c:v>0.360188113</c:v>
                </c:pt>
                <c:pt idx="300">
                  <c:v>0.3602037059</c:v>
                </c:pt>
                <c:pt idx="301">
                  <c:v>0.3602186874</c:v>
                </c:pt>
                <c:pt idx="302">
                  <c:v>0.3602330816</c:v>
                </c:pt>
                <c:pt idx="303">
                  <c:v>0.3602469113</c:v>
                </c:pt>
                <c:pt idx="304">
                  <c:v>0.3602601988</c:v>
                </c:pt>
                <c:pt idx="305">
                  <c:v>0.3602729653</c:v>
                </c:pt>
                <c:pt idx="306">
                  <c:v>0.3602852313</c:v>
                </c:pt>
                <c:pt idx="307">
                  <c:v>0.3602970162</c:v>
                </c:pt>
                <c:pt idx="308">
                  <c:v>0.3603083392</c:v>
                </c:pt>
                <c:pt idx="309">
                  <c:v>0.3603192181</c:v>
                </c:pt>
                <c:pt idx="310">
                  <c:v>0.3603296705</c:v>
                </c:pt>
                <c:pt idx="311">
                  <c:v>0.360339713</c:v>
                </c:pt>
                <c:pt idx="312">
                  <c:v>0.3603493618</c:v>
                </c:pt>
                <c:pt idx="313">
                  <c:v>0.3603586323</c:v>
                </c:pt>
                <c:pt idx="314">
                  <c:v>0.3603675392</c:v>
                </c:pt>
                <c:pt idx="315">
                  <c:v>0.3603760969</c:v>
                </c:pt>
                <c:pt idx="316">
                  <c:v>0.3603843191</c:v>
                </c:pt>
                <c:pt idx="317">
                  <c:v>0.3603922189</c:v>
                </c:pt>
                <c:pt idx="318">
                  <c:v>0.3603998089</c:v>
                </c:pt>
                <c:pt idx="319">
                  <c:v>0.3604071013</c:v>
                </c:pt>
                <c:pt idx="320">
                  <c:v>0.3604141078</c:v>
                </c:pt>
                <c:pt idx="321">
                  <c:v>0.3604208396</c:v>
                </c:pt>
                <c:pt idx="322">
                  <c:v>0.3604273074</c:v>
                </c:pt>
                <c:pt idx="323">
                  <c:v>0.3604335216</c:v>
                </c:pt>
                <c:pt idx="324">
                  <c:v>0.3604394921</c:v>
                </c:pt>
                <c:pt idx="325">
                  <c:v>0.3604452286</c:v>
                </c:pt>
                <c:pt idx="326">
                  <c:v>0.3604507401</c:v>
                </c:pt>
                <c:pt idx="327">
                  <c:v>0.3604560355</c:v>
                </c:pt>
                <c:pt idx="328">
                  <c:v>0.3604611232</c:v>
                </c:pt>
                <c:pt idx="329">
                  <c:v>0.3604660115</c:v>
                </c:pt>
                <c:pt idx="330">
                  <c:v>0.3604707081</c:v>
                </c:pt>
                <c:pt idx="331">
                  <c:v>0.3604752206</c:v>
                </c:pt>
                <c:pt idx="332">
                  <c:v>0.3604795561</c:v>
                </c:pt>
                <c:pt idx="333">
                  <c:v>0.3604837216</c:v>
                </c:pt>
                <c:pt idx="334">
                  <c:v>0.3604877238</c:v>
                </c:pt>
                <c:pt idx="335">
                  <c:v>0.3604915691</c:v>
                </c:pt>
                <c:pt idx="336">
                  <c:v>0.3604952635</c:v>
                </c:pt>
                <c:pt idx="337">
                  <c:v>0.3604988132</c:v>
                </c:pt>
                <c:pt idx="338">
                  <c:v>0.3605022236</c:v>
                </c:pt>
                <c:pt idx="339">
                  <c:v>0.3605055003</c:v>
                </c:pt>
                <c:pt idx="340">
                  <c:v>0.3605086486</c:v>
                </c:pt>
                <c:pt idx="341">
                  <c:v>0.3605116733</c:v>
                </c:pt>
                <c:pt idx="342">
                  <c:v>0.3605145795</c:v>
                </c:pt>
                <c:pt idx="343">
                  <c:v>0.3605173718</c:v>
                </c:pt>
                <c:pt idx="344">
                  <c:v>0.3605200545</c:v>
                </c:pt>
                <c:pt idx="345">
                  <c:v>0.3605226321</c:v>
                </c:pt>
                <c:pt idx="346">
                  <c:v>0.3605251086</c:v>
                </c:pt>
                <c:pt idx="347">
                  <c:v>0.360527488</c:v>
                </c:pt>
                <c:pt idx="348">
                  <c:v>0.360529774</c:v>
                </c:pt>
                <c:pt idx="349">
                  <c:v>0.3605319705</c:v>
                </c:pt>
                <c:pt idx="350">
                  <c:v>0.3605340808</c:v>
                </c:pt>
                <c:pt idx="351">
                  <c:v>0.3605361084</c:v>
                </c:pt>
                <c:pt idx="352">
                  <c:v>0.3605380565</c:v>
                </c:pt>
                <c:pt idx="353">
                  <c:v>0.3605399282</c:v>
                </c:pt>
                <c:pt idx="354">
                  <c:v>0.3605417265</c:v>
                </c:pt>
                <c:pt idx="355">
                  <c:v>0.3605434543</c:v>
                </c:pt>
                <c:pt idx="356">
                  <c:v>0.3605451143</c:v>
                </c:pt>
                <c:pt idx="357">
                  <c:v>0.3605467093</c:v>
                </c:pt>
                <c:pt idx="358">
                  <c:v>0.3605482417</c:v>
                </c:pt>
                <c:pt idx="359">
                  <c:v>0.360549714</c:v>
                </c:pt>
              </c:numCache>
            </c:numRef>
          </c:yVal>
        </c:ser>
        <c:ser>
          <c:idx val="2"/>
          <c:order val="2"/>
          <c:tx>
            <c:v>Coherent readout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Data'!$E$2:$E$361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Data'!$F$2:$F$361</c:f>
              <c:numCache>
                <c:formatCode>0.##</c:formatCode>
                <c:ptCount val="360"/>
                <c:pt idx="0">
                  <c:v>0.05650409643</c:v>
                </c:pt>
                <c:pt idx="1">
                  <c:v>0.03605416413</c:v>
                </c:pt>
                <c:pt idx="2">
                  <c:v>0.1387100113</c:v>
                </c:pt>
                <c:pt idx="3">
                  <c:v>0.04536725622</c:v>
                </c:pt>
                <c:pt idx="4">
                  <c:v>0.08199663048</c:v>
                </c:pt>
                <c:pt idx="5">
                  <c:v>0.0783531383</c:v>
                </c:pt>
                <c:pt idx="6">
                  <c:v>0.05690024708</c:v>
                </c:pt>
                <c:pt idx="7">
                  <c:v>-0.01805717471</c:v>
                </c:pt>
                <c:pt idx="8">
                  <c:v>0.112144588</c:v>
                </c:pt>
                <c:pt idx="9">
                  <c:v>-0.01507102391</c:v>
                </c:pt>
                <c:pt idx="10">
                  <c:v>0.03423887384</c:v>
                </c:pt>
                <c:pt idx="11">
                  <c:v>0.01562064152</c:v>
                </c:pt>
                <c:pt idx="12">
                  <c:v>0.07579531152</c:v>
                </c:pt>
                <c:pt idx="13">
                  <c:v>-0.03957042891</c:v>
                </c:pt>
                <c:pt idx="14">
                  <c:v>0.0921473323</c:v>
                </c:pt>
                <c:pt idx="15">
                  <c:v>0.1062268874</c:v>
                </c:pt>
                <c:pt idx="16">
                  <c:v>0.0121252918</c:v>
                </c:pt>
                <c:pt idx="17">
                  <c:v>-0.05975583215</c:v>
                </c:pt>
                <c:pt idx="18">
                  <c:v>0.1826046884</c:v>
                </c:pt>
                <c:pt idx="19">
                  <c:v>0.03586191099</c:v>
                </c:pt>
                <c:pt idx="20">
                  <c:v>0.1616596995</c:v>
                </c:pt>
                <c:pt idx="21">
                  <c:v>0.1396246662</c:v>
                </c:pt>
                <c:pt idx="22">
                  <c:v>-0.05557162505</c:v>
                </c:pt>
                <c:pt idx="23">
                  <c:v>0.2726256868</c:v>
                </c:pt>
                <c:pt idx="24">
                  <c:v>-0.03545517542</c:v>
                </c:pt>
                <c:pt idx="25">
                  <c:v>0.04382913471</c:v>
                </c:pt>
                <c:pt idx="26">
                  <c:v>0.05347912755</c:v>
                </c:pt>
                <c:pt idx="27">
                  <c:v>-0.04680205332</c:v>
                </c:pt>
                <c:pt idx="28">
                  <c:v>-0.0283171413</c:v>
                </c:pt>
                <c:pt idx="29">
                  <c:v>0.1750317814</c:v>
                </c:pt>
                <c:pt idx="30">
                  <c:v>0.03558906907</c:v>
                </c:pt>
                <c:pt idx="31">
                  <c:v>0.1373062182</c:v>
                </c:pt>
                <c:pt idx="32">
                  <c:v>0.140405497</c:v>
                </c:pt>
                <c:pt idx="33">
                  <c:v>0.1561382613</c:v>
                </c:pt>
                <c:pt idx="34">
                  <c:v>0.03124659936</c:v>
                </c:pt>
                <c:pt idx="35">
                  <c:v>0.03680295887</c:v>
                </c:pt>
                <c:pt idx="36">
                  <c:v>0.2293285726</c:v>
                </c:pt>
                <c:pt idx="37">
                  <c:v>0.07541082183</c:v>
                </c:pt>
                <c:pt idx="38">
                  <c:v>0.05279943676</c:v>
                </c:pt>
                <c:pt idx="39">
                  <c:v>0.01272988426</c:v>
                </c:pt>
                <c:pt idx="40">
                  <c:v>0.08079089921</c:v>
                </c:pt>
                <c:pt idx="41">
                  <c:v>0.07459072602</c:v>
                </c:pt>
                <c:pt idx="42">
                  <c:v>0.05841316723</c:v>
                </c:pt>
                <c:pt idx="43">
                  <c:v>0.2301438541</c:v>
                </c:pt>
                <c:pt idx="44">
                  <c:v>-0.02112590576</c:v>
                </c:pt>
                <c:pt idx="45">
                  <c:v>-0.03615802312</c:v>
                </c:pt>
                <c:pt idx="46">
                  <c:v>-0.02713347151</c:v>
                </c:pt>
                <c:pt idx="47">
                  <c:v>0.03937662885</c:v>
                </c:pt>
                <c:pt idx="48">
                  <c:v>0.07893790177</c:v>
                </c:pt>
                <c:pt idx="49">
                  <c:v>-0.2182968624</c:v>
                </c:pt>
                <c:pt idx="50">
                  <c:v>-0.01624616506</c:v>
                </c:pt>
                <c:pt idx="51">
                  <c:v>0.05462560473</c:v>
                </c:pt>
                <c:pt idx="52">
                  <c:v>-0.005281187681</c:v>
                </c:pt>
                <c:pt idx="53">
                  <c:v>0.03141124957</c:v>
                </c:pt>
                <c:pt idx="54">
                  <c:v>-0.1585139009</c:v>
                </c:pt>
                <c:pt idx="55">
                  <c:v>-0.08364395308</c:v>
                </c:pt>
                <c:pt idx="56">
                  <c:v>-0.06170612231</c:v>
                </c:pt>
                <c:pt idx="57">
                  <c:v>0.006722029495</c:v>
                </c:pt>
                <c:pt idx="58">
                  <c:v>-0.04168208988</c:v>
                </c:pt>
                <c:pt idx="59">
                  <c:v>-0.02992062755</c:v>
                </c:pt>
                <c:pt idx="60">
                  <c:v>0.03213493818</c:v>
                </c:pt>
                <c:pt idx="61">
                  <c:v>0.05181727716</c:v>
                </c:pt>
                <c:pt idx="62">
                  <c:v>0.1166988811</c:v>
                </c:pt>
                <c:pt idx="63">
                  <c:v>-0.006365868086</c:v>
                </c:pt>
                <c:pt idx="64">
                  <c:v>0.07566498489</c:v>
                </c:pt>
                <c:pt idx="65">
                  <c:v>0.009258482307</c:v>
                </c:pt>
                <c:pt idx="66">
                  <c:v>0.01168902417</c:v>
                </c:pt>
                <c:pt idx="67">
                  <c:v>0.02832976667</c:v>
                </c:pt>
                <c:pt idx="68">
                  <c:v>0.09069806751</c:v>
                </c:pt>
                <c:pt idx="69">
                  <c:v>0.01569875687</c:v>
                </c:pt>
                <c:pt idx="70">
                  <c:v>0.1111378751</c:v>
                </c:pt>
                <c:pt idx="71">
                  <c:v>0.01331837062</c:v>
                </c:pt>
                <c:pt idx="72">
                  <c:v>-0.07125215641</c:v>
                </c:pt>
                <c:pt idx="73">
                  <c:v>-0.08073548221</c:v>
                </c:pt>
                <c:pt idx="74">
                  <c:v>-0.002422732278</c:v>
                </c:pt>
                <c:pt idx="75">
                  <c:v>0.1180494502</c:v>
                </c:pt>
                <c:pt idx="76">
                  <c:v>-0.08748264189</c:v>
                </c:pt>
                <c:pt idx="77">
                  <c:v>0.09394809203</c:v>
                </c:pt>
                <c:pt idx="78">
                  <c:v>0.04625589057</c:v>
                </c:pt>
                <c:pt idx="79">
                  <c:v>0.09010375073</c:v>
                </c:pt>
                <c:pt idx="80">
                  <c:v>0.1793864097</c:v>
                </c:pt>
                <c:pt idx="81">
                  <c:v>0.04809284468</c:v>
                </c:pt>
                <c:pt idx="82">
                  <c:v>0.1802808686</c:v>
                </c:pt>
                <c:pt idx="83">
                  <c:v>0.1368857539</c:v>
                </c:pt>
                <c:pt idx="84">
                  <c:v>-0.03693554309</c:v>
                </c:pt>
                <c:pt idx="85">
                  <c:v>0.08458091656</c:v>
                </c:pt>
                <c:pt idx="86">
                  <c:v>-0.03140988608</c:v>
                </c:pt>
                <c:pt idx="87">
                  <c:v>0.08672299178</c:v>
                </c:pt>
                <c:pt idx="88">
                  <c:v>0.04790123005</c:v>
                </c:pt>
                <c:pt idx="89">
                  <c:v>0.06549688918</c:v>
                </c:pt>
                <c:pt idx="90">
                  <c:v>0.02445959326</c:v>
                </c:pt>
                <c:pt idx="91">
                  <c:v>0.06809988124</c:v>
                </c:pt>
                <c:pt idx="92">
                  <c:v>0.07203524287</c:v>
                </c:pt>
                <c:pt idx="93">
                  <c:v>0.08012986332</c:v>
                </c:pt>
                <c:pt idx="94">
                  <c:v>0.03359082187</c:v>
                </c:pt>
                <c:pt idx="95">
                  <c:v>0.07936325335</c:v>
                </c:pt>
                <c:pt idx="96">
                  <c:v>0.07489677838</c:v>
                </c:pt>
                <c:pt idx="97">
                  <c:v>0.05589158434</c:v>
                </c:pt>
                <c:pt idx="98">
                  <c:v>0.0594933153</c:v>
                </c:pt>
                <c:pt idx="99">
                  <c:v>0.2896172303</c:v>
                </c:pt>
                <c:pt idx="100">
                  <c:v>0.05225161274</c:v>
                </c:pt>
                <c:pt idx="101">
                  <c:v>0.0388165751</c:v>
                </c:pt>
                <c:pt idx="102">
                  <c:v>-0.0258958115</c:v>
                </c:pt>
                <c:pt idx="103">
                  <c:v>-0.1265329352</c:v>
                </c:pt>
                <c:pt idx="104">
                  <c:v>-0.1292260863</c:v>
                </c:pt>
                <c:pt idx="105">
                  <c:v>-0.006293075402</c:v>
                </c:pt>
                <c:pt idx="106">
                  <c:v>0.05215009601</c:v>
                </c:pt>
                <c:pt idx="107">
                  <c:v>0.04431941109</c:v>
                </c:pt>
                <c:pt idx="108">
                  <c:v>0.07798562119</c:v>
                </c:pt>
                <c:pt idx="109">
                  <c:v>-0.1330966734</c:v>
                </c:pt>
                <c:pt idx="110">
                  <c:v>-0.1016924507</c:v>
                </c:pt>
                <c:pt idx="111">
                  <c:v>0.07236010555</c:v>
                </c:pt>
                <c:pt idx="112">
                  <c:v>0.2196617728</c:v>
                </c:pt>
                <c:pt idx="113">
                  <c:v>0.09836551958</c:v>
                </c:pt>
                <c:pt idx="114">
                  <c:v>0.08554823864</c:v>
                </c:pt>
                <c:pt idx="115">
                  <c:v>0.01211134166</c:v>
                </c:pt>
                <c:pt idx="116">
                  <c:v>0.1209704747</c:v>
                </c:pt>
                <c:pt idx="117">
                  <c:v>0.004392452578</c:v>
                </c:pt>
                <c:pt idx="118">
                  <c:v>-0.05372138857</c:v>
                </c:pt>
                <c:pt idx="119">
                  <c:v>-0.03441856921</c:v>
                </c:pt>
                <c:pt idx="120">
                  <c:v>0.02580608146</c:v>
                </c:pt>
                <c:pt idx="121">
                  <c:v>0.1155526544</c:v>
                </c:pt>
                <c:pt idx="122">
                  <c:v>0.00232456251</c:v>
                </c:pt>
                <c:pt idx="123">
                  <c:v>0.1232261574</c:v>
                </c:pt>
                <c:pt idx="124">
                  <c:v>-0.1832748456</c:v>
                </c:pt>
                <c:pt idx="125">
                  <c:v>0.1017419434</c:v>
                </c:pt>
                <c:pt idx="126">
                  <c:v>0.04881037375</c:v>
                </c:pt>
                <c:pt idx="127">
                  <c:v>-0.03571583948</c:v>
                </c:pt>
                <c:pt idx="128">
                  <c:v>0.1596312063</c:v>
                </c:pt>
                <c:pt idx="129">
                  <c:v>-0.01862430255</c:v>
                </c:pt>
                <c:pt idx="130">
                  <c:v>0.1387053655</c:v>
                </c:pt>
                <c:pt idx="131">
                  <c:v>0.1595411708</c:v>
                </c:pt>
                <c:pt idx="132">
                  <c:v>0.03654521289</c:v>
                </c:pt>
                <c:pt idx="133">
                  <c:v>0.08834211401</c:v>
                </c:pt>
                <c:pt idx="134">
                  <c:v>0.1165912509</c:v>
                </c:pt>
                <c:pt idx="135">
                  <c:v>-0.1030289638</c:v>
                </c:pt>
                <c:pt idx="136">
                  <c:v>-0.1286312828</c:v>
                </c:pt>
                <c:pt idx="137">
                  <c:v>0.3275261591</c:v>
                </c:pt>
                <c:pt idx="138">
                  <c:v>0.05310343555</c:v>
                </c:pt>
                <c:pt idx="139">
                  <c:v>0.01726156463</c:v>
                </c:pt>
                <c:pt idx="140">
                  <c:v>0.01727396452</c:v>
                </c:pt>
                <c:pt idx="141">
                  <c:v>0.1773578328</c:v>
                </c:pt>
                <c:pt idx="142">
                  <c:v>0.1987296399</c:v>
                </c:pt>
                <c:pt idx="143">
                  <c:v>0.1630423157</c:v>
                </c:pt>
                <c:pt idx="144">
                  <c:v>0.2573093614</c:v>
                </c:pt>
                <c:pt idx="145">
                  <c:v>0.0840291291</c:v>
                </c:pt>
                <c:pt idx="146">
                  <c:v>0.1844697694</c:v>
                </c:pt>
                <c:pt idx="147">
                  <c:v>0.2660364499</c:v>
                </c:pt>
                <c:pt idx="148">
                  <c:v>0.05478931147</c:v>
                </c:pt>
                <c:pt idx="149">
                  <c:v>0.1892712539</c:v>
                </c:pt>
                <c:pt idx="150">
                  <c:v>0.2178038516</c:v>
                </c:pt>
                <c:pt idx="151">
                  <c:v>0.2498327434</c:v>
                </c:pt>
                <c:pt idx="152">
                  <c:v>0.1367073655</c:v>
                </c:pt>
                <c:pt idx="153">
                  <c:v>0.2334324735</c:v>
                </c:pt>
                <c:pt idx="154">
                  <c:v>0.3333645315</c:v>
                </c:pt>
                <c:pt idx="155">
                  <c:v>0.1236286383</c:v>
                </c:pt>
                <c:pt idx="156">
                  <c:v>0.2939674718</c:v>
                </c:pt>
                <c:pt idx="157">
                  <c:v>0.2381995629</c:v>
                </c:pt>
                <c:pt idx="158">
                  <c:v>0.1089956618</c:v>
                </c:pt>
                <c:pt idx="159">
                  <c:v>0.2800509526</c:v>
                </c:pt>
                <c:pt idx="160">
                  <c:v>0.1836544723</c:v>
                </c:pt>
                <c:pt idx="161">
                  <c:v>0.356505763</c:v>
                </c:pt>
                <c:pt idx="162">
                  <c:v>0.1571865358</c:v>
                </c:pt>
                <c:pt idx="163">
                  <c:v>0.2960567377</c:v>
                </c:pt>
                <c:pt idx="164">
                  <c:v>0.09900873716</c:v>
                </c:pt>
                <c:pt idx="165">
                  <c:v>0.2225321866</c:v>
                </c:pt>
                <c:pt idx="166">
                  <c:v>0.09696965548</c:v>
                </c:pt>
                <c:pt idx="167">
                  <c:v>0.289649732</c:v>
                </c:pt>
                <c:pt idx="168">
                  <c:v>0.4321846162</c:v>
                </c:pt>
                <c:pt idx="169">
                  <c:v>0.3968768321</c:v>
                </c:pt>
                <c:pt idx="170">
                  <c:v>0.2587368186</c:v>
                </c:pt>
                <c:pt idx="171">
                  <c:v>0.162359355</c:v>
                </c:pt>
                <c:pt idx="172">
                  <c:v>0.3667902473</c:v>
                </c:pt>
                <c:pt idx="173">
                  <c:v>0.3705631858</c:v>
                </c:pt>
                <c:pt idx="174">
                  <c:v>0.2605066614</c:v>
                </c:pt>
                <c:pt idx="175">
                  <c:v>0.4488701586</c:v>
                </c:pt>
                <c:pt idx="176">
                  <c:v>0.1974150662</c:v>
                </c:pt>
                <c:pt idx="177">
                  <c:v>0.2811575009</c:v>
                </c:pt>
                <c:pt idx="178">
                  <c:v>0.3121594374</c:v>
                </c:pt>
                <c:pt idx="179">
                  <c:v>0.277654922</c:v>
                </c:pt>
                <c:pt idx="180">
                  <c:v>0.4333903325</c:v>
                </c:pt>
                <c:pt idx="181">
                  <c:v>0.3091826425</c:v>
                </c:pt>
                <c:pt idx="182">
                  <c:v>0.3407200946</c:v>
                </c:pt>
                <c:pt idx="183">
                  <c:v>0.3395226894</c:v>
                </c:pt>
                <c:pt idx="184">
                  <c:v>0.2877269711</c:v>
                </c:pt>
                <c:pt idx="185">
                  <c:v>0.2695850332</c:v>
                </c:pt>
                <c:pt idx="186">
                  <c:v>0.381245611</c:v>
                </c:pt>
                <c:pt idx="187">
                  <c:v>0.3469933255</c:v>
                </c:pt>
                <c:pt idx="188">
                  <c:v>0.3588631042</c:v>
                </c:pt>
                <c:pt idx="189">
                  <c:v>0.3730304671</c:v>
                </c:pt>
                <c:pt idx="190">
                  <c:v>0.3843545237</c:v>
                </c:pt>
                <c:pt idx="191">
                  <c:v>0.416485</c:v>
                </c:pt>
                <c:pt idx="192">
                  <c:v>0.3998041684</c:v>
                </c:pt>
                <c:pt idx="193">
                  <c:v>0.4285971949</c:v>
                </c:pt>
                <c:pt idx="194">
                  <c:v>0.5345119212</c:v>
                </c:pt>
                <c:pt idx="195">
                  <c:v>0.3018683172</c:v>
                </c:pt>
                <c:pt idx="196">
                  <c:v>0.4047186206</c:v>
                </c:pt>
                <c:pt idx="197">
                  <c:v>0.3932976154</c:v>
                </c:pt>
                <c:pt idx="198">
                  <c:v>0.3393428031</c:v>
                </c:pt>
                <c:pt idx="199">
                  <c:v>0.3073888797</c:v>
                </c:pt>
                <c:pt idx="200">
                  <c:v>0.3418136295</c:v>
                </c:pt>
                <c:pt idx="201">
                  <c:v>0.291684396</c:v>
                </c:pt>
                <c:pt idx="202">
                  <c:v>0.4103000894</c:v>
                </c:pt>
                <c:pt idx="203">
                  <c:v>0.3737272828</c:v>
                </c:pt>
                <c:pt idx="204">
                  <c:v>0.3745881245</c:v>
                </c:pt>
                <c:pt idx="205">
                  <c:v>0.2588047264</c:v>
                </c:pt>
                <c:pt idx="206">
                  <c:v>0.4037148943</c:v>
                </c:pt>
                <c:pt idx="207">
                  <c:v>0.4072201968</c:v>
                </c:pt>
                <c:pt idx="208">
                  <c:v>0.4146887474</c:v>
                </c:pt>
                <c:pt idx="209">
                  <c:v>0.3689011463</c:v>
                </c:pt>
                <c:pt idx="210">
                  <c:v>0.2812796833</c:v>
                </c:pt>
                <c:pt idx="211">
                  <c:v>0.419643455</c:v>
                </c:pt>
                <c:pt idx="212">
                  <c:v>0.5279683078</c:v>
                </c:pt>
                <c:pt idx="213">
                  <c:v>0.3336780541</c:v>
                </c:pt>
                <c:pt idx="214">
                  <c:v>0.4005304524</c:v>
                </c:pt>
                <c:pt idx="215">
                  <c:v>0.2616652937</c:v>
                </c:pt>
                <c:pt idx="216">
                  <c:v>0.5043747582</c:v>
                </c:pt>
                <c:pt idx="217">
                  <c:v>0.6012460742</c:v>
                </c:pt>
                <c:pt idx="218">
                  <c:v>0.3551266615</c:v>
                </c:pt>
                <c:pt idx="219">
                  <c:v>0.3606237543</c:v>
                </c:pt>
                <c:pt idx="220">
                  <c:v>0.4844284023</c:v>
                </c:pt>
                <c:pt idx="221">
                  <c:v>0.4484721659</c:v>
                </c:pt>
                <c:pt idx="222">
                  <c:v>0.2999705818</c:v>
                </c:pt>
                <c:pt idx="223">
                  <c:v>0.458901721</c:v>
                </c:pt>
                <c:pt idx="224">
                  <c:v>0.351356518</c:v>
                </c:pt>
                <c:pt idx="225">
                  <c:v>0.2732672126</c:v>
                </c:pt>
                <c:pt idx="226">
                  <c:v>0.3241778332</c:v>
                </c:pt>
                <c:pt idx="227">
                  <c:v>0.4464334839</c:v>
                </c:pt>
                <c:pt idx="228">
                  <c:v>0.2887306898</c:v>
                </c:pt>
                <c:pt idx="229">
                  <c:v>0.4015589465</c:v>
                </c:pt>
                <c:pt idx="230">
                  <c:v>0.3815947474</c:v>
                </c:pt>
                <c:pt idx="231">
                  <c:v>0.4381456251</c:v>
                </c:pt>
                <c:pt idx="232">
                  <c:v>0.4734584845</c:v>
                </c:pt>
                <c:pt idx="233">
                  <c:v>0.4158916503</c:v>
                </c:pt>
                <c:pt idx="234">
                  <c:v>0.5212189223</c:v>
                </c:pt>
                <c:pt idx="235">
                  <c:v>0.3549942271</c:v>
                </c:pt>
                <c:pt idx="236">
                  <c:v>0.3118617271</c:v>
                </c:pt>
                <c:pt idx="237">
                  <c:v>0.3773253646</c:v>
                </c:pt>
                <c:pt idx="238">
                  <c:v>0.3631791161</c:v>
                </c:pt>
                <c:pt idx="239">
                  <c:v>0.4945786283</c:v>
                </c:pt>
                <c:pt idx="240">
                  <c:v>0.4679553099</c:v>
                </c:pt>
                <c:pt idx="241">
                  <c:v>0.5012847703</c:v>
                </c:pt>
                <c:pt idx="242">
                  <c:v>0.3091636455</c:v>
                </c:pt>
                <c:pt idx="243">
                  <c:v>0.4431771732</c:v>
                </c:pt>
                <c:pt idx="244">
                  <c:v>0.5786409805</c:v>
                </c:pt>
                <c:pt idx="245">
                  <c:v>0.4938939144</c:v>
                </c:pt>
                <c:pt idx="246">
                  <c:v>0.3577532673</c:v>
                </c:pt>
                <c:pt idx="247">
                  <c:v>0.3019191494</c:v>
                </c:pt>
                <c:pt idx="248">
                  <c:v>0.494538714</c:v>
                </c:pt>
                <c:pt idx="249">
                  <c:v>0.4370841702</c:v>
                </c:pt>
                <c:pt idx="250">
                  <c:v>0.57613973</c:v>
                </c:pt>
                <c:pt idx="251">
                  <c:v>0.5066083648</c:v>
                </c:pt>
                <c:pt idx="252">
                  <c:v>0.4788046267</c:v>
                </c:pt>
                <c:pt idx="253">
                  <c:v>0.4276234385</c:v>
                </c:pt>
                <c:pt idx="254">
                  <c:v>0.3856025353</c:v>
                </c:pt>
                <c:pt idx="255">
                  <c:v>0.3508810316</c:v>
                </c:pt>
                <c:pt idx="256">
                  <c:v>0.415698624</c:v>
                </c:pt>
                <c:pt idx="257">
                  <c:v>0.4230794072</c:v>
                </c:pt>
                <c:pt idx="258">
                  <c:v>0.2436876242</c:v>
                </c:pt>
                <c:pt idx="259">
                  <c:v>0.3683015818</c:v>
                </c:pt>
                <c:pt idx="260">
                  <c:v>0.3736318091</c:v>
                </c:pt>
                <c:pt idx="261">
                  <c:v>0.4685173505</c:v>
                </c:pt>
                <c:pt idx="262">
                  <c:v>0.5092271707</c:v>
                </c:pt>
                <c:pt idx="263">
                  <c:v>0.4102290155</c:v>
                </c:pt>
                <c:pt idx="264">
                  <c:v>0.3667148994</c:v>
                </c:pt>
                <c:pt idx="265">
                  <c:v>0.3805715782</c:v>
                </c:pt>
                <c:pt idx="266">
                  <c:v>0.4534712636</c:v>
                </c:pt>
                <c:pt idx="267">
                  <c:v>0.3654003994</c:v>
                </c:pt>
                <c:pt idx="268">
                  <c:v>0.4031732056</c:v>
                </c:pt>
                <c:pt idx="269">
                  <c:v>0.4383512611</c:v>
                </c:pt>
                <c:pt idx="270">
                  <c:v>0.5586929944</c:v>
                </c:pt>
                <c:pt idx="271">
                  <c:v>0.4110765353</c:v>
                </c:pt>
                <c:pt idx="272">
                  <c:v>0.4358741802</c:v>
                </c:pt>
                <c:pt idx="273">
                  <c:v>0.3240180297</c:v>
                </c:pt>
                <c:pt idx="274">
                  <c:v>0.3741298429</c:v>
                </c:pt>
                <c:pt idx="275">
                  <c:v>0.4097662268</c:v>
                </c:pt>
                <c:pt idx="276">
                  <c:v>0.3596504402</c:v>
                </c:pt>
                <c:pt idx="277">
                  <c:v>0.5063197094</c:v>
                </c:pt>
                <c:pt idx="278">
                  <c:v>0.3969292933</c:v>
                </c:pt>
                <c:pt idx="279">
                  <c:v>0.5373668418</c:v>
                </c:pt>
                <c:pt idx="280">
                  <c:v>0.3763276984</c:v>
                </c:pt>
                <c:pt idx="281">
                  <c:v>0.4330481883</c:v>
                </c:pt>
                <c:pt idx="282">
                  <c:v>0.4728990237</c:v>
                </c:pt>
                <c:pt idx="283">
                  <c:v>0.3124176141</c:v>
                </c:pt>
                <c:pt idx="284">
                  <c:v>0.413358893</c:v>
                </c:pt>
                <c:pt idx="285">
                  <c:v>0.3417361511</c:v>
                </c:pt>
                <c:pt idx="286">
                  <c:v>0.3461016294</c:v>
                </c:pt>
                <c:pt idx="287">
                  <c:v>0.3894921584</c:v>
                </c:pt>
                <c:pt idx="288">
                  <c:v>0.4500360916</c:v>
                </c:pt>
                <c:pt idx="289">
                  <c:v>0.2693941256</c:v>
                </c:pt>
                <c:pt idx="290">
                  <c:v>0.3731226227</c:v>
                </c:pt>
                <c:pt idx="291">
                  <c:v>0.5393174703</c:v>
                </c:pt>
                <c:pt idx="292">
                  <c:v>0.3334783924</c:v>
                </c:pt>
                <c:pt idx="293">
                  <c:v>0.6037716047</c:v>
                </c:pt>
                <c:pt idx="294">
                  <c:v>0.3996639421</c:v>
                </c:pt>
                <c:pt idx="295">
                  <c:v>0.391646506</c:v>
                </c:pt>
                <c:pt idx="296">
                  <c:v>0.3549293828</c:v>
                </c:pt>
                <c:pt idx="297">
                  <c:v>0.3808934615</c:v>
                </c:pt>
                <c:pt idx="298">
                  <c:v>0.3878650515</c:v>
                </c:pt>
                <c:pt idx="299">
                  <c:v>0.3991802436</c:v>
                </c:pt>
                <c:pt idx="300">
                  <c:v>0.2548060212</c:v>
                </c:pt>
                <c:pt idx="301">
                  <c:v>0.4590757602</c:v>
                </c:pt>
                <c:pt idx="302">
                  <c:v>0.3736112197</c:v>
                </c:pt>
                <c:pt idx="303">
                  <c:v>0.3465657836</c:v>
                </c:pt>
                <c:pt idx="304">
                  <c:v>0.5711326363</c:v>
                </c:pt>
                <c:pt idx="305">
                  <c:v>0.5621575369</c:v>
                </c:pt>
                <c:pt idx="306">
                  <c:v>0.3092541899</c:v>
                </c:pt>
                <c:pt idx="307">
                  <c:v>0.3734553172</c:v>
                </c:pt>
                <c:pt idx="308">
                  <c:v>0.3901669988</c:v>
                </c:pt>
                <c:pt idx="309">
                  <c:v>0.444862284</c:v>
                </c:pt>
                <c:pt idx="310">
                  <c:v>0.343527293</c:v>
                </c:pt>
                <c:pt idx="311">
                  <c:v>0.2891983235</c:v>
                </c:pt>
                <c:pt idx="312">
                  <c:v>0.5552689679</c:v>
                </c:pt>
                <c:pt idx="313">
                  <c:v>0.4230385122</c:v>
                </c:pt>
                <c:pt idx="314">
                  <c:v>0.5958212036</c:v>
                </c:pt>
                <c:pt idx="315">
                  <c:v>0.5023522858</c:v>
                </c:pt>
                <c:pt idx="316">
                  <c:v>0.4358101283</c:v>
                </c:pt>
                <c:pt idx="317">
                  <c:v>0.5200209684</c:v>
                </c:pt>
                <c:pt idx="318">
                  <c:v>0.534216993</c:v>
                </c:pt>
                <c:pt idx="319">
                  <c:v>0.4884192718</c:v>
                </c:pt>
                <c:pt idx="320">
                  <c:v>0.424122</c:v>
                </c:pt>
                <c:pt idx="321">
                  <c:v>0.5581458662</c:v>
                </c:pt>
                <c:pt idx="322">
                  <c:v>0.4874603949</c:v>
                </c:pt>
                <c:pt idx="323">
                  <c:v>0.4474733747</c:v>
                </c:pt>
                <c:pt idx="324">
                  <c:v>0.4823335088</c:v>
                </c:pt>
                <c:pt idx="325">
                  <c:v>0.3266708741</c:v>
                </c:pt>
                <c:pt idx="326">
                  <c:v>0.4990866841</c:v>
                </c:pt>
                <c:pt idx="327">
                  <c:v>0.527830085</c:v>
                </c:pt>
                <c:pt idx="328">
                  <c:v>0.3462770993</c:v>
                </c:pt>
                <c:pt idx="329">
                  <c:v>0.5760590652</c:v>
                </c:pt>
                <c:pt idx="330">
                  <c:v>0.4907674151</c:v>
                </c:pt>
                <c:pt idx="331">
                  <c:v>0.4244656928</c:v>
                </c:pt>
                <c:pt idx="332">
                  <c:v>0.5295037725</c:v>
                </c:pt>
                <c:pt idx="333">
                  <c:v>0.6488769602</c:v>
                </c:pt>
                <c:pt idx="334">
                  <c:v>0.4936498557</c:v>
                </c:pt>
                <c:pt idx="335">
                  <c:v>0.4501715349</c:v>
                </c:pt>
                <c:pt idx="336">
                  <c:v>0.4571798022</c:v>
                </c:pt>
                <c:pt idx="337">
                  <c:v>0.590856717</c:v>
                </c:pt>
                <c:pt idx="338">
                  <c:v>0.5314940732</c:v>
                </c:pt>
                <c:pt idx="339">
                  <c:v>0.4697712924</c:v>
                </c:pt>
                <c:pt idx="340">
                  <c:v>0.4283972319</c:v>
                </c:pt>
                <c:pt idx="341">
                  <c:v>0.4574008581</c:v>
                </c:pt>
                <c:pt idx="342">
                  <c:v>0.5356743713</c:v>
                </c:pt>
                <c:pt idx="343">
                  <c:v>0.5978301009</c:v>
                </c:pt>
                <c:pt idx="344">
                  <c:v>0.4060773941</c:v>
                </c:pt>
                <c:pt idx="345">
                  <c:v>0.4779344937</c:v>
                </c:pt>
                <c:pt idx="346">
                  <c:v>0.3930422237</c:v>
                </c:pt>
                <c:pt idx="347">
                  <c:v>0.5474906706</c:v>
                </c:pt>
                <c:pt idx="348">
                  <c:v>0.6380193876</c:v>
                </c:pt>
                <c:pt idx="349">
                  <c:v>0.40911651</c:v>
                </c:pt>
                <c:pt idx="350">
                  <c:v>0.4765681359</c:v>
                </c:pt>
                <c:pt idx="351">
                  <c:v>0.4159312558</c:v>
                </c:pt>
                <c:pt idx="352">
                  <c:v>0.4131520727</c:v>
                </c:pt>
                <c:pt idx="353">
                  <c:v>0.32279057</c:v>
                </c:pt>
                <c:pt idx="354">
                  <c:v>0.2816727938</c:v>
                </c:pt>
                <c:pt idx="355">
                  <c:v>0.3364974216</c:v>
                </c:pt>
                <c:pt idx="356">
                  <c:v>0.4156321118</c:v>
                </c:pt>
                <c:pt idx="357">
                  <c:v>0.4411234731</c:v>
                </c:pt>
                <c:pt idx="358">
                  <c:v>0.348080806</c:v>
                </c:pt>
                <c:pt idx="359">
                  <c:v>0.369464729</c:v>
                </c:pt>
              </c:numCache>
            </c:numRef>
          </c:yVal>
        </c:ser>
        <c:ser>
          <c:idx val="3"/>
          <c:order val="3"/>
          <c:tx>
            <c:v>Distributed readout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Data'!$G$2:$G$361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Data'!$H$2:$H$361</c:f>
              <c:numCache>
                <c:formatCode>0.##</c:formatCode>
                <c:ptCount val="360"/>
                <c:pt idx="0">
                  <c:v>0.09873831395</c:v>
                </c:pt>
                <c:pt idx="1">
                  <c:v>-0.02599381161</c:v>
                </c:pt>
                <c:pt idx="2">
                  <c:v>0.01844633159</c:v>
                </c:pt>
                <c:pt idx="3">
                  <c:v>-0.08063983726</c:v>
                </c:pt>
                <c:pt idx="4">
                  <c:v>0.01289639031</c:v>
                </c:pt>
                <c:pt idx="5">
                  <c:v>0.04006153515</c:v>
                </c:pt>
                <c:pt idx="6">
                  <c:v>0.00743179155</c:v>
                </c:pt>
                <c:pt idx="7">
                  <c:v>0.1331471044</c:v>
                </c:pt>
                <c:pt idx="8">
                  <c:v>0.07966308733</c:v>
                </c:pt>
                <c:pt idx="9">
                  <c:v>0.008552838118</c:v>
                </c:pt>
                <c:pt idx="10">
                  <c:v>0.002659841302</c:v>
                </c:pt>
                <c:pt idx="11">
                  <c:v>0.02342335796</c:v>
                </c:pt>
                <c:pt idx="12">
                  <c:v>-0.08201439299</c:v>
                </c:pt>
                <c:pt idx="13">
                  <c:v>-0.03070904539</c:v>
                </c:pt>
                <c:pt idx="14">
                  <c:v>-0.03003715819</c:v>
                </c:pt>
                <c:pt idx="15">
                  <c:v>0.07182404866</c:v>
                </c:pt>
                <c:pt idx="16">
                  <c:v>0.05360795284</c:v>
                </c:pt>
                <c:pt idx="17">
                  <c:v>0.02245920406</c:v>
                </c:pt>
                <c:pt idx="18">
                  <c:v>0.1039480587</c:v>
                </c:pt>
                <c:pt idx="19">
                  <c:v>-0.002391158648</c:v>
                </c:pt>
                <c:pt idx="20">
                  <c:v>-0.01265842239</c:v>
                </c:pt>
                <c:pt idx="21">
                  <c:v>0.002782975472</c:v>
                </c:pt>
                <c:pt idx="22">
                  <c:v>0.1426559616</c:v>
                </c:pt>
                <c:pt idx="23">
                  <c:v>0.04140761623</c:v>
                </c:pt>
                <c:pt idx="24">
                  <c:v>0.06380637748</c:v>
                </c:pt>
                <c:pt idx="25">
                  <c:v>0.1212917387</c:v>
                </c:pt>
                <c:pt idx="26">
                  <c:v>0.06370884134</c:v>
                </c:pt>
                <c:pt idx="27">
                  <c:v>0.118931959</c:v>
                </c:pt>
                <c:pt idx="28">
                  <c:v>0.08075234466</c:v>
                </c:pt>
                <c:pt idx="29">
                  <c:v>0.1613600506</c:v>
                </c:pt>
                <c:pt idx="30">
                  <c:v>0.06571478135</c:v>
                </c:pt>
                <c:pt idx="31">
                  <c:v>0.02759027672</c:v>
                </c:pt>
                <c:pt idx="32">
                  <c:v>-0.004166263242</c:v>
                </c:pt>
                <c:pt idx="33">
                  <c:v>0.06025596548</c:v>
                </c:pt>
                <c:pt idx="34">
                  <c:v>0.1832702639</c:v>
                </c:pt>
                <c:pt idx="35">
                  <c:v>0.06585319656</c:v>
                </c:pt>
                <c:pt idx="36">
                  <c:v>0.1109479275</c:v>
                </c:pt>
                <c:pt idx="37">
                  <c:v>-0.0153494498</c:v>
                </c:pt>
                <c:pt idx="38">
                  <c:v>0.02703960448</c:v>
                </c:pt>
                <c:pt idx="39">
                  <c:v>0.01905340196</c:v>
                </c:pt>
                <c:pt idx="40">
                  <c:v>0.0302357396</c:v>
                </c:pt>
                <c:pt idx="41">
                  <c:v>-0.0130635431</c:v>
                </c:pt>
                <c:pt idx="42">
                  <c:v>0.06424170218</c:v>
                </c:pt>
                <c:pt idx="43">
                  <c:v>-0.0322799131</c:v>
                </c:pt>
                <c:pt idx="44">
                  <c:v>-0.03818063964</c:v>
                </c:pt>
                <c:pt idx="45">
                  <c:v>0.05198353655</c:v>
                </c:pt>
                <c:pt idx="46">
                  <c:v>0.0407164229</c:v>
                </c:pt>
                <c:pt idx="47">
                  <c:v>0.0543413057</c:v>
                </c:pt>
                <c:pt idx="48">
                  <c:v>0.05767508471</c:v>
                </c:pt>
                <c:pt idx="49">
                  <c:v>0.05931259198</c:v>
                </c:pt>
                <c:pt idx="50">
                  <c:v>0.02814317422</c:v>
                </c:pt>
                <c:pt idx="51">
                  <c:v>-0.0673623393</c:v>
                </c:pt>
                <c:pt idx="52">
                  <c:v>-0.06489749238</c:v>
                </c:pt>
                <c:pt idx="53">
                  <c:v>-0.1025246419</c:v>
                </c:pt>
                <c:pt idx="54">
                  <c:v>0.01703215273</c:v>
                </c:pt>
                <c:pt idx="55">
                  <c:v>0.07255618228</c:v>
                </c:pt>
                <c:pt idx="56">
                  <c:v>0.0100581213</c:v>
                </c:pt>
                <c:pt idx="57">
                  <c:v>-0.01327303026</c:v>
                </c:pt>
                <c:pt idx="58">
                  <c:v>-0.01305609223</c:v>
                </c:pt>
                <c:pt idx="59">
                  <c:v>-0.01050735089</c:v>
                </c:pt>
                <c:pt idx="60">
                  <c:v>-0.0105909665</c:v>
                </c:pt>
                <c:pt idx="61">
                  <c:v>0.01906397324</c:v>
                </c:pt>
                <c:pt idx="62">
                  <c:v>0.01837746275</c:v>
                </c:pt>
                <c:pt idx="63">
                  <c:v>-0.0138559814</c:v>
                </c:pt>
                <c:pt idx="64">
                  <c:v>0.004219300297</c:v>
                </c:pt>
                <c:pt idx="65">
                  <c:v>0.1006357138</c:v>
                </c:pt>
                <c:pt idx="66">
                  <c:v>-0.01475671726</c:v>
                </c:pt>
                <c:pt idx="67">
                  <c:v>0.02029279858</c:v>
                </c:pt>
                <c:pt idx="68">
                  <c:v>0.1316685576</c:v>
                </c:pt>
                <c:pt idx="69">
                  <c:v>-0.03289888405</c:v>
                </c:pt>
                <c:pt idx="70">
                  <c:v>0.002542873498</c:v>
                </c:pt>
                <c:pt idx="71">
                  <c:v>-0.01356402807</c:v>
                </c:pt>
                <c:pt idx="72">
                  <c:v>0.0538833294</c:v>
                </c:pt>
                <c:pt idx="73">
                  <c:v>0.0220050546</c:v>
                </c:pt>
                <c:pt idx="74">
                  <c:v>0.1053305019</c:v>
                </c:pt>
                <c:pt idx="75">
                  <c:v>0.05691287816</c:v>
                </c:pt>
                <c:pt idx="76">
                  <c:v>-0.008111135586</c:v>
                </c:pt>
                <c:pt idx="77">
                  <c:v>0.07512807344</c:v>
                </c:pt>
                <c:pt idx="78">
                  <c:v>0.01211659686</c:v>
                </c:pt>
                <c:pt idx="79">
                  <c:v>0.08389214413</c:v>
                </c:pt>
                <c:pt idx="80">
                  <c:v>-0.01474091882</c:v>
                </c:pt>
                <c:pt idx="81">
                  <c:v>0.03193689532</c:v>
                </c:pt>
                <c:pt idx="82">
                  <c:v>0.08375915768</c:v>
                </c:pt>
                <c:pt idx="83">
                  <c:v>0.01254611818</c:v>
                </c:pt>
                <c:pt idx="84">
                  <c:v>-0.01509886931</c:v>
                </c:pt>
                <c:pt idx="85">
                  <c:v>-0.07135522553</c:v>
                </c:pt>
                <c:pt idx="86">
                  <c:v>-0.03852680152</c:v>
                </c:pt>
                <c:pt idx="87">
                  <c:v>0.03846211909</c:v>
                </c:pt>
                <c:pt idx="88">
                  <c:v>0.04270702958</c:v>
                </c:pt>
                <c:pt idx="89">
                  <c:v>0.04865073458</c:v>
                </c:pt>
                <c:pt idx="90">
                  <c:v>-0.07470099862</c:v>
                </c:pt>
                <c:pt idx="91">
                  <c:v>-0.09205956871</c:v>
                </c:pt>
                <c:pt idx="92">
                  <c:v>-0.01771120208</c:v>
                </c:pt>
                <c:pt idx="93">
                  <c:v>0.0002406371001</c:v>
                </c:pt>
                <c:pt idx="94">
                  <c:v>0.06577788436</c:v>
                </c:pt>
                <c:pt idx="95">
                  <c:v>0.06351883662</c:v>
                </c:pt>
                <c:pt idx="96">
                  <c:v>0.04026030452</c:v>
                </c:pt>
                <c:pt idx="97">
                  <c:v>0.07412754271</c:v>
                </c:pt>
                <c:pt idx="98">
                  <c:v>0.02626797212</c:v>
                </c:pt>
                <c:pt idx="99">
                  <c:v>-0.03476469219</c:v>
                </c:pt>
                <c:pt idx="100">
                  <c:v>-0.001558585994</c:v>
                </c:pt>
                <c:pt idx="101">
                  <c:v>0.01037328183</c:v>
                </c:pt>
                <c:pt idx="102">
                  <c:v>0.01224586721</c:v>
                </c:pt>
                <c:pt idx="103">
                  <c:v>0.01819093994</c:v>
                </c:pt>
                <c:pt idx="104">
                  <c:v>0.01951554024</c:v>
                </c:pt>
                <c:pt idx="105">
                  <c:v>0.01796386928</c:v>
                </c:pt>
                <c:pt idx="106">
                  <c:v>0.004765369504</c:v>
                </c:pt>
                <c:pt idx="107">
                  <c:v>-0.0007336186149</c:v>
                </c:pt>
                <c:pt idx="108">
                  <c:v>0.04387657673</c:v>
                </c:pt>
                <c:pt idx="109">
                  <c:v>0.09667444318</c:v>
                </c:pt>
                <c:pt idx="110">
                  <c:v>0.01499552413</c:v>
                </c:pt>
                <c:pt idx="111">
                  <c:v>0.04095331739</c:v>
                </c:pt>
                <c:pt idx="112">
                  <c:v>0.05491539974</c:v>
                </c:pt>
                <c:pt idx="113">
                  <c:v>-0.01775427764</c:v>
                </c:pt>
                <c:pt idx="114">
                  <c:v>0.04593937094</c:v>
                </c:pt>
                <c:pt idx="115">
                  <c:v>0.01084762376</c:v>
                </c:pt>
                <c:pt idx="116">
                  <c:v>0.08728392981</c:v>
                </c:pt>
                <c:pt idx="117">
                  <c:v>0.03690771601</c:v>
                </c:pt>
                <c:pt idx="118">
                  <c:v>0.01152661487</c:v>
                </c:pt>
                <c:pt idx="119">
                  <c:v>0.1088669538</c:v>
                </c:pt>
                <c:pt idx="120">
                  <c:v>-0.04188572183</c:v>
                </c:pt>
                <c:pt idx="121">
                  <c:v>0.04030654824</c:v>
                </c:pt>
                <c:pt idx="122">
                  <c:v>-0.03193901678</c:v>
                </c:pt>
                <c:pt idx="123">
                  <c:v>-0.02851963001</c:v>
                </c:pt>
                <c:pt idx="124">
                  <c:v>-0.002260646792</c:v>
                </c:pt>
                <c:pt idx="125">
                  <c:v>0.06446207385</c:v>
                </c:pt>
                <c:pt idx="126">
                  <c:v>0.09555386145</c:v>
                </c:pt>
                <c:pt idx="127">
                  <c:v>0.1054801117</c:v>
                </c:pt>
                <c:pt idx="128">
                  <c:v>0.1325046314</c:v>
                </c:pt>
                <c:pt idx="129">
                  <c:v>0.0969684363</c:v>
                </c:pt>
                <c:pt idx="130">
                  <c:v>0.06919706952</c:v>
                </c:pt>
                <c:pt idx="131">
                  <c:v>0.05335929762</c:v>
                </c:pt>
                <c:pt idx="132">
                  <c:v>0.05499866223</c:v>
                </c:pt>
                <c:pt idx="133">
                  <c:v>0.04358959027</c:v>
                </c:pt>
                <c:pt idx="134">
                  <c:v>0.05505754177</c:v>
                </c:pt>
                <c:pt idx="135">
                  <c:v>0.1896792239</c:v>
                </c:pt>
                <c:pt idx="136">
                  <c:v>0.1489855841</c:v>
                </c:pt>
                <c:pt idx="137">
                  <c:v>0.07853353788</c:v>
                </c:pt>
                <c:pt idx="138">
                  <c:v>0.02405402492</c:v>
                </c:pt>
                <c:pt idx="139">
                  <c:v>0.1492384571</c:v>
                </c:pt>
                <c:pt idx="140">
                  <c:v>0.1825373918</c:v>
                </c:pt>
                <c:pt idx="141">
                  <c:v>0.05998413507</c:v>
                </c:pt>
                <c:pt idx="142">
                  <c:v>0.1192896937</c:v>
                </c:pt>
                <c:pt idx="143">
                  <c:v>0.1485473372</c:v>
                </c:pt>
                <c:pt idx="144">
                  <c:v>0.05275051979</c:v>
                </c:pt>
                <c:pt idx="145">
                  <c:v>0.1622866723</c:v>
                </c:pt>
                <c:pt idx="146">
                  <c:v>0.03834036518</c:v>
                </c:pt>
                <c:pt idx="147">
                  <c:v>0.09248199168</c:v>
                </c:pt>
                <c:pt idx="148">
                  <c:v>0.1639680277</c:v>
                </c:pt>
                <c:pt idx="149">
                  <c:v>0.2544671909</c:v>
                </c:pt>
                <c:pt idx="150">
                  <c:v>0.1715130005</c:v>
                </c:pt>
                <c:pt idx="151">
                  <c:v>0.2131938298</c:v>
                </c:pt>
                <c:pt idx="152">
                  <c:v>0.2953049566</c:v>
                </c:pt>
                <c:pt idx="153">
                  <c:v>0.193552007</c:v>
                </c:pt>
                <c:pt idx="154">
                  <c:v>0.1319459918</c:v>
                </c:pt>
                <c:pt idx="155">
                  <c:v>0.182005653</c:v>
                </c:pt>
                <c:pt idx="156">
                  <c:v>0.2458684171</c:v>
                </c:pt>
                <c:pt idx="157">
                  <c:v>0.243768077</c:v>
                </c:pt>
                <c:pt idx="158">
                  <c:v>0.2548247746</c:v>
                </c:pt>
                <c:pt idx="159">
                  <c:v>0.2127361298</c:v>
                </c:pt>
                <c:pt idx="160">
                  <c:v>0.2302684299</c:v>
                </c:pt>
                <c:pt idx="161">
                  <c:v>0.3321951781</c:v>
                </c:pt>
                <c:pt idx="162">
                  <c:v>0.2878792507</c:v>
                </c:pt>
                <c:pt idx="163">
                  <c:v>0.2652477395</c:v>
                </c:pt>
                <c:pt idx="164">
                  <c:v>0.2231896672</c:v>
                </c:pt>
                <c:pt idx="165">
                  <c:v>0.2688928912</c:v>
                </c:pt>
                <c:pt idx="166">
                  <c:v>0.2732793003</c:v>
                </c:pt>
                <c:pt idx="167">
                  <c:v>0.2441565664</c:v>
                </c:pt>
                <c:pt idx="168">
                  <c:v>0.2510987087</c:v>
                </c:pt>
                <c:pt idx="169">
                  <c:v>0.2556367307</c:v>
                </c:pt>
                <c:pt idx="170">
                  <c:v>0.4265722949</c:v>
                </c:pt>
                <c:pt idx="171">
                  <c:v>0.2157736174</c:v>
                </c:pt>
                <c:pt idx="172">
                  <c:v>0.2340239713</c:v>
                </c:pt>
                <c:pt idx="173">
                  <c:v>0.3104019118</c:v>
                </c:pt>
                <c:pt idx="174">
                  <c:v>0.317054451</c:v>
                </c:pt>
                <c:pt idx="175">
                  <c:v>0.3029118343</c:v>
                </c:pt>
                <c:pt idx="176">
                  <c:v>0.3344142215</c:v>
                </c:pt>
                <c:pt idx="177">
                  <c:v>0.2785321734</c:v>
                </c:pt>
                <c:pt idx="178">
                  <c:v>0.3678728435</c:v>
                </c:pt>
                <c:pt idx="179">
                  <c:v>0.2926202725</c:v>
                </c:pt>
                <c:pt idx="180">
                  <c:v>0.2796894063</c:v>
                </c:pt>
                <c:pt idx="181">
                  <c:v>0.2445628252</c:v>
                </c:pt>
                <c:pt idx="182">
                  <c:v>0.3495922036</c:v>
                </c:pt>
                <c:pt idx="183">
                  <c:v>0.359456773</c:v>
                </c:pt>
                <c:pt idx="184">
                  <c:v>0.3563884443</c:v>
                </c:pt>
                <c:pt idx="185">
                  <c:v>0.3208016565</c:v>
                </c:pt>
                <c:pt idx="186">
                  <c:v>0.217347342</c:v>
                </c:pt>
                <c:pt idx="187">
                  <c:v>0.3381427568</c:v>
                </c:pt>
                <c:pt idx="188">
                  <c:v>0.2786496667</c:v>
                </c:pt>
                <c:pt idx="189">
                  <c:v>0.4755274634</c:v>
                </c:pt>
                <c:pt idx="190">
                  <c:v>0.3691942313</c:v>
                </c:pt>
                <c:pt idx="191">
                  <c:v>0.4220006759</c:v>
                </c:pt>
                <c:pt idx="192">
                  <c:v>0.3286551062</c:v>
                </c:pt>
                <c:pt idx="193">
                  <c:v>0.2935193586</c:v>
                </c:pt>
                <c:pt idx="194">
                  <c:v>0.4078550826</c:v>
                </c:pt>
                <c:pt idx="195">
                  <c:v>0.2903816926</c:v>
                </c:pt>
                <c:pt idx="196">
                  <c:v>0.3647085151</c:v>
                </c:pt>
                <c:pt idx="197">
                  <c:v>0.3476903811</c:v>
                </c:pt>
                <c:pt idx="198">
                  <c:v>0.3638155721</c:v>
                </c:pt>
                <c:pt idx="199">
                  <c:v>0.4417176181</c:v>
                </c:pt>
                <c:pt idx="200">
                  <c:v>0.4110854089</c:v>
                </c:pt>
                <c:pt idx="201">
                  <c:v>0.5396489694</c:v>
                </c:pt>
                <c:pt idx="202">
                  <c:v>0.3592630435</c:v>
                </c:pt>
                <c:pt idx="203">
                  <c:v>0.3851234148</c:v>
                </c:pt>
                <c:pt idx="204">
                  <c:v>0.3379937454</c:v>
                </c:pt>
                <c:pt idx="205">
                  <c:v>0.3418234426</c:v>
                </c:pt>
                <c:pt idx="206">
                  <c:v>0.3433160964</c:v>
                </c:pt>
                <c:pt idx="207">
                  <c:v>0.4464864665</c:v>
                </c:pt>
                <c:pt idx="208">
                  <c:v>0.3246581807</c:v>
                </c:pt>
                <c:pt idx="209">
                  <c:v>0.4635666038</c:v>
                </c:pt>
                <c:pt idx="210">
                  <c:v>0.4490557534</c:v>
                </c:pt>
                <c:pt idx="211">
                  <c:v>0.2900683949</c:v>
                </c:pt>
                <c:pt idx="212">
                  <c:v>0.3826209174</c:v>
                </c:pt>
                <c:pt idx="213">
                  <c:v>0.3917217904</c:v>
                </c:pt>
                <c:pt idx="214">
                  <c:v>0.4925466073</c:v>
                </c:pt>
                <c:pt idx="215">
                  <c:v>0.4329481812</c:v>
                </c:pt>
                <c:pt idx="216">
                  <c:v>0.4083499814</c:v>
                </c:pt>
                <c:pt idx="217">
                  <c:v>0.4260748958</c:v>
                </c:pt>
                <c:pt idx="218">
                  <c:v>0.3609440432</c:v>
                </c:pt>
                <c:pt idx="219">
                  <c:v>0.4033490209</c:v>
                </c:pt>
                <c:pt idx="220">
                  <c:v>0.4143748924</c:v>
                </c:pt>
                <c:pt idx="221">
                  <c:v>0.3491230136</c:v>
                </c:pt>
                <c:pt idx="222">
                  <c:v>0.4179120676</c:v>
                </c:pt>
                <c:pt idx="223">
                  <c:v>0.3790530508</c:v>
                </c:pt>
                <c:pt idx="224">
                  <c:v>0.3827856541</c:v>
                </c:pt>
                <c:pt idx="225">
                  <c:v>0.4215524946</c:v>
                </c:pt>
                <c:pt idx="226">
                  <c:v>0.3793709114</c:v>
                </c:pt>
                <c:pt idx="227">
                  <c:v>0.3643234562</c:v>
                </c:pt>
                <c:pt idx="228">
                  <c:v>0.3559231503</c:v>
                </c:pt>
                <c:pt idx="229">
                  <c:v>0.3750690618</c:v>
                </c:pt>
                <c:pt idx="230">
                  <c:v>0.3854993364</c:v>
                </c:pt>
                <c:pt idx="231">
                  <c:v>0.3387644121</c:v>
                </c:pt>
                <c:pt idx="232">
                  <c:v>0.4070640164</c:v>
                </c:pt>
                <c:pt idx="233">
                  <c:v>0.4198912319</c:v>
                </c:pt>
                <c:pt idx="234">
                  <c:v>0.4001698985</c:v>
                </c:pt>
                <c:pt idx="235">
                  <c:v>0.4271480471</c:v>
                </c:pt>
                <c:pt idx="236">
                  <c:v>0.4208591975</c:v>
                </c:pt>
                <c:pt idx="237">
                  <c:v>0.4699939367</c:v>
                </c:pt>
                <c:pt idx="238">
                  <c:v>0.4009223478</c:v>
                </c:pt>
                <c:pt idx="239">
                  <c:v>0.5084981661</c:v>
                </c:pt>
                <c:pt idx="240">
                  <c:v>0.2914297584</c:v>
                </c:pt>
                <c:pt idx="241">
                  <c:v>0.4507498373</c:v>
                </c:pt>
                <c:pt idx="242">
                  <c:v>0.4334594003</c:v>
                </c:pt>
                <c:pt idx="243">
                  <c:v>0.4214293796</c:v>
                </c:pt>
                <c:pt idx="244">
                  <c:v>0.4130806965</c:v>
                </c:pt>
                <c:pt idx="245">
                  <c:v>0.3586185616</c:v>
                </c:pt>
                <c:pt idx="246">
                  <c:v>0.3401766964</c:v>
                </c:pt>
                <c:pt idx="247">
                  <c:v>0.4322725536</c:v>
                </c:pt>
                <c:pt idx="248">
                  <c:v>0.4983005318</c:v>
                </c:pt>
                <c:pt idx="249">
                  <c:v>0.4695039982</c:v>
                </c:pt>
                <c:pt idx="250">
                  <c:v>0.420010924</c:v>
                </c:pt>
                <c:pt idx="251">
                  <c:v>0.3802513131</c:v>
                </c:pt>
                <c:pt idx="252">
                  <c:v>0.4761039233</c:v>
                </c:pt>
                <c:pt idx="253">
                  <c:v>0.4747926962</c:v>
                </c:pt>
                <c:pt idx="254">
                  <c:v>0.4897989506</c:v>
                </c:pt>
                <c:pt idx="255">
                  <c:v>0.3827052986</c:v>
                </c:pt>
                <c:pt idx="256">
                  <c:v>0.3799135664</c:v>
                </c:pt>
                <c:pt idx="257">
                  <c:v>0.4654939608</c:v>
                </c:pt>
                <c:pt idx="258">
                  <c:v>0.3911099568</c:v>
                </c:pt>
                <c:pt idx="259">
                  <c:v>0.4093826688</c:v>
                </c:pt>
                <c:pt idx="260">
                  <c:v>0.4193178908</c:v>
                </c:pt>
                <c:pt idx="261">
                  <c:v>0.3041266208</c:v>
                </c:pt>
                <c:pt idx="262">
                  <c:v>0.4454702613</c:v>
                </c:pt>
                <c:pt idx="263">
                  <c:v>0.3742791417</c:v>
                </c:pt>
                <c:pt idx="264">
                  <c:v>0.3722089797</c:v>
                </c:pt>
                <c:pt idx="265">
                  <c:v>0.4576025434</c:v>
                </c:pt>
                <c:pt idx="266">
                  <c:v>0.3916995241</c:v>
                </c:pt>
                <c:pt idx="267">
                  <c:v>0.3538534082</c:v>
                </c:pt>
                <c:pt idx="268">
                  <c:v>0.3912788138</c:v>
                </c:pt>
                <c:pt idx="269">
                  <c:v>0.3920553004</c:v>
                </c:pt>
                <c:pt idx="270">
                  <c:v>0.4028226717</c:v>
                </c:pt>
                <c:pt idx="271">
                  <c:v>0.5613862041</c:v>
                </c:pt>
                <c:pt idx="272">
                  <c:v>0.4406480893</c:v>
                </c:pt>
                <c:pt idx="273">
                  <c:v>0.4020376473</c:v>
                </c:pt>
                <c:pt idx="274">
                  <c:v>0.4347760168</c:v>
                </c:pt>
                <c:pt idx="275">
                  <c:v>0.4476715011</c:v>
                </c:pt>
                <c:pt idx="276">
                  <c:v>0.4854140877</c:v>
                </c:pt>
                <c:pt idx="277">
                  <c:v>0.3843540195</c:v>
                </c:pt>
                <c:pt idx="278">
                  <c:v>0.4166202087</c:v>
                </c:pt>
                <c:pt idx="279">
                  <c:v>0.4186889397</c:v>
                </c:pt>
                <c:pt idx="280">
                  <c:v>0.3522087916</c:v>
                </c:pt>
                <c:pt idx="281">
                  <c:v>0.4122337692</c:v>
                </c:pt>
                <c:pt idx="282">
                  <c:v>0.3980402512</c:v>
                </c:pt>
                <c:pt idx="283">
                  <c:v>0.4268984636</c:v>
                </c:pt>
                <c:pt idx="284">
                  <c:v>0.4257066083</c:v>
                </c:pt>
                <c:pt idx="285">
                  <c:v>0.3636290285</c:v>
                </c:pt>
                <c:pt idx="286">
                  <c:v>0.4556756232</c:v>
                </c:pt>
                <c:pt idx="287">
                  <c:v>0.3741398955</c:v>
                </c:pt>
                <c:pt idx="288">
                  <c:v>0.2996658963</c:v>
                </c:pt>
                <c:pt idx="289">
                  <c:v>0.3141487772</c:v>
                </c:pt>
                <c:pt idx="290">
                  <c:v>0.4347305405</c:v>
                </c:pt>
                <c:pt idx="291">
                  <c:v>0.4666807203</c:v>
                </c:pt>
                <c:pt idx="292">
                  <c:v>0.3743180806</c:v>
                </c:pt>
                <c:pt idx="293">
                  <c:v>0.4393264922</c:v>
                </c:pt>
                <c:pt idx="294">
                  <c:v>0.3156302189</c:v>
                </c:pt>
                <c:pt idx="295">
                  <c:v>0.4323331918</c:v>
                </c:pt>
                <c:pt idx="296">
                  <c:v>0.3385854056</c:v>
                </c:pt>
                <c:pt idx="297">
                  <c:v>0.4257809643</c:v>
                </c:pt>
                <c:pt idx="298">
                  <c:v>0.3216587353</c:v>
                </c:pt>
                <c:pt idx="299">
                  <c:v>0.358072211</c:v>
                </c:pt>
                <c:pt idx="300">
                  <c:v>0.3729416801</c:v>
                </c:pt>
                <c:pt idx="301">
                  <c:v>0.4232154129</c:v>
                </c:pt>
                <c:pt idx="302">
                  <c:v>0.3934858678</c:v>
                </c:pt>
                <c:pt idx="303">
                  <c:v>0.4116781856</c:v>
                </c:pt>
                <c:pt idx="304">
                  <c:v>0.4418223046</c:v>
                </c:pt>
                <c:pt idx="305">
                  <c:v>0.3847474334</c:v>
                </c:pt>
                <c:pt idx="306">
                  <c:v>0.3180649285</c:v>
                </c:pt>
                <c:pt idx="307">
                  <c:v>0.3587908095</c:v>
                </c:pt>
                <c:pt idx="308">
                  <c:v>0.4216630493</c:v>
                </c:pt>
                <c:pt idx="309">
                  <c:v>0.2883325439</c:v>
                </c:pt>
                <c:pt idx="310">
                  <c:v>0.393147379</c:v>
                </c:pt>
                <c:pt idx="311">
                  <c:v>0.4535421315</c:v>
                </c:pt>
                <c:pt idx="312">
                  <c:v>0.4022283013</c:v>
                </c:pt>
                <c:pt idx="313">
                  <c:v>0.4042391287</c:v>
                </c:pt>
                <c:pt idx="314">
                  <c:v>0.4689357927</c:v>
                </c:pt>
                <c:pt idx="315">
                  <c:v>0.4891234235</c:v>
                </c:pt>
                <c:pt idx="316">
                  <c:v>0.4216617888</c:v>
                </c:pt>
                <c:pt idx="317">
                  <c:v>0.3579096596</c:v>
                </c:pt>
                <c:pt idx="318">
                  <c:v>0.4332767541</c:v>
                </c:pt>
                <c:pt idx="319">
                  <c:v>0.4645956058</c:v>
                </c:pt>
                <c:pt idx="320">
                  <c:v>0.4873724748</c:v>
                </c:pt>
                <c:pt idx="321">
                  <c:v>0.4324981244</c:v>
                </c:pt>
                <c:pt idx="322">
                  <c:v>0.4349451823</c:v>
                </c:pt>
                <c:pt idx="323">
                  <c:v>0.4086999121</c:v>
                </c:pt>
                <c:pt idx="324">
                  <c:v>0.4905942624</c:v>
                </c:pt>
                <c:pt idx="325">
                  <c:v>0.4716832293</c:v>
                </c:pt>
                <c:pt idx="326">
                  <c:v>0.5340677865</c:v>
                </c:pt>
                <c:pt idx="327">
                  <c:v>0.4767189562</c:v>
                </c:pt>
                <c:pt idx="328">
                  <c:v>0.4366463823</c:v>
                </c:pt>
                <c:pt idx="329">
                  <c:v>0.4613547277</c:v>
                </c:pt>
                <c:pt idx="330">
                  <c:v>0.4561362012</c:v>
                </c:pt>
                <c:pt idx="331">
                  <c:v>0.4263540811</c:v>
                </c:pt>
                <c:pt idx="332">
                  <c:v>0.3977289091</c:v>
                </c:pt>
                <c:pt idx="333">
                  <c:v>0.3715711058</c:v>
                </c:pt>
                <c:pt idx="334">
                  <c:v>0.4479961857</c:v>
                </c:pt>
                <c:pt idx="335">
                  <c:v>0.4390370976</c:v>
                </c:pt>
                <c:pt idx="336">
                  <c:v>0.3956199084</c:v>
                </c:pt>
                <c:pt idx="337">
                  <c:v>0.4106775609</c:v>
                </c:pt>
                <c:pt idx="338">
                  <c:v>0.4524193497</c:v>
                </c:pt>
                <c:pt idx="339">
                  <c:v>0.4821947807</c:v>
                </c:pt>
                <c:pt idx="340">
                  <c:v>0.4404179214</c:v>
                </c:pt>
                <c:pt idx="341">
                  <c:v>0.4248466477</c:v>
                </c:pt>
                <c:pt idx="342">
                  <c:v>0.3344586023</c:v>
                </c:pt>
                <c:pt idx="343">
                  <c:v>0.4515749924</c:v>
                </c:pt>
                <c:pt idx="344">
                  <c:v>0.4522885582</c:v>
                </c:pt>
                <c:pt idx="345">
                  <c:v>0.4044944139</c:v>
                </c:pt>
                <c:pt idx="346">
                  <c:v>0.3577430239</c:v>
                </c:pt>
                <c:pt idx="347">
                  <c:v>0.3433886395</c:v>
                </c:pt>
                <c:pt idx="348">
                  <c:v>0.332795535</c:v>
                </c:pt>
                <c:pt idx="349">
                  <c:v>0.4519329156</c:v>
                </c:pt>
                <c:pt idx="350">
                  <c:v>0.4408431567</c:v>
                </c:pt>
                <c:pt idx="351">
                  <c:v>0.330832928</c:v>
                </c:pt>
                <c:pt idx="352">
                  <c:v>0.3988447523</c:v>
                </c:pt>
                <c:pt idx="353">
                  <c:v>0.4257338762</c:v>
                </c:pt>
                <c:pt idx="354">
                  <c:v>0.4652442176</c:v>
                </c:pt>
                <c:pt idx="355">
                  <c:v>0.4044998712</c:v>
                </c:pt>
                <c:pt idx="356">
                  <c:v>0.3110710663</c:v>
                </c:pt>
                <c:pt idx="357">
                  <c:v>0.4387762026</c:v>
                </c:pt>
                <c:pt idx="358">
                  <c:v>0.4098835722</c:v>
                </c:pt>
                <c:pt idx="359">
                  <c:v>0.4641363286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NaCl change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 / fixed total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0.07780667525</c:v>
                </c:pt>
                <c:pt idx="1">
                  <c:v>0.07825585809</c:v>
                </c:pt>
                <c:pt idx="2">
                  <c:v>0.07870763409</c:v>
                </c:pt>
                <c:pt idx="3">
                  <c:v>0.07870763409</c:v>
                </c:pt>
                <c:pt idx="4">
                  <c:v>0.07916201822</c:v>
                </c:pt>
                <c:pt idx="5">
                  <c:v>0.07916201822</c:v>
                </c:pt>
                <c:pt idx="6">
                  <c:v>0.07916201822</c:v>
                </c:pt>
                <c:pt idx="7">
                  <c:v>0.07916201822</c:v>
                </c:pt>
                <c:pt idx="8">
                  <c:v>0.07961902554</c:v>
                </c:pt>
                <c:pt idx="9">
                  <c:v>0.07961902554</c:v>
                </c:pt>
                <c:pt idx="10">
                  <c:v>0.07961902554</c:v>
                </c:pt>
                <c:pt idx="11">
                  <c:v>0.07961902554</c:v>
                </c:pt>
                <c:pt idx="12">
                  <c:v>0.07961902554</c:v>
                </c:pt>
                <c:pt idx="13">
                  <c:v>0.07961902554</c:v>
                </c:pt>
                <c:pt idx="14">
                  <c:v>0.07961902554</c:v>
                </c:pt>
                <c:pt idx="15">
                  <c:v>0.07961902554</c:v>
                </c:pt>
                <c:pt idx="16">
                  <c:v>0.08007867119</c:v>
                </c:pt>
                <c:pt idx="17">
                  <c:v>0.08007867119</c:v>
                </c:pt>
                <c:pt idx="18">
                  <c:v>0.08007867119</c:v>
                </c:pt>
                <c:pt idx="19">
                  <c:v>0.08007867119</c:v>
                </c:pt>
                <c:pt idx="20">
                  <c:v>0.08007867119</c:v>
                </c:pt>
                <c:pt idx="21">
                  <c:v>0.08007867119</c:v>
                </c:pt>
                <c:pt idx="22">
                  <c:v>0.08007867119</c:v>
                </c:pt>
                <c:pt idx="23">
                  <c:v>0.08007867119</c:v>
                </c:pt>
                <c:pt idx="24">
                  <c:v>0.08007867119</c:v>
                </c:pt>
                <c:pt idx="25">
                  <c:v>0.08007867119</c:v>
                </c:pt>
                <c:pt idx="26">
                  <c:v>0.08007867119</c:v>
                </c:pt>
                <c:pt idx="27">
                  <c:v>0.08007867119</c:v>
                </c:pt>
                <c:pt idx="28">
                  <c:v>0.08007867119</c:v>
                </c:pt>
                <c:pt idx="29">
                  <c:v>0.08007867119</c:v>
                </c:pt>
                <c:pt idx="30">
                  <c:v>0.08007867119</c:v>
                </c:pt>
                <c:pt idx="31">
                  <c:v>0.08007867119</c:v>
                </c:pt>
                <c:pt idx="32">
                  <c:v>0.0805409704</c:v>
                </c:pt>
                <c:pt idx="33">
                  <c:v>0.0805409704</c:v>
                </c:pt>
                <c:pt idx="34">
                  <c:v>0.0805409704</c:v>
                </c:pt>
                <c:pt idx="35">
                  <c:v>0.0805409704</c:v>
                </c:pt>
                <c:pt idx="36">
                  <c:v>0.0805409704</c:v>
                </c:pt>
                <c:pt idx="37">
                  <c:v>0.0805409704</c:v>
                </c:pt>
                <c:pt idx="38">
                  <c:v>0.0805409704</c:v>
                </c:pt>
                <c:pt idx="39">
                  <c:v>0.0805409704</c:v>
                </c:pt>
                <c:pt idx="40">
                  <c:v>0.0805409704</c:v>
                </c:pt>
                <c:pt idx="41">
                  <c:v>0.0805409704</c:v>
                </c:pt>
                <c:pt idx="42">
                  <c:v>0.0805409704</c:v>
                </c:pt>
                <c:pt idx="43">
                  <c:v>0.0805409704</c:v>
                </c:pt>
                <c:pt idx="44">
                  <c:v>0.0805409704</c:v>
                </c:pt>
                <c:pt idx="45">
                  <c:v>0.0805409704</c:v>
                </c:pt>
                <c:pt idx="46">
                  <c:v>0.0805409704</c:v>
                </c:pt>
                <c:pt idx="47">
                  <c:v>0.0805409704</c:v>
                </c:pt>
                <c:pt idx="48">
                  <c:v>0.0805409704</c:v>
                </c:pt>
                <c:pt idx="49">
                  <c:v>0.0805409704</c:v>
                </c:pt>
                <c:pt idx="50">
                  <c:v>0.0805409704</c:v>
                </c:pt>
                <c:pt idx="51">
                  <c:v>0.0805409704</c:v>
                </c:pt>
                <c:pt idx="52">
                  <c:v>0.0805409704</c:v>
                </c:pt>
                <c:pt idx="53">
                  <c:v>0.0805409704</c:v>
                </c:pt>
                <c:pt idx="54">
                  <c:v>0.0805409704</c:v>
                </c:pt>
                <c:pt idx="55">
                  <c:v>0.0805409704</c:v>
                </c:pt>
                <c:pt idx="56">
                  <c:v>0.0805409704</c:v>
                </c:pt>
                <c:pt idx="57">
                  <c:v>0.0805409704</c:v>
                </c:pt>
                <c:pt idx="58">
                  <c:v>0.0805409704</c:v>
                </c:pt>
                <c:pt idx="59">
                  <c:v>0.0805409704</c:v>
                </c:pt>
                <c:pt idx="60">
                  <c:v>0.0805409704</c:v>
                </c:pt>
                <c:pt idx="61">
                  <c:v>0.0805409704</c:v>
                </c:pt>
                <c:pt idx="62">
                  <c:v>0.0805409704</c:v>
                </c:pt>
                <c:pt idx="63">
                  <c:v>0.0805409704</c:v>
                </c:pt>
              </c:numCache>
            </c:numRef>
          </c:yVal>
        </c:ser>
        <c:ser>
          <c:idx val="1"/>
          <c:order val="1"/>
          <c:tx>
            <c:v>Distributed / fixed total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0.04448388202</c:v>
                </c:pt>
                <c:pt idx="1">
                  <c:v>0.04526495843</c:v>
                </c:pt>
                <c:pt idx="2">
                  <c:v>0.04604159957</c:v>
                </c:pt>
                <c:pt idx="3">
                  <c:v>0.04604159957</c:v>
                </c:pt>
                <c:pt idx="4">
                  <c:v>0.04681412658</c:v>
                </c:pt>
                <c:pt idx="5">
                  <c:v>0.04681412658</c:v>
                </c:pt>
                <c:pt idx="6">
                  <c:v>0.04681412658</c:v>
                </c:pt>
                <c:pt idx="7">
                  <c:v>0.04681412658</c:v>
                </c:pt>
                <c:pt idx="8">
                  <c:v>0.04758283976</c:v>
                </c:pt>
                <c:pt idx="9">
                  <c:v>0.04758283976</c:v>
                </c:pt>
                <c:pt idx="10">
                  <c:v>0.04758283976</c:v>
                </c:pt>
                <c:pt idx="11">
                  <c:v>0.04758283976</c:v>
                </c:pt>
                <c:pt idx="12">
                  <c:v>0.04758283976</c:v>
                </c:pt>
                <c:pt idx="13">
                  <c:v>0.04758283976</c:v>
                </c:pt>
                <c:pt idx="14">
                  <c:v>0.04758283976</c:v>
                </c:pt>
                <c:pt idx="15">
                  <c:v>0.04758283976</c:v>
                </c:pt>
                <c:pt idx="16">
                  <c:v>0.04834802049</c:v>
                </c:pt>
                <c:pt idx="17">
                  <c:v>0.04834802049</c:v>
                </c:pt>
                <c:pt idx="18">
                  <c:v>0.04834802049</c:v>
                </c:pt>
                <c:pt idx="19">
                  <c:v>0.04834802049</c:v>
                </c:pt>
                <c:pt idx="20">
                  <c:v>0.04834802049</c:v>
                </c:pt>
                <c:pt idx="21">
                  <c:v>0.04834802049</c:v>
                </c:pt>
                <c:pt idx="22">
                  <c:v>0.04834802049</c:v>
                </c:pt>
                <c:pt idx="23">
                  <c:v>0.04834802049</c:v>
                </c:pt>
                <c:pt idx="24">
                  <c:v>0.04834802049</c:v>
                </c:pt>
                <c:pt idx="25">
                  <c:v>0.04834802049</c:v>
                </c:pt>
                <c:pt idx="26">
                  <c:v>0.04834802049</c:v>
                </c:pt>
                <c:pt idx="27">
                  <c:v>0.04834802049</c:v>
                </c:pt>
                <c:pt idx="28">
                  <c:v>0.04834802049</c:v>
                </c:pt>
                <c:pt idx="29">
                  <c:v>0.04834802049</c:v>
                </c:pt>
                <c:pt idx="30">
                  <c:v>0.04834802049</c:v>
                </c:pt>
                <c:pt idx="31">
                  <c:v>0.04834802049</c:v>
                </c:pt>
                <c:pt idx="32">
                  <c:v>0.04910993295</c:v>
                </c:pt>
                <c:pt idx="33">
                  <c:v>0.04910993295</c:v>
                </c:pt>
                <c:pt idx="34">
                  <c:v>0.04910993295</c:v>
                </c:pt>
                <c:pt idx="35">
                  <c:v>0.04910993295</c:v>
                </c:pt>
                <c:pt idx="36">
                  <c:v>0.04910993295</c:v>
                </c:pt>
                <c:pt idx="37">
                  <c:v>0.04910993295</c:v>
                </c:pt>
                <c:pt idx="38">
                  <c:v>0.04910993295</c:v>
                </c:pt>
                <c:pt idx="39">
                  <c:v>0.04910993295</c:v>
                </c:pt>
                <c:pt idx="40">
                  <c:v>0.04910993295</c:v>
                </c:pt>
                <c:pt idx="41">
                  <c:v>0.04910993295</c:v>
                </c:pt>
                <c:pt idx="42">
                  <c:v>0.04910993295</c:v>
                </c:pt>
                <c:pt idx="43">
                  <c:v>0.04910993295</c:v>
                </c:pt>
                <c:pt idx="44">
                  <c:v>0.04910993295</c:v>
                </c:pt>
                <c:pt idx="45">
                  <c:v>0.04910993295</c:v>
                </c:pt>
                <c:pt idx="46">
                  <c:v>0.04910993295</c:v>
                </c:pt>
                <c:pt idx="47">
                  <c:v>0.04910993295</c:v>
                </c:pt>
                <c:pt idx="48">
                  <c:v>0.04910993295</c:v>
                </c:pt>
                <c:pt idx="49">
                  <c:v>0.04910993295</c:v>
                </c:pt>
                <c:pt idx="50">
                  <c:v>0.04910993295</c:v>
                </c:pt>
                <c:pt idx="51">
                  <c:v>0.04910993295</c:v>
                </c:pt>
                <c:pt idx="52">
                  <c:v>0.04910993295</c:v>
                </c:pt>
                <c:pt idx="53">
                  <c:v>0.04910993295</c:v>
                </c:pt>
                <c:pt idx="54">
                  <c:v>0.04910993295</c:v>
                </c:pt>
                <c:pt idx="55">
                  <c:v>0.04910993295</c:v>
                </c:pt>
                <c:pt idx="56">
                  <c:v>0.04910993295</c:v>
                </c:pt>
                <c:pt idx="57">
                  <c:v>0.04910993295</c:v>
                </c:pt>
                <c:pt idx="58">
                  <c:v>0.04910993295</c:v>
                </c:pt>
                <c:pt idx="59">
                  <c:v>0.04910993295</c:v>
                </c:pt>
                <c:pt idx="60">
                  <c:v>0.04910993295</c:v>
                </c:pt>
                <c:pt idx="61">
                  <c:v>0.04910993295</c:v>
                </c:pt>
                <c:pt idx="62">
                  <c:v>0.04910993295</c:v>
                </c:pt>
                <c:pt idx="63">
                  <c:v>0.04910993295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Optical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Number of sensors 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Dowran et al. 2018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Matched classical</c:v>
                </c:pt>
                <c:pt idx="1">
                  <c:v>Best classical*</c:v>
                </c:pt>
                <c:pt idx="2">
                  <c:v>Twin beams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8.6</c:v>
                </c:pt>
                <c:pt idx="1">
                  <c:v>6.8</c:v>
                </c:pt>
                <c:pt idx="2">
                  <c:v>5.5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Optical configuration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Sensitivity (10⁻¹⁰ RIU/√Hz)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78851-B41A-4AEC-81AB-8E28AF30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Quantum sensing for water-quality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CBC5E-4D86-4455-859F-FC9C54CA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Classical simulation of proposed quantum sensing | 7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E897D-62C1-4EC8-9532-91D0B093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27.92% lower modeled total RMSE in an assumed 16-tap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49685-3BFE-4BAE-BD35-E6D84831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1.67× lower optical error at equal launched probe power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D9421-B77A-4888-BB26-6E313908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A dissolved-salt proxy calibrated from published optical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BA528-5F9A-449B-A2BF-066F3C53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Simulated feasibility; no claim of a deployed chemical detector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490BB-5042-4154-A11C-8B763938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5C898-7E45-4907-B4D2-0D3313F4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 / 20</a:t>
            </a:r>
          </a:p>
        </p:txBody>
      </p:sp>
    </p:spTree>
    <p:extLst>
      <p:ext uri="{BB962C8B-B14F-4D97-AF65-F5344CB8AC3E}">
        <p14:creationId xmlns:p14="http://schemas.microsoft.com/office/powerpoint/2010/main" val="7144407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ADB8B-1530-4A35-AE05-834CFA03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The monitoring problem and our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2B173-3F8C-4342-8791-97830837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Evidence for the need, a testable optical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3A256-22A8-4464-9D8B-DC24EEA8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UN 2025: only 60,000 of ~2 million reporting measurements came from poorest regions.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F2C33-D124-4EB9-834A-33EE299F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EPA: online monitoring supports treatment decisions and contamination investigation.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0174D-AB0B-4FB7-B0F3-DB73FF9B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Proposed role: flag a mean salt-proxy change for confirmatory sampling.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205E3-76DB-421D-927F-3D2E5D21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Our addition: combine published CV sensing with water calibration, loss and drift tests.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27172-CEB1-4549-B0AF-D84C0454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1BF79-61B8-45F0-9DF9-2DC7D1E2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2 / 20</a:t>
            </a:r>
          </a:p>
        </p:txBody>
      </p:sp>
    </p:spTree>
    <p:extLst>
      <p:ext uri="{BB962C8B-B14F-4D97-AF65-F5344CB8AC3E}">
        <p14:creationId xmlns:p14="http://schemas.microsoft.com/office/powerpoint/2010/main" val="10095188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161BD-7009-4BBA-852C-3B0E2774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 measurable water proxy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60120-AD8A-42B6-B1EA-A379CDFA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NaCl concentration changes are calibrated; pollutant identity remains unresolved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61403-0A8A-477E-9C09-EBB5C6FE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At 1550 nm: n(W) = −0.0800 W³ + 0.0740 W² + 0.1620 W + 1.3162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F89FD-022C-4DDC-846E-AFFB17C4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W is salt mass fraction. Around 500 mg/kg, dn/dc = 1.621 × 10⁻⁷ RIU per mg/kg.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D672A-1360-44B3-BB71-33D3C8ED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Proposed 10 µm interaction length gives 6.570 × 10⁻⁶ rad per mg/kg.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259E5-E58A-4B09-817A-CE7ACC16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YSI EXO field reference: salinity accuracy ±1% or 0.1 ppt; temperature accuracy ±0.01 °C.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11C37-AC66-4A7D-80ED-BC30221B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Field accuracy bounds are not shot-noise standard deviations. This is a change detector, not a safety test.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868A4-0CE5-4B82-9F01-F6373F9F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00AF6-1784-42FF-AD77-F64DC862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3 / 20</a:t>
            </a:r>
          </a:p>
        </p:txBody>
      </p:sp>
    </p:spTree>
    <p:extLst>
      <p:ext uri="{BB962C8B-B14F-4D97-AF65-F5344CB8AC3E}">
        <p14:creationId xmlns:p14="http://schemas.microsoft.com/office/powerpoint/2010/main" val="15465355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E33CE-DADF-4C16-929D-516BA74A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Implementation and measurement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3AF49-1112-4C55-822A-FB8A5670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Python on a CPU models a future squeezed-light instrument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42F86-1658-4E23-B7BF-EA61BA6F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NumPy models the Gaussian state; SciPy computes probabilities and constants.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EC5C5-1659-43FF-83F9-3FC57F40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pandas reads and writes CSV data; Matplotlib produces ten scientific figures.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44948-1410-4DED-B5EE-73835C11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Input: configuration, tap geometry and synthetic local concentration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D47E3-9A80-40F5-950A-C2F2C9B6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Calculate optical covariance, q̂ = Σ yᵢ / M, then optical and technical RMSE.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640BF-9C41-45B0-B622-B36E41F5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Compare coherent, independent squeezed and distributed probes at matched photons.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82ED5-6E57-4A61-A653-9643A0B5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72BEE-82E2-45B7-994A-CE9D82D3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4 / 20</a:t>
            </a:r>
          </a:p>
        </p:txBody>
      </p:sp>
    </p:spTree>
    <p:extLst>
      <p:ext uri="{BB962C8B-B14F-4D97-AF65-F5344CB8AC3E}">
        <p14:creationId xmlns:p14="http://schemas.microsoft.com/office/powerpoint/2010/main" val="11974618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C7048-8205-475E-80E8-6EBCD0C5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Ideal scaling emerges from the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A390C-5CC6-459B-B175-D73C5EC5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Lossless and uncapped: squeezed photons increase with M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7ba57947474e9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BD5AC-477C-458F-8F31-9732BC0F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Fitted exponent, M=33–64: classical −0.50; distributed −0.95.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D36B7-27DF-49F4-8DB2-41C80FC3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This theoretical reference exceeds the practical 10 dB source cap.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6FA13-2373-42A5-AA53-AD17D779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43AC5-E8DF-40F9-9D11-8D06BAD0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5 / 20</a:t>
            </a:r>
          </a:p>
        </p:txBody>
      </p:sp>
    </p:spTree>
    <p:extLst>
      <p:ext uri="{BB962C8B-B14F-4D97-AF65-F5344CB8AC3E}">
        <p14:creationId xmlns:p14="http://schemas.microsoft.com/office/powerpoint/2010/main" val="17132797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3F9AC-87D0-49FE-BE1C-0F230EA1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Loss and drift soften the scaling advantage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553FA-1F5A-427C-8D62-2B59A8DF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100 m links, 10 dB source cap, 10 mrad phase jitter and 0.05 mK shared residual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85161dd8cd4ea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14937-D8C5-40E9-87F8-54700155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More sensors add probe power. The quantum source reaches its cap at 21 nodes.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2382C-D8D9-42C3-B626-28EDE3CA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Curves describe differential precision under the specified engineering assumptions.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25878-105D-4398-98B1-DD3D3749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7EC24-5215-466C-A6D5-B22C5DAB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6 / 20</a:t>
            </a:r>
          </a:p>
        </p:txBody>
      </p:sp>
    </p:spTree>
    <p:extLst>
      <p:ext uri="{BB962C8B-B14F-4D97-AF65-F5344CB8AC3E}">
        <p14:creationId xmlns:p14="http://schemas.microsoft.com/office/powerpoint/2010/main" val="3681250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AFCD2-0F19-49EE-B9D6-C4B4AF20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The 16-node pilot reduces total error by 28%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2E3C2-29FC-492C-9DDF-A6ACE9BA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One-second estimates, same 160 nW total launched probe power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e1af82c034400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84AAC-DE35-4D37-8BBE-09B395FE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Total RMSE: 0.092 → 0.066 mg/kg; 1.39× precision 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92750-3DA5-43BB-8B32-DC8ABDCC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Independent squeezers reach 0.080 mg/kg: the distributed configuration adds a further 17% reduction.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97826-0F08-4C0C-BF0D-3525089E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4A926-B6B6-4E8E-91A6-76493EA6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7 / 20</a:t>
            </a:r>
          </a:p>
        </p:txBody>
      </p:sp>
    </p:spTree>
    <p:extLst>
      <p:ext uri="{BB962C8B-B14F-4D97-AF65-F5344CB8AC3E}">
        <p14:creationId xmlns:p14="http://schemas.microsoft.com/office/powerpoint/2010/main" val="13991957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C8A73-641D-403B-9F2D-181064E5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Real distances reduce the regional gain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58E9A-B1E9-4A42-973D-4241310C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64 distinct supplied well locations; an assumed hub and 1.3× routing overhead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7fabb67b5d4e2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51FEB-65C0-4D95-907C-52C65F33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Locations span 3.5–16.6 km from the hub; mean transmission at M=64 is 37%.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4B0D4-4BDA-4C4C-B1BD-D52083DA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At 64 nodes: 1.11× gain over optimized coherent power allocation.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9819C-0786-4992-AD08-8758DF3A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The supplied file is USGS-labelled; missing provenance prevents independent field-data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04E30-D862-47FF-A032-0DEC9D02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54CBF-9213-4448-B6B1-35C79673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8 / 20</a:t>
            </a:r>
          </a:p>
        </p:txBody>
      </p:sp>
    </p:spTree>
    <p:extLst>
      <p:ext uri="{BB962C8B-B14F-4D97-AF65-F5344CB8AC3E}">
        <p14:creationId xmlns:p14="http://schemas.microsoft.com/office/powerpoint/2010/main" val="10520586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8F319-C7A7-4FB5-923F-85DC2A44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Temperature compensation determines useful gain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C4847-608A-4008-95E2-CBC6249E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Common thermal error appears in every sensor and survives spatial averaging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0e2914979147e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5A1B1-870E-47AF-9F7F-B452DD80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1 mK corresponds to about 0.916 mg/kg of apparent salt change.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C40A0-3709-47D7-B151-C30F93BC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At a 10 mK common residual, quantum and classical total errors are almost identical.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DE970-311B-4C09-B55F-AFAA5507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421CB-5E6A-4BB4-93C1-46FD2265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9 / 20</a:t>
            </a:r>
          </a:p>
        </p:txBody>
      </p:sp>
    </p:spTree>
    <p:extLst>
      <p:ext uri="{BB962C8B-B14F-4D97-AF65-F5344CB8AC3E}">
        <p14:creationId xmlns:p14="http://schemas.microsoft.com/office/powerpoint/2010/main" val="11453253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3AB9A-6EED-42B5-8A60-268C2D13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More classical light is a competing option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ABF36-4EFC-41C7-9329-54F3D1AD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Power sweep from 1 nW to 70 µW per node; no claim that water requires a 10 nW limit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70fa84a928407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07A6D-885B-4BCD-92BC-9663A2CD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~28 nW/tap coherent matches the 10 nW/tap distributed total RMSE.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72E5B-B088-4BB6-91F2-EE63B79D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Same transducer and drift assumptions. The low-dose requirement needs justification.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8E717-4086-4943-98B3-4AC9A935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70D75-1206-4117-8A03-E78822E9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19096425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1EB9D-567B-47F9-AD85-C201D039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Continuous averaging encounters slow drift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3694F-96C1-4B67-A827-2E034E14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Exact variance of a rectangular average of a 60-second correlated temperature process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7ab5e10870400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0F315-EC6A-4EF1-A450-C9794845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Short windows are optical-noise limited; longer windows encounter correlated drift.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947FB-C5C1-427F-8229-E289307C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Fixed calibration offsets average across nodes, not across time. Long windows also blur fast events.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AFDF4-5BC6-4BC5-8925-82FFD073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E89DD-22E7-425B-BC23-DB6D7C97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1772995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DB029-61A0-498B-BB0C-5F5F74DD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Quantum readout improves a weak-change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0D6F3-B005-4B59-BE24-5CC4C976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 0.15 mg/kg regional increase; identical 1% false-alarm probability per decision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382a51bae74d9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4B822-293A-48D9-B427-ED703021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Detection rises from 24% to 47%; the same signal is easier to distinguish.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1D667-B05E-4B38-99ED-D0CCAC4C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1% at 1 Hz means 36 expected flagged windows/hour. An operational alarm needs sequential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3A68C-8001-48D9-B43E-C10E20C3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F3100-4C54-4F45-A006-C8CDB37E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16826332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172A4-2A7F-401C-979C-9FC89269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Continuous monitoring of unequal local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5EE09-9408-40CB-8B73-D6655E77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Synthetic arrivals differ across all 16 taps; the regional estimator remains well defined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b939ec48ce43b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8044E-308F-4FB6-BAE0-99532905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The shared temperature trace and calibration realization are matched between strategies.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5978B-096E-4373-A078-CFFCF8FA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 10-second response introduces lag. Stationary precision does not include this transient bias.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26E36-F3ED-4D9F-9F30-CFCEA793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3D98A-D7C2-43F9-8530-AB5CED7E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10780683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C5AAB-A9A8-4197-AD26-71BB6876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Sensor count and photon budget are distinct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B504A-1FB1-4CBD-8ADF-445F5123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Fixed 160 nW total carrier-plus-squeezing budget and fixed total squeezing resource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917c851b314e0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843D4-64AF-4338-8F0F-64DF00CB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Adding nodes spreads the same light more thinly; it does not produce a free 1/M improvement.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44A92-B6BC-4E7A-97A0-7D57EB57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Sensor locations set coverage. Fewer sensors cannot guarantee the same protection against unsampled hotspots.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7320B-91B0-4C7E-85DC-9AE09DDC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63989-E20D-4513-BD9B-6A6EDDE5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20878301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9EF6D-B558-4EC9-B8CB-16314AF3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 real optical experiment anchors 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5B0A5-1982-40D5-90FF-9BD60CCA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Reported refractive-index sensitivities; a separate measured benchmark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6d3fad7f744fc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25C6A-56AF-4DBC-A6F0-3B5DDE0E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795 nm, air, 199 kHz ultrasound. *Best single-beam classical value is inferred in the paper.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57CBD-FBCF-4145-AA2A-03263485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Twin beams give 1.24× sensitivity gain over that best classical comparator; not a NaCl field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AEB5B-1501-4D07-A49E-D04E5B6D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B1E9E-FAF0-444A-8DC5-E2B254B8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14036986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7EDB0-7F9F-40AC-8E4C-B299DD43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 credible next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9AE73-BAA8-46D4-99EB-3E4FC378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Validate a four-tap optical prototype before extrapolating to a regional network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7A2EA-D102-4065-B75D-2C053C9F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Calibrate NaCl phase response with standards and controlled temperature at 1550 nm.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A9336-DE2E-4394-835C-AF47B39C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Measure noise spectra, sample loss, modulation efficiency and squeezing at the same optical dose.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5B029-E5BF-43F4-BEA3-F302C6FE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Compare coherent, independent squeezed and distributed readout using blind injected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6ADF4-C062-46B4-BCAA-3CA342A7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Validate drift, fouling and false alarms over hours; measure actual optical and electrical resources.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64CBA-F856-4651-B589-4B5B71F1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Advance only if total error improves. Keep chemical identification and spatial coverage as separate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431BA-8726-44E0-84B2-6851CFA8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0E9BF-F1D6-4B63-AFEC-37BFB52B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12656510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8438B-46BD-4822-BD0D-AAE587B4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Assumptions that control the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D3E5F-09AA-4AE6-839D-F8973589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These are design targets, not measured specifications of a quantum water detector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5ECD2-DF69-4040-99AF-D701F5FC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 nW/node; 10 µm effective optical interaction; 500 mg/kg background; 1-second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B101C-CDD9-4A80-9660-F3627223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 dB maximum source squeezing; 1 MHz effective mode rate; 10 mrad phase-lock RMS.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EC79D-3891-4CB7-8210-DE10B14C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95% detector, 90% sample, 90% coupling; 0.05 dB splitter excess/stage.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5B0A3-76DB-4A51-ADCB-B17ABE8B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100 m pilot links; regional links = 1.3× geographic distance; 0.18 dB/km fiber anchor.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92F69-1D0C-46EC-B44C-54304049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0.05 mK compensated common residual; 60 s correlation; 0.03 mg/kg independent calibration RMS.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4F65D-437B-44C1-B464-AF590D12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 mK field stress test; 1 nW–70 µW power sweep. Full register: docs/SOURCES.md.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69505-E6C4-4549-AC86-1A29FAB2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25B59-BB2A-4389-931A-6F23DEC5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20985778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B2DBE-639B-46A9-8AEE-7FBA4F8E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Sources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76275-F3F5-4F62-988B-51DF6AA5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Code, parameter provenance, raw numerical outputs and figures are included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BB3FE-98B7-40EC-92F6-DCD350B5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Dowran et al. (2018), Optica 5, 628 — doi:10.1364/OPTICA.5.000628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AD7D4-6670-4973-AFEA-19070081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Zhuang et al. (2018), PRA 97, 032329 — arXiv:1711.10459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FC005-1494-4B37-AFC0-03F83B9F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Oh et al. (2020), PR Research 2, 023030 — doi:10.1103/PhysRevResearch.2.023030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F7E6E-B232-4E66-96A8-0329BFA0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Guo et al. (2020), Nature Physics 16, 281 — arXiv:1905.09408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14DB3-A177-4276-BC95-A6ECCC60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Saunders et al. (2016), Applied Optics 55, 947 — doi:10.1364/AO.55.000947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A69D0-DC33-405A-AEBA-39346FCF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Mehmet et al. (2011), Optics Express 19, 25763 — arXiv:1110.3737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86468-B58A-4FB0-A33E-9AAD351E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Kim et al. (2012), Optical Sensors STu1F.3; Corning AN2008; YSI EXO specifications.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EFB32-26E6-4691-976D-AF244E2A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Water QML paper (2026), Quantum Reports 8, 60 — doi:10.3390/quantum8030060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A3E26-2FCD-432B-8877-29C3864E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C74AF-6676-4D73-B7FA-B8E01D4B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19108540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633C8-CE42-4DB5-A9AF-08B646D6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How the simulation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6810D-1FAC-4BE5-AF6F-0D72D266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Classical CPU computation of a proposed quantum optical sensor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28670-C26C-4C90-B781-0CC1DE51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Inputs: default.json assumptions and a CSV of 64 distinct coordinates.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3CF05-8AF2-41DE-9AA1-0193421E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Python 3.12: NumPy covariance, SciPy probability, pandas data, Matplotlib plots.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0625E-AC24-4846-90E4-47B0683A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Compute phase sensitivity and loss, then mean variance plus drift and calibration.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E75C4-335C-420A-8156-4C83F020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Outputs: RMSE, detection probabilities, synthetic time traces and ten figures.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DF38A-1341-464D-AF1F-E767DC7C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168AC-B800-457B-AFAB-7C166BE0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136018041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92E9F-C538-443B-82B2-A353C6A8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Development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9F48D-52C5-4036-9884-1E9161DA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Published physics, explicit assumptions and reproducible comparisons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6D730-3D69-42B7-A444-8A762C43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model.py implements the equations; run.py sweeps count, loss, power and drift.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A5FBD-1FCA-48AE-A7FC-7104C815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Analytic RMSE curves; 100,000 null/event draws check Gaussian detection.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AC74D-1234-410C-937C-F6685E90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13 checks test physicality, limits, units and agreement; seed 2601006.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FF501-1220-441E-A325-98CD8929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Run bash src/reproduce.sh. No quantum device or trained model was executed.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A7CC1-81A3-4D61-9A1E-D25628FD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BB3A7-E1B5-4B06-935B-D81A85A4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2129883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2026-10-07T15:54:19.6780000Z</dcterms:created>
  <dcterms:modified xsi:type="dcterms:W3CDTF">2026-10-07T15:54:19.6780000Z</dcterms:modified>
</coreProperties>
</file>