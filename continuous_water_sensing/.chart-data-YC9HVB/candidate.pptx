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e9f8f781ce40c5" /><Relationship Type="http://schemas.openxmlformats.org/officeDocument/2006/relationships/extended-properties" Target="/docProps/app.xml" Id="Rcce9335bdf714c3b" /><Relationship Type="http://schemas.openxmlformats.org/officeDocument/2006/relationships/officeDocument" Target="/ppt/presentation.xml" Id="R10fbea4c4f2c4c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2b0bf92c56406b"/>
  </p:sldMasterIdLst>
  <p:notesMasterIdLst>
    <p:notesMasterId xmlns:r="http://schemas.openxmlformats.org/officeDocument/2006/relationships" r:id="R2b0421e115fa45ce"/>
  </p:notesMasterIdLst>
  <p:sldIdLst>
    <p:sldId xmlns:r="http://schemas.openxmlformats.org/officeDocument/2006/relationships" id="256" r:id="R47d8e09d55c7422a"/>
    <p:sldId xmlns:r="http://schemas.openxmlformats.org/officeDocument/2006/relationships" id="257" r:id="R3ab5353aa8d74e64"/>
    <p:sldId xmlns:r="http://schemas.openxmlformats.org/officeDocument/2006/relationships" id="258" r:id="R0a96ac2294714145"/>
    <p:sldId xmlns:r="http://schemas.openxmlformats.org/officeDocument/2006/relationships" id="259" r:id="Rb1bcb8bd2a6e4553"/>
    <p:sldId xmlns:r="http://schemas.openxmlformats.org/officeDocument/2006/relationships" id="260" r:id="Rae66c60769c24287"/>
    <p:sldId xmlns:r="http://schemas.openxmlformats.org/officeDocument/2006/relationships" id="261" r:id="R895591bae5dd4ad0"/>
    <p:sldId xmlns:r="http://schemas.openxmlformats.org/officeDocument/2006/relationships" id="262" r:id="R11b376a476f54ef9"/>
    <p:sldId xmlns:r="http://schemas.openxmlformats.org/officeDocument/2006/relationships" id="263" r:id="R5b436fa238fa4a09"/>
    <p:sldId xmlns:r="http://schemas.openxmlformats.org/officeDocument/2006/relationships" id="264" r:id="Rf32b104260d24e43"/>
    <p:sldId xmlns:r="http://schemas.openxmlformats.org/officeDocument/2006/relationships" id="265" r:id="Rcd476caf9f944aa2"/>
    <p:sldId xmlns:r="http://schemas.openxmlformats.org/officeDocument/2006/relationships" id="266" r:id="R24d26ec8eaa245d0"/>
    <p:sldId xmlns:r="http://schemas.openxmlformats.org/officeDocument/2006/relationships" id="267" r:id="Ra4644f26f89b4732"/>
    <p:sldId xmlns:r="http://schemas.openxmlformats.org/officeDocument/2006/relationships" id="268" r:id="R273705f2de224415"/>
    <p:sldId xmlns:r="http://schemas.openxmlformats.org/officeDocument/2006/relationships" id="269" r:id="Rdd9528978a0a435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b2e921d98143c1" /><Relationship Type="http://schemas.openxmlformats.org/officeDocument/2006/relationships/slideMaster" Target="/ppt/slideMasters/slideMaster1.xml" Id="Rb62b0bf92c56406b" /><Relationship Type="http://schemas.openxmlformats.org/officeDocument/2006/relationships/notesMaster" Target="/ppt/notesMasters/notesMaster1.xml" Id="R2b0421e115fa45ce" /><Relationship Type="http://schemas.openxmlformats.org/officeDocument/2006/relationships/presProps" Target="/ppt/presProps.xml" Id="R7ae1b478f0d047fc" /><Relationship Type="http://schemas.openxmlformats.org/officeDocument/2006/relationships/tableStyles" Target="/ppt/tableStyles.xml" Id="Rf9aa17213c1e4da0" /><Relationship Type="http://schemas.openxmlformats.org/officeDocument/2006/relationships/slide" Target="/ppt/slides/slide1.xml" Id="R47d8e09d55c7422a" /><Relationship Type="http://schemas.openxmlformats.org/officeDocument/2006/relationships/slide" Target="/ppt/slides/slide2.xml" Id="R3ab5353aa8d74e64" /><Relationship Type="http://schemas.openxmlformats.org/officeDocument/2006/relationships/slide" Target="/ppt/slides/slide3.xml" Id="R0a96ac2294714145" /><Relationship Type="http://schemas.openxmlformats.org/officeDocument/2006/relationships/slide" Target="/ppt/slides/slide4.xml" Id="Rb1bcb8bd2a6e4553" /><Relationship Type="http://schemas.openxmlformats.org/officeDocument/2006/relationships/slide" Target="/ppt/slides/slide5.xml" Id="Rae66c60769c24287" /><Relationship Type="http://schemas.openxmlformats.org/officeDocument/2006/relationships/slide" Target="/ppt/slides/slide6.xml" Id="R895591bae5dd4ad0" /><Relationship Type="http://schemas.openxmlformats.org/officeDocument/2006/relationships/slide" Target="/ppt/slides/slide7.xml" Id="R11b376a476f54ef9" /><Relationship Type="http://schemas.openxmlformats.org/officeDocument/2006/relationships/slide" Target="/ppt/slides/slide8.xml" Id="R5b436fa238fa4a09" /><Relationship Type="http://schemas.openxmlformats.org/officeDocument/2006/relationships/slide" Target="/ppt/slides/slide9.xml" Id="Rf32b104260d24e43" /><Relationship Type="http://schemas.openxmlformats.org/officeDocument/2006/relationships/slide" Target="/ppt/slides/slide10.xml" Id="Rcd476caf9f944aa2" /><Relationship Type="http://schemas.openxmlformats.org/officeDocument/2006/relationships/slide" Target="/ppt/slides/slide11.xml" Id="R24d26ec8eaa245d0" /><Relationship Type="http://schemas.openxmlformats.org/officeDocument/2006/relationships/slide" Target="/ppt/slides/slide12.xml" Id="Ra4644f26f89b4732" /><Relationship Type="http://schemas.openxmlformats.org/officeDocument/2006/relationships/slide" Target="/ppt/slides/slide13.xml" Id="R273705f2de224415" /><Relationship Type="http://schemas.openxmlformats.org/officeDocument/2006/relationships/slide" Target="/ppt/slides/slide14.xml" Id="Rdd9528978a0a43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ae1a5e94a04a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NYUAD Hackathon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f2fe582151491f" /><Relationship Type="http://schemas.openxmlformats.org/officeDocument/2006/relationships/notesMaster" Target="/ppt/notesMasters/notesMaster1.xml" Id="Rab0c4d2503a940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65c518778a41c9" /><Relationship Type="http://schemas.openxmlformats.org/officeDocument/2006/relationships/notesMaster" Target="/ppt/notesMasters/notesMaster1.xml" Id="Rceab5c9528be4b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aaa03abfb04bcf" /><Relationship Type="http://schemas.openxmlformats.org/officeDocument/2006/relationships/notesMaster" Target="/ppt/notesMasters/notesMaster1.xml" Id="Reca7c59386e141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c7fa7bbac44889" /><Relationship Type="http://schemas.openxmlformats.org/officeDocument/2006/relationships/notesMaster" Target="/ppt/notesMasters/notesMaster1.xml" Id="Rba6c1247e80b4e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90caedb3a84e95" /><Relationship Type="http://schemas.openxmlformats.org/officeDocument/2006/relationships/notesMaster" Target="/ppt/notesMasters/notesMaster1.xml" Id="R98d53c40c96a40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1c5aea5cef456a" /><Relationship Type="http://schemas.openxmlformats.org/officeDocument/2006/relationships/notesMaster" Target="/ppt/notesMasters/notesMaster1.xml" Id="Rf33f7a0c344242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9057e7e19a4e1a" /><Relationship Type="http://schemas.openxmlformats.org/officeDocument/2006/relationships/notesMaster" Target="/ppt/notesMasters/notesMaster1.xml" Id="R901c9ccab83f4e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9b166e84d94a64" /><Relationship Type="http://schemas.openxmlformats.org/officeDocument/2006/relationships/notesMaster" Target="/ppt/notesMasters/notesMaster1.xml" Id="R7a83c39514e741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9960e3bd2b4e91" /><Relationship Type="http://schemas.openxmlformats.org/officeDocument/2006/relationships/notesMaster" Target="/ppt/notesMasters/notesMaster1.xml" Id="R2ad4b6d688dc4f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59a78ba8954989" /><Relationship Type="http://schemas.openxmlformats.org/officeDocument/2006/relationships/notesMaster" Target="/ppt/notesMasters/notesMaster1.xml" Id="Rb20fa4a3bbfd4e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0b28f7678748fd" /><Relationship Type="http://schemas.openxmlformats.org/officeDocument/2006/relationships/notesMaster" Target="/ppt/notesMasters/notesMaster1.xml" Id="R20d7426963844c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c3dce22b4b4911" /><Relationship Type="http://schemas.openxmlformats.org/officeDocument/2006/relationships/notesMaster" Target="/ppt/notesMasters/notesMaster1.xml" Id="Rc3b6e881d7ed4f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c0bb98bb694cbe" /><Relationship Type="http://schemas.openxmlformats.org/officeDocument/2006/relationships/notesMaster" Target="/ppt/notesMasters/notesMaster1.xml" Id="Rd98ff6bcc41e4f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12bfcba5de4b43" /><Relationship Type="http://schemas.openxmlformats.org/officeDocument/2006/relationships/notesMaster" Target="/ppt/notesMasters/notesMaster1.xml" Id="R1cf1d12e7bc244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Working team name confirmed by user. Final Arabic/English name, confirmed student/mentor roster with affiliations and contact details, team photo and team logo remain to be supplied. No identity or affiliation is invented. Result is 27.92% total RMSE reduction against coherent probes, at 10 nW/node, 1 s and assumed 50 µK common temperature residual. Source: results/summary.json. The supplied template says its presentation/demo guidance is for the in-person event; October ideation has no presentation. This deck is prepared for reuse and discussion.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Problem and SDG 6 impact: 20% of rubric. Proposed audience and value hypothesis, not a verified customer or field outcome. Refractive index is nonspecific. No safe-water certification, arsenic selectivity, liters saved, or health outcome is inferred. See docs/PROJECT_REPORT.md sections 1 and 8; NaCl calibration https://doi.org/10.1364/AO.55.000947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Technical rigor: 30%. Classical matrix operations and Gaussian threshold tests; no quantum computing speedup, QAOA, VQE or QML execution. Covariance is propagated through loss and phase jitter. Objective is minimum error for an unbiased arithmetic-mean estimate under the stated resource constraints; no changing site weights to discard noisy nodes. Theory https://arxiv.org/abs/1711.10459 and https://doi.org/10.1103/PhysRevResearch.2.023030 . Classical estimator is computationally tractable. QC-specific eligibility must be confirmed with organizers. Hack stack: Python, NumPy, SciPy, Matplotlib. No quantum hardware has been built.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Quantum justification: 20%. This is a prediction for a proposed controlled instrument, not a measured water sensor. Optical RMSE .079619 vs .047583; total precision gain 1.387×. The ambitious common temperature residual is an engineering assumption. Probe photon accounting includes squeezed photons deducted from carrier power, but excludes pump and local oscillator energy.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results/summary.json pilot16. No measured-field accuracy claim. Common residual 50 microkelvin is an ambitious compensated bench target.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Fit uses M=33–64. Total squeezing Ns=.1M grows with M; fixed per-node carrier power also grows total probe energy. Ideal panel removes loss, phase jitter, technical errors and the 10 dB cap. It is not a forecast of field scaling. See figures/05_resource_accounting.png for fixed-total budgets and docs/MODEL.md. Consistent with qualified CV theory; no independent experimental proof.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Computed by src/model.py and results/summary.json. Per-node squeezed budget 0.1 photon/mode, total Ns=0.1 M; equal launched bright-plus-squeezed photon budgets. S4 asymptotic displacement model.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geometry is USGS-labelled input from the draft; no independent provenance or available fiber is established. Nearest 64 unique coordinates to assumed LA hub 34.05,-118.24; lengths 1.3×great-circle distances. Straight distances 3.5245–16.6434 km, mean routed length16.3847km. Fiber anchor .18dB/km, Corning AN2008. Changing M changes the sampled population. Coherent allocation F_i proportional to 1/sqrt(eta_i), relaxing individual power cap at fixed total photons. Source Ns capped2.025 photons/mode.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data/site_geometry.csv derives coordinates only from draft. 8889 records reduce to 7704 coordinate pairs; nearest64 selected. As M changes, sampled population changes, so this is not a sensor-reduction claim for one fixed spatial target.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Water thermo-optic anchor https://opg.optica.org/abstract.cfm?uri=sensors-2012-STu1F.3 . At the NaCl slope, 1mK appears as .916mg/kg. 50µK controlled and10mK stress residuals are assumptions; neither is a manufacturer Gaussian noise claim. OU correlation60s. YSI temperature accuracy±.01C is contextual, not statistical conversion. Power sweep1nW–70µW in Figure10 independently tests a stronger classical alternative.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S10 reports dn/dT≈−1.485e−4 RIU/K at1550nm. The exact coefficient depends on temperature/composition. 0.05 mK and10 mK are assumed stochastic residuals, not manufacturer statistical specifications.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Analytic Gaussian ROC validated by100000 null and100000 alternative independent draws per strategy. This is marginal repeated-experiment validation, not an operational sequential detector. Temperature correlations, non-Gaussian tails and response lag require time-series validation. No regulatory threshold or guaranteed detection is implied. Measurable SDG6-related monitoring proxy, not measured environmental impact.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results/detection.csv. Independent Monte Carlo marginal windows, not independent samples of the OU trace. Assumes Gaussian moments including squeeze-angle jitter. Decision threshold is not regulatory. Bonferroni alpha=0.05/3600 bounds hourly familywise false-alarm probability at5% without independence.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Offline demo: open figures/index.html and Figure07. Explain 16 different arrivals90–135s, mean amplitude.35mg/kg with±25% variation, rise25s, response10s,1s sampling. Shared thermal and calibration realization for both methods. Show Figure08 to change the discussion to loss/temperature limits, then Figure10 to challenge the low-power premise. No live hardware is represented. Stationary RMSE excludes transient lag bias.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results/time_trace.csv. Synthetic changes, not observed water data. Independent optical noise, common OU realization, seed2601006. Optical noise advantage concerns the aggregate; local contrasts do not receive the same benefit.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NaCl: Saunders https://doi.org/10.1364/AO.55.000947 ; squeezing Mehmet https://arxiv.org/abs/1110.3737 ; fiber https://www.corning.com/media/worldwide/coc/documents/Fiber/application-notes/AN2008.pdf ; thermo-optic Kim https://opg.optica.org/abstract.cfm?uri=sensors-2012-STu1F.3 . Supplied Dowran https://doi.org/10.1364/OPTICA.5.000628 reports795nm199kHz air sensitivities8.6/6.8/5.5e-10RIU/sqrtHz; not transferable to1s1550nm water. Supplied Pooser/Lawrie PDF is supporting information of a separate paper. QML https://doi.org/10.3390/quantum8030060 ; matched RBF remains strong. Complete sources and each config parameter in docs/PROJECT_REPORT.md AppendixA.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Sustainability/scalability15%. Business model is a hypothesis; avoid unsupported market size or demand claims. Seek water operator and optical lab partnership, with a budget based on equipment quotations. Local calibration and infrastructure review required for UAE/Arab-region and other deployments. Data access, incident privacy, maintenance and confirmatory sampling are future product requirements. YSI EXO contextual comparator https://www.ysi.com/product/id-599870/exo-conductivity--temperature-smart-sensor ; accuracy bounds are not a fair ratio to simulated differential RMSE.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Proposed research stages, not completed work or promised dates. Full electrical meter includes pump, local oscillator, locking, electronics and classical compute. Acceptance proposal: RMSE ratio confidence interval below1 with prespecified budgets, then time-based false-alarm target agreed with operator. Need evidence10nW dose constraint matters; if higher-power coherent or conventional sensing achieves same goal with lower burden, prefer it. Organizer confirmation needed that quantum sensing satisfies the rubric’s quantum-computing focus.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Required closing three claims from judging guidance. All pilot claims use16nodes,10nW/node,1s,50µK common residual. Detection uses.15mg/kg increase and1% false alarm per decision. Optical energy160nJ is equal resources, not measured sustainability improvement. Algorithm is estimator accuracy, not quantum computational runtime. Next KPI: total joules per validated useful detection at matched coverage, false-alarm rate and response time. Results do not prove/disprove literature: conditional model consistency only.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Primary references: Dowran2018 https://doi.org/10.1364/OPTICA.5.000628 ; Pooser/Lawrie supplied supporting information; Abraham-Mexicano2026 https://doi.org/10.3390/quantum8030060 ; Zhuang2018 https://arxiv.org/abs/1711.10459 ; Oh2020 https://doi.org/10.1103/PhysRevResearch.2.023030 ; Guo2020 https://arxiv.org/abs/1905.09408 ; Saunders2016 https://doi.org/10.1364/AO.55.000947 ; Mehmet2011 https://arxiv.org/abs/1110.3737 . Full parameter provenance, remaining Kim/Corning/YSI references and assumptions: docs/PROJECT_REPORT.md AppendixA. Seed2601006, results/summary.json,13validationchecks. Team photo, roster, affiliations, team logo and final bilingual name are pending; working nameTeam7 authorized. Supplied judging weights20/20/30/15/15 addressed through defined use case, classical baselines, explicit estimator, resource limits, and honest communication.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e43bc89354a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a0670bdd74d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71fd4625b46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2861bbcb7348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f0628c70f40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bc05008f24a0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b4722c99547a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04039c041450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4b6395069f419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d0955463f4eb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1ad23a14fc4b89" /></Relationships>
</file>

<file path=ppt/slideLayouts/slideLayout1.xml><?xml version="1.0" encoding="utf-8"?>
<p:sldLayout xmlns:p="http://schemas.openxmlformats.org/presentationml/2006/main" matchingName="Diapositive de titr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27886557-CE9E-4689-A3DA-EC4C491572D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DAFA5301-3776-493E-8A01-7844F80486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0" marR="0" indent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marL="457200" marR="0" indent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marL="914400" marR="0" indent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marL="1371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marL="18288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marL="22860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marL="27432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marL="32004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marL="3657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96EEA969-E8CC-484D-A7CD-74EF6FE38B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790F1D1D-B733-4750-B464-023BC66CEC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8" name="Google Shape;18;p2">
            <a:extLst xmlns:a="http://schemas.openxmlformats.org/drawingml/2006/main">
              <a:ext uri="{FF2B5EF4-FFF2-40B4-BE49-F238E27FC236}">
                <a16:creationId xmlns:a16="http://schemas.microsoft.com/office/drawing/2014/main" id="{06BA8F19-B685-4791-8600-2FFBC55A04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re et contenu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7D1DEF9E-4F82-4DC0-9458-FEF1FDFC4B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42FF2A6A-8F6B-4508-BA5C-A008D2B473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0"/>
            <a:ext cx="8229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EC44B621-EA85-4C08-883B-3B5D6710EF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7D4B350C-4442-48C1-B18D-C1F977B34E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A8877DDE-A634-4212-A321-245467BD47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En-tête de section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12756045-5CB0-413C-94B7-8A567F19FB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3305175"/>
            <a:ext cx="7772400" cy="10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2A215D79-F5E5-45F1-8D1C-AF0C76D451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180035"/>
            <a:ext cx="77724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38DCF254-227E-4FF8-93B2-4E79070A76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AE9A1C7F-8C4C-4A28-B864-DD74E7EAD0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8BF42D94-C785-4CF6-AD09-4FBD9AAC59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Deux contenus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CF0D66C1-7A4B-44F3-A5CC-B624AB7102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3" name="Google Shape;33;p5">
            <a:extLst xmlns:a="http://schemas.openxmlformats.org/drawingml/2006/main">
              <a:ext uri="{FF2B5EF4-FFF2-40B4-BE49-F238E27FC236}">
                <a16:creationId xmlns:a16="http://schemas.microsoft.com/office/drawing/2014/main" id="{468343D5-9C48-4CCC-AF28-6A19BCE0FB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0"/>
            <a:ext cx="4038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4" name="Google Shape;34;p5">
            <a:extLst xmlns:a="http://schemas.openxmlformats.org/drawingml/2006/main">
              <a:ext uri="{FF2B5EF4-FFF2-40B4-BE49-F238E27FC236}">
                <a16:creationId xmlns:a16="http://schemas.microsoft.com/office/drawing/2014/main" id="{894812C8-F297-4D2C-A59A-7DE65419BB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200150"/>
            <a:ext cx="4038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5" name="Google Shape;35;p5">
            <a:extLst xmlns:a="http://schemas.openxmlformats.org/drawingml/2006/main">
              <a:ext uri="{FF2B5EF4-FFF2-40B4-BE49-F238E27FC236}">
                <a16:creationId xmlns:a16="http://schemas.microsoft.com/office/drawing/2014/main" id="{3D2A032B-441D-42E1-9525-62A9C926BD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6" name="Google Shape;36;p5">
            <a:extLst xmlns:a="http://schemas.openxmlformats.org/drawingml/2006/main">
              <a:ext uri="{FF2B5EF4-FFF2-40B4-BE49-F238E27FC236}">
                <a16:creationId xmlns:a16="http://schemas.microsoft.com/office/drawing/2014/main" id="{622B0B31-17B9-48D7-A2F8-ED78FF9C5C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7" name="Google Shape;37;p5">
            <a:extLst xmlns:a="http://schemas.openxmlformats.org/drawingml/2006/main">
              <a:ext uri="{FF2B5EF4-FFF2-40B4-BE49-F238E27FC236}">
                <a16:creationId xmlns:a16="http://schemas.microsoft.com/office/drawing/2014/main" id="{DFF4FE08-0B1D-4471-9A04-F8DA7594E7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a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9BBC95CE-3533-4E3A-A18C-E36C04786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A3E263D1-A76A-4F51-905D-B25DF6C02F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151335"/>
            <a:ext cx="4040188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4D6DC9C-B41B-49B4-A211-E0F49AB5F3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631156"/>
            <a:ext cx="4040188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24FF90C-7720-4D11-A5A3-7C3432FDD20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151335"/>
            <a:ext cx="4041775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Google Shape;43;p6">
            <a:extLst xmlns:a="http://schemas.openxmlformats.org/drawingml/2006/main">
              <a:ext uri="{FF2B5EF4-FFF2-40B4-BE49-F238E27FC236}">
                <a16:creationId xmlns:a16="http://schemas.microsoft.com/office/drawing/2014/main" id="{8B96376D-1D5C-40B9-8430-8C5683A1DAC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1631156"/>
            <a:ext cx="4041775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4" name="Google Shape;44;p6">
            <a:extLst xmlns:a="http://schemas.openxmlformats.org/drawingml/2006/main">
              <a:ext uri="{FF2B5EF4-FFF2-40B4-BE49-F238E27FC236}">
                <a16:creationId xmlns:a16="http://schemas.microsoft.com/office/drawing/2014/main" id="{46600A22-DA14-4659-BD59-F98AC99B38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5" name="Google Shape;45;p6">
            <a:extLst xmlns:a="http://schemas.openxmlformats.org/drawingml/2006/main">
              <a:ext uri="{FF2B5EF4-FFF2-40B4-BE49-F238E27FC236}">
                <a16:creationId xmlns:a16="http://schemas.microsoft.com/office/drawing/2014/main" id="{F898DE8F-CF9A-4876-BD14-5F1380E116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6" name="Google Shape;46;p6">
            <a:extLst xmlns:a="http://schemas.openxmlformats.org/drawingml/2006/main">
              <a:ext uri="{FF2B5EF4-FFF2-40B4-BE49-F238E27FC236}">
                <a16:creationId xmlns:a16="http://schemas.microsoft.com/office/drawing/2014/main" id="{77500973-466D-42B0-A1E2-7CB6FCE560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re seul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C3EEE1D3-3C76-4698-9443-85D743173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BD206DC4-D87C-4A6A-B31C-1EC3A6ACA9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9A58B1CB-17DF-4DD4-BC23-A25D4BEAC2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1" name="Google Shape;51;p7">
            <a:extLst xmlns:a="http://schemas.openxmlformats.org/drawingml/2006/main">
              <a:ext uri="{FF2B5EF4-FFF2-40B4-BE49-F238E27FC236}">
                <a16:creationId xmlns:a16="http://schemas.microsoft.com/office/drawing/2014/main" id="{3022C2ED-55B9-4B7F-883F-2C39BAC0D6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Vide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B41194A3-84FD-41D7-A254-2B5A9EFA41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9864FDE7-83C7-4F5F-B85D-43BE7E479A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4B2EE993-2338-4162-AACB-67F386A45D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u avec légende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5227D8CA-C59D-43B9-92AF-A671BCFDF1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4788"/>
            <a:ext cx="3008313" cy="87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140122E9-D656-4F46-AC6D-39989448BE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04788"/>
            <a:ext cx="5111750" cy="4389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4276FDF4-3C27-4596-84BE-6811C989CD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076325"/>
            <a:ext cx="3008313" cy="3518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183D0C5A-AABF-43B4-95E3-49D76324E0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4396756D-3194-4220-A6B9-0DF0D8276A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7F08C5F8-69E6-47D1-B4BE-A750DF4440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Image avec légende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40C06553-22A0-4B1A-9C65-110AE9578C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ACCBB34A-D9B8-436F-B40C-3D4FE9E4436D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459581"/>
            <a:ext cx="548640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212509F9-FBFD-4F88-9BC2-9AE5CB9871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4025504"/>
            <a:ext cx="5486400" cy="603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2E3FB2D-8B43-4AC1-9ED5-BD938C36F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57A3E9EB-79DA-458C-8CE7-12298D3F82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9" name="Google Shape;69;p10">
            <a:extLst xmlns:a="http://schemas.openxmlformats.org/drawingml/2006/main">
              <a:ext uri="{FF2B5EF4-FFF2-40B4-BE49-F238E27FC236}">
                <a16:creationId xmlns:a16="http://schemas.microsoft.com/office/drawing/2014/main" id="{F2F7E699-4CB9-460D-AD9C-4C1484E35C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re et texte vertical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7AB46885-6944-450A-A53A-59747F80A7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36723E64-59A9-4AC4-A011-1A7E9C1446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874764" y="-1217414"/>
            <a:ext cx="3394472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93349383-B221-4B86-AEBC-01935EBCBF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4" name="Google Shape;74;p11">
            <a:extLst xmlns:a="http://schemas.openxmlformats.org/drawingml/2006/main">
              <a:ext uri="{FF2B5EF4-FFF2-40B4-BE49-F238E27FC236}">
                <a16:creationId xmlns:a16="http://schemas.microsoft.com/office/drawing/2014/main" id="{0551CCFA-C79F-4FAF-946A-5BE7B626FB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784020B3-0024-4A30-BEB9-97EDE231A8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itre vertical et texte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p12">
            <a:extLst xmlns:a="http://schemas.openxmlformats.org/drawingml/2006/main">
              <a:ext uri="{FF2B5EF4-FFF2-40B4-BE49-F238E27FC236}">
                <a16:creationId xmlns:a16="http://schemas.microsoft.com/office/drawing/2014/main" id="{475B507A-5FF2-4BE0-A95D-74F7326EEE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463778" y="1371600"/>
            <a:ext cx="4388644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8" name="Google Shape;78;p12">
            <a:extLst xmlns:a="http://schemas.openxmlformats.org/drawingml/2006/main">
              <a:ext uri="{FF2B5EF4-FFF2-40B4-BE49-F238E27FC236}">
                <a16:creationId xmlns:a16="http://schemas.microsoft.com/office/drawing/2014/main" id="{A3FA55A7-C066-47F9-B26C-011397376C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272778" y="-609599"/>
            <a:ext cx="4388644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A72D8B26-70DE-4165-9D05-4290E7AC8A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0" name="Google Shape;80;p12">
            <a:extLst xmlns:a="http://schemas.openxmlformats.org/drawingml/2006/main">
              <a:ext uri="{FF2B5EF4-FFF2-40B4-BE49-F238E27FC236}">
                <a16:creationId xmlns:a16="http://schemas.microsoft.com/office/drawing/2014/main" id="{9B818A47-D8E7-437D-AEA8-C360B6BFC2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1" name="Google Shape;81;p12">
            <a:extLst xmlns:a="http://schemas.openxmlformats.org/drawingml/2006/main">
              <a:ext uri="{FF2B5EF4-FFF2-40B4-BE49-F238E27FC236}">
                <a16:creationId xmlns:a16="http://schemas.microsoft.com/office/drawing/2014/main" id="{D486ECA5-9E38-42A6-A69D-90B472C5EA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c2562fc1d49442e1" /><Relationship Type="http://schemas.openxmlformats.org/officeDocument/2006/relationships/theme" Target="/ppt/slideMasters/theme/theme2.xml" Id="R2c7eadc46a8c492e" /><Relationship Type="http://schemas.openxmlformats.org/officeDocument/2006/relationships/slideLayout" Target="/ppt/slideLayouts/slideLayout1.xml" Id="R451ad221ae1f4346" /><Relationship Type="http://schemas.openxmlformats.org/officeDocument/2006/relationships/slideLayout" Target="/ppt/slideLayouts/slideLayout2.xml" Id="Rf4af12748da840d3" /><Relationship Type="http://schemas.openxmlformats.org/officeDocument/2006/relationships/slideLayout" Target="/ppt/slideLayouts/slideLayout3.xml" Id="R854f2959fdbd4473" /><Relationship Type="http://schemas.openxmlformats.org/officeDocument/2006/relationships/slideLayout" Target="/ppt/slideLayouts/slideLayout4.xml" Id="Rf8fe89b684ef48b3" /><Relationship Type="http://schemas.openxmlformats.org/officeDocument/2006/relationships/slideLayout" Target="/ppt/slideLayouts/slideLayout5.xml" Id="Rb9dac8d57da141d0" /><Relationship Type="http://schemas.openxmlformats.org/officeDocument/2006/relationships/slideLayout" Target="/ppt/slideLayouts/slideLayout6.xml" Id="Rb559a1ed3f484bbd" /><Relationship Type="http://schemas.openxmlformats.org/officeDocument/2006/relationships/slideLayout" Target="/ppt/slideLayouts/slideLayout7.xml" Id="Red7751569abc4d87" /><Relationship Type="http://schemas.openxmlformats.org/officeDocument/2006/relationships/slideLayout" Target="/ppt/slideLayouts/slideLayout8.xml" Id="Rc9d56b143c434797" /><Relationship Type="http://schemas.openxmlformats.org/officeDocument/2006/relationships/slideLayout" Target="/ppt/slideLayouts/slideLayout9.xml" Id="Re1effe1dbf95495b" /><Relationship Type="http://schemas.openxmlformats.org/officeDocument/2006/relationships/slideLayout" Target="/ppt/slideLayouts/slideLayout10.xml" Id="R4b49aaab633847f1" /><Relationship Type="http://schemas.openxmlformats.org/officeDocument/2006/relationships/slideLayout" Target="/ppt/slideLayouts/slideLayout11.xml" Id="Ra0243f7c4540452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1CE6D83C-0600-47CD-9F29-D2A1D9B611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E827BE04-1DCD-4BB8-9195-3DC99C9A28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0"/>
            <a:ext cx="8229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marR="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marR="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A0A7F76B-2928-463C-B7BE-50C881413A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1E6B6F66-0AA0-4BDA-965D-E66F1BC783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1F8EDBFB-6DB9-4BE1-BFAC-5F27DC5147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3D082787-A5C7-4FF2-A1F7-4558B082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941" y="5056026"/>
            <a:ext cx="9180512" cy="108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068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" name="Google Shape;12;p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62fc1d49442e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5675" y="0"/>
            <a:ext cx="1188326" cy="579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1ad221ae1f4346"/>
    <p:sldLayoutId xmlns:r="http://schemas.openxmlformats.org/officeDocument/2006/relationships" id="2147483650" r:id="Rf4af12748da840d3"/>
    <p:sldLayoutId xmlns:r="http://schemas.openxmlformats.org/officeDocument/2006/relationships" id="2147483651" r:id="R854f2959fdbd4473"/>
    <p:sldLayoutId xmlns:r="http://schemas.openxmlformats.org/officeDocument/2006/relationships" id="2147483652" r:id="Rf8fe89b684ef48b3"/>
    <p:sldLayoutId xmlns:r="http://schemas.openxmlformats.org/officeDocument/2006/relationships" id="2147483653" r:id="Rb9dac8d57da141d0"/>
    <p:sldLayoutId xmlns:r="http://schemas.openxmlformats.org/officeDocument/2006/relationships" id="2147483654" r:id="Rb559a1ed3f484bbd"/>
    <p:sldLayoutId xmlns:r="http://schemas.openxmlformats.org/officeDocument/2006/relationships" id="2147483655" r:id="Red7751569abc4d87"/>
    <p:sldLayoutId xmlns:r="http://schemas.openxmlformats.org/officeDocument/2006/relationships" id="2147483656" r:id="Rc9d56b143c434797"/>
    <p:sldLayoutId xmlns:r="http://schemas.openxmlformats.org/officeDocument/2006/relationships" id="2147483657" r:id="Re1effe1dbf95495b"/>
    <p:sldLayoutId xmlns:r="http://schemas.openxmlformats.org/officeDocument/2006/relationships" id="2147483658" r:id="R4b49aaab633847f1"/>
    <p:sldLayoutId xmlns:r="http://schemas.openxmlformats.org/officeDocument/2006/relationships" id="2147483659" r:id="Ra0243f7c4540452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NYUAD Hackathon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5a48c09304d5f" /><Relationship Type="http://schemas.openxmlformats.org/officeDocument/2006/relationships/notesSlide" Target="/ppt/notesSlides/notesSlide1.xml" Id="R789251b9cc1e43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e28c419004663" /><Relationship Type="http://schemas.openxmlformats.org/officeDocument/2006/relationships/notesSlide" Target="/ppt/notesSlides/notesSlide2.xml" Id="R13195f73716d45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070cbf8a7470f" /><Relationship Type="http://schemas.openxmlformats.org/officeDocument/2006/relationships/notesSlide" Target="/ppt/notesSlides/notesSlide3.xml" Id="R75e06a1c63184d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4fb9edf974dc9" /><Relationship Type="http://schemas.openxmlformats.org/officeDocument/2006/relationships/chart" Target="/ppt/slides/charts/chart1.xml" Id="Rcd923cd164a54a35" /><Relationship Type="http://schemas.openxmlformats.org/officeDocument/2006/relationships/notesSlide" Target="/ppt/notesSlides/notesSlide4.xml" Id="R4a2dbfa436214d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0642cee374a7f" /><Relationship Type="http://schemas.openxmlformats.org/officeDocument/2006/relationships/chart" Target="/ppt/slides/charts/chart2.xml" Id="R517a7ba6443643cf" /><Relationship Type="http://schemas.openxmlformats.org/officeDocument/2006/relationships/notesSlide" Target="/ppt/notesSlides/notesSlide5.xml" Id="R514858c159b545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a6e8ec24848c2" /><Relationship Type="http://schemas.openxmlformats.org/officeDocument/2006/relationships/chart" Target="/ppt/slides/charts/chart3.xml" Id="R726d1ded8dd44c3e" /><Relationship Type="http://schemas.openxmlformats.org/officeDocument/2006/relationships/notesSlide" Target="/ppt/notesSlides/notesSlide6.xml" Id="R4e4a6ea2938e44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7fa7da5d34c16" /><Relationship Type="http://schemas.openxmlformats.org/officeDocument/2006/relationships/chart" Target="/ppt/slides/charts/chart4.xml" Id="Rac6b31e78ae54b79" /><Relationship Type="http://schemas.openxmlformats.org/officeDocument/2006/relationships/notesSlide" Target="/ppt/notesSlides/notesSlide7.xml" Id="R87a8b65d203145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4065f69054aab" /><Relationship Type="http://schemas.openxmlformats.org/officeDocument/2006/relationships/chart" Target="/ppt/slides/charts/chart5.xml" Id="R4a3352844bc445cd" /><Relationship Type="http://schemas.openxmlformats.org/officeDocument/2006/relationships/notesSlide" Target="/ppt/notesSlides/notesSlide8.xml" Id="R3d659643a8bc4d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d455664b248f7" /><Relationship Type="http://schemas.openxmlformats.org/officeDocument/2006/relationships/chart" Target="/ppt/slides/charts/chart6.xml" Id="R96e6f0c80f414045" /><Relationship Type="http://schemas.openxmlformats.org/officeDocument/2006/relationships/notesSlide" Target="/ppt/notesSlides/notesSlide9.xml" Id="R9aebfe937b5248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959f0a25244ca" /><Relationship Type="http://schemas.openxmlformats.org/officeDocument/2006/relationships/notesSlide" Target="/ppt/notesSlides/notesSlide10.xml" Id="R932cadff780a45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a58e59c10478d" /><Relationship Type="http://schemas.openxmlformats.org/officeDocument/2006/relationships/notesSlide" Target="/ppt/notesSlides/notesSlide11.xml" Id="Re4dfe0bf0ab44b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226e8075140f8" /><Relationship Type="http://schemas.openxmlformats.org/officeDocument/2006/relationships/notesSlide" Target="/ppt/notesSlides/notesSlide12.xml" Id="R5d90a61c19f641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fc024e65c4c9e" /><Relationship Type="http://schemas.openxmlformats.org/officeDocument/2006/relationships/notesSlide" Target="/ppt/notesSlides/notesSlide13.xml" Id="Rce9cc32c065c49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ae7ab1e6248b1" /><Relationship Type="http://schemas.openxmlformats.org/officeDocument/2006/relationships/notesSlide" Target="/ppt/notesSlides/notesSlide14.xml" Id="Rf1dc5022b754455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Optical error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0.07961902554</c:v>
                </c:pt>
                <c:pt idx="1">
                  <c:v>0.0647329637</c:v>
                </c:pt>
                <c:pt idx="2">
                  <c:v>0.04758283976</c:v>
                </c:pt>
              </c:numCache>
            </c:numRef>
          </c:val>
        </c:ser>
        <c:ser>
          <c:idx val="1"/>
          <c:order val="1"/>
          <c:tx>
            <c:v>Total error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0.09210106368</c:v>
                </c:pt>
                <c:pt idx="1">
                  <c:v>0.0795850067</c:v>
                </c:pt>
                <c:pt idx="2">
                  <c:v>0.06638933154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-0.5647188387</c:v>
                </c:pt>
                <c:pt idx="1">
                  <c:v>-0.7152338365</c:v>
                </c:pt>
                <c:pt idx="2">
                  <c:v>-0.803279466</c:v>
                </c:pt>
                <c:pt idx="3">
                  <c:v>-0.8657488343</c:v>
                </c:pt>
                <c:pt idx="4">
                  <c:v>-0.9142038408</c:v>
                </c:pt>
                <c:pt idx="5">
                  <c:v>-0.9537944638</c:v>
                </c:pt>
                <c:pt idx="6">
                  <c:v>-0.9872678587</c:v>
                </c:pt>
                <c:pt idx="7">
                  <c:v>-1.016263832</c:v>
                </c:pt>
                <c:pt idx="8">
                  <c:v>-1.041840093</c:v>
                </c:pt>
                <c:pt idx="9">
                  <c:v>-1.064718839</c:v>
                </c:pt>
                <c:pt idx="10">
                  <c:v>-1.085415181</c:v>
                </c:pt>
                <c:pt idx="11">
                  <c:v>-1.104309462</c:v>
                </c:pt>
                <c:pt idx="12">
                  <c:v>-1.121690515</c:v>
                </c:pt>
                <c:pt idx="13">
                  <c:v>-1.137782856</c:v>
                </c:pt>
                <c:pt idx="14">
                  <c:v>-1.152764468</c:v>
                </c:pt>
                <c:pt idx="15">
                  <c:v>-1.16677883</c:v>
                </c:pt>
                <c:pt idx="16">
                  <c:v>-1.179943299</c:v>
                </c:pt>
                <c:pt idx="17">
                  <c:v>-1.192355091</c:v>
                </c:pt>
                <c:pt idx="18">
                  <c:v>-1.204095639</c:v>
                </c:pt>
                <c:pt idx="19">
                  <c:v>-1.215233836</c:v>
                </c:pt>
                <c:pt idx="20">
                  <c:v>-1.225828486</c:v>
                </c:pt>
                <c:pt idx="21">
                  <c:v>-1.235930179</c:v>
                </c:pt>
                <c:pt idx="22">
                  <c:v>-1.245582757</c:v>
                </c:pt>
                <c:pt idx="23">
                  <c:v>-1.25482446</c:v>
                </c:pt>
                <c:pt idx="24">
                  <c:v>-1.263688843</c:v>
                </c:pt>
                <c:pt idx="25">
                  <c:v>-1.272205513</c:v>
                </c:pt>
                <c:pt idx="26">
                  <c:v>-1.280400721</c:v>
                </c:pt>
                <c:pt idx="27">
                  <c:v>-1.288297854</c:v>
                </c:pt>
                <c:pt idx="28">
                  <c:v>-1.295917838</c:v>
                </c:pt>
                <c:pt idx="29">
                  <c:v>-1.303279466</c:v>
                </c:pt>
                <c:pt idx="30">
                  <c:v>-1.310399686</c:v>
                </c:pt>
                <c:pt idx="31">
                  <c:v>-1.317293828</c:v>
                </c:pt>
                <c:pt idx="32">
                  <c:v>-1.323975809</c:v>
                </c:pt>
                <c:pt idx="33">
                  <c:v>-1.330458297</c:v>
                </c:pt>
                <c:pt idx="34">
                  <c:v>-1.336752861</c:v>
                </c:pt>
                <c:pt idx="35">
                  <c:v>-1.342870089</c:v>
                </c:pt>
                <c:pt idx="36">
                  <c:v>-1.348819701</c:v>
                </c:pt>
                <c:pt idx="37">
                  <c:v>-1.354610637</c:v>
                </c:pt>
                <c:pt idx="38">
                  <c:v>-1.360251142</c:v>
                </c:pt>
                <c:pt idx="39">
                  <c:v>-1.365748834</c:v>
                </c:pt>
                <c:pt idx="40">
                  <c:v>-1.371110767</c:v>
                </c:pt>
                <c:pt idx="41">
                  <c:v>-1.376343484</c:v>
                </c:pt>
                <c:pt idx="42">
                  <c:v>-1.381453066</c:v>
                </c:pt>
                <c:pt idx="43">
                  <c:v>-1.386445177</c:v>
                </c:pt>
                <c:pt idx="44">
                  <c:v>-1.391325096</c:v>
                </c:pt>
                <c:pt idx="45">
                  <c:v>-1.396097754</c:v>
                </c:pt>
                <c:pt idx="46">
                  <c:v>-1.400767768</c:v>
                </c:pt>
                <c:pt idx="47">
                  <c:v>-1.405339457</c:v>
                </c:pt>
                <c:pt idx="48">
                  <c:v>-1.409816879</c:v>
                </c:pt>
                <c:pt idx="49">
                  <c:v>-1.414203841</c:v>
                </c:pt>
                <c:pt idx="50">
                  <c:v>-1.418503927</c:v>
                </c:pt>
                <c:pt idx="51">
                  <c:v>-1.42272051</c:v>
                </c:pt>
                <c:pt idx="52">
                  <c:v>-1.426856773</c:v>
                </c:pt>
                <c:pt idx="53">
                  <c:v>-1.430915719</c:v>
                </c:pt>
                <c:pt idx="54">
                  <c:v>-1.434900183</c:v>
                </c:pt>
                <c:pt idx="55">
                  <c:v>-1.438812852</c:v>
                </c:pt>
                <c:pt idx="56">
                  <c:v>-1.442656266</c:v>
                </c:pt>
                <c:pt idx="57">
                  <c:v>-1.446432835</c:v>
                </c:pt>
                <c:pt idx="58">
                  <c:v>-1.450144844</c:v>
                </c:pt>
                <c:pt idx="59">
                  <c:v>-1.453794464</c:v>
                </c:pt>
                <c:pt idx="60">
                  <c:v>-1.457383756</c:v>
                </c:pt>
                <c:pt idx="61">
                  <c:v>-1.460914683</c:v>
                </c:pt>
                <c:pt idx="62">
                  <c:v>-1.464389113</c:v>
                </c:pt>
                <c:pt idx="63">
                  <c:v>-1.467808826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-0.8503778588</c:v>
                </c:pt>
                <c:pt idx="2">
                  <c:v>-0.9384234883</c:v>
                </c:pt>
                <c:pt idx="3">
                  <c:v>-1.000892857</c:v>
                </c:pt>
                <c:pt idx="4">
                  <c:v>-1.049347863</c:v>
                </c:pt>
                <c:pt idx="5">
                  <c:v>-1.088938486</c:v>
                </c:pt>
                <c:pt idx="6">
                  <c:v>-1.122411881</c:v>
                </c:pt>
                <c:pt idx="7">
                  <c:v>-1.151407854</c:v>
                </c:pt>
                <c:pt idx="8">
                  <c:v>-1.176984116</c:v>
                </c:pt>
                <c:pt idx="9">
                  <c:v>-1.199862861</c:v>
                </c:pt>
                <c:pt idx="10">
                  <c:v>-1.220559203</c:v>
                </c:pt>
                <c:pt idx="11">
                  <c:v>-1.239453484</c:v>
                </c:pt>
                <c:pt idx="12">
                  <c:v>-1.256834537</c:v>
                </c:pt>
                <c:pt idx="13">
                  <c:v>-1.272926879</c:v>
                </c:pt>
                <c:pt idx="14">
                  <c:v>-1.28790849</c:v>
                </c:pt>
                <c:pt idx="15">
                  <c:v>-1.301922852</c:v>
                </c:pt>
                <c:pt idx="16">
                  <c:v>-1.315087322</c:v>
                </c:pt>
                <c:pt idx="17">
                  <c:v>-1.327499113</c:v>
                </c:pt>
                <c:pt idx="18">
                  <c:v>-1.339239661</c:v>
                </c:pt>
                <c:pt idx="19">
                  <c:v>-1.350377859</c:v>
                </c:pt>
                <c:pt idx="20">
                  <c:v>-1.360972508</c:v>
                </c:pt>
                <c:pt idx="21">
                  <c:v>-1.371074201</c:v>
                </c:pt>
                <c:pt idx="22">
                  <c:v>-1.380726779</c:v>
                </c:pt>
                <c:pt idx="23">
                  <c:v>-1.389968482</c:v>
                </c:pt>
                <c:pt idx="24">
                  <c:v>-1.398832865</c:v>
                </c:pt>
                <c:pt idx="25">
                  <c:v>-1.407349535</c:v>
                </c:pt>
                <c:pt idx="26">
                  <c:v>-1.415544743</c:v>
                </c:pt>
                <c:pt idx="27">
                  <c:v>-1.423441877</c:v>
                </c:pt>
                <c:pt idx="28">
                  <c:v>-1.43106186</c:v>
                </c:pt>
                <c:pt idx="29">
                  <c:v>-1.438423488</c:v>
                </c:pt>
                <c:pt idx="30">
                  <c:v>-1.445543708</c:v>
                </c:pt>
                <c:pt idx="31">
                  <c:v>-1.45243785</c:v>
                </c:pt>
                <c:pt idx="32">
                  <c:v>-1.459119831</c:v>
                </c:pt>
                <c:pt idx="33">
                  <c:v>-1.465602319</c:v>
                </c:pt>
                <c:pt idx="34">
                  <c:v>-1.471896883</c:v>
                </c:pt>
                <c:pt idx="35">
                  <c:v>-1.478014111</c:v>
                </c:pt>
                <c:pt idx="36">
                  <c:v>-1.483963723</c:v>
                </c:pt>
                <c:pt idx="37">
                  <c:v>-1.489754659</c:v>
                </c:pt>
                <c:pt idx="38">
                  <c:v>-1.495395164</c:v>
                </c:pt>
                <c:pt idx="39">
                  <c:v>-1.500892857</c:v>
                </c:pt>
                <c:pt idx="40">
                  <c:v>-1.506254789</c:v>
                </c:pt>
                <c:pt idx="41">
                  <c:v>-1.511487506</c:v>
                </c:pt>
                <c:pt idx="42">
                  <c:v>-1.516597089</c:v>
                </c:pt>
                <c:pt idx="43">
                  <c:v>-1.521589199</c:v>
                </c:pt>
                <c:pt idx="44">
                  <c:v>-1.526469118</c:v>
                </c:pt>
                <c:pt idx="45">
                  <c:v>-1.531241777</c:v>
                </c:pt>
                <c:pt idx="46">
                  <c:v>-1.53591179</c:v>
                </c:pt>
                <c:pt idx="47">
                  <c:v>-1.54048348</c:v>
                </c:pt>
                <c:pt idx="48">
                  <c:v>-1.544960901</c:v>
                </c:pt>
                <c:pt idx="49">
                  <c:v>-1.549347863</c:v>
                </c:pt>
                <c:pt idx="50">
                  <c:v>-1.553647949</c:v>
                </c:pt>
                <c:pt idx="51">
                  <c:v>-1.557864533</c:v>
                </c:pt>
                <c:pt idx="52">
                  <c:v>-1.562000796</c:v>
                </c:pt>
                <c:pt idx="53">
                  <c:v>-1.566059741</c:v>
                </c:pt>
                <c:pt idx="54">
                  <c:v>-1.570044206</c:v>
                </c:pt>
                <c:pt idx="55">
                  <c:v>-1.573956874</c:v>
                </c:pt>
                <c:pt idx="56">
                  <c:v>-1.577800289</c:v>
                </c:pt>
                <c:pt idx="57">
                  <c:v>-1.581576858</c:v>
                </c:pt>
                <c:pt idx="58">
                  <c:v>-1.585288867</c:v>
                </c:pt>
                <c:pt idx="59">
                  <c:v>-1.588938486</c:v>
                </c:pt>
                <c:pt idx="60">
                  <c:v>-1.592527778</c:v>
                </c:pt>
                <c:pt idx="61">
                  <c:v>-1.596058706</c:v>
                </c:pt>
                <c:pt idx="62">
                  <c:v>-1.599533136</c:v>
                </c:pt>
                <c:pt idx="63">
                  <c:v>-1.602952848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660099"/>
            </a:solidFill>
            <a:ln xmlns:a="http://schemas.openxmlformats.org/drawingml/2006/main" w="23813">
              <a:solidFill>
                <a:srgbClr val="660099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-0.9035034139</c:v>
                </c:pt>
                <c:pt idx="2">
                  <c:v>-1.030625382</c:v>
                </c:pt>
                <c:pt idx="3">
                  <c:v>-1.12478583</c:v>
                </c:pt>
                <c:pt idx="4">
                  <c:v>-1.200177336</c:v>
                </c:pt>
                <c:pt idx="5">
                  <c:v>-1.263319542</c:v>
                </c:pt>
                <c:pt idx="6">
                  <c:v>-1.317782916</c:v>
                </c:pt>
                <c:pt idx="7">
                  <c:v>-1.365748556</c:v>
                </c:pt>
                <c:pt idx="8">
                  <c:v>-1.408652654</c:v>
                </c:pt>
                <c:pt idx="9">
                  <c:v>-1.447494246</c:v>
                </c:pt>
                <c:pt idx="10">
                  <c:v>-1.48299804</c:v>
                </c:pt>
                <c:pt idx="11">
                  <c:v>-1.515707446</c:v>
                </c:pt>
                <c:pt idx="12">
                  <c:v>-1.54604101</c:v>
                </c:pt>
                <c:pt idx="13">
                  <c:v>-1.574328332</c:v>
                </c:pt>
                <c:pt idx="14">
                  <c:v>-1.600833856</c:v>
                </c:pt>
                <c:pt idx="15">
                  <c:v>-1.625773148</c:v>
                </c:pt>
                <c:pt idx="16">
                  <c:v>-1.649324358</c:v>
                </c:pt>
                <c:pt idx="17">
                  <c:v>-1.671636489</c:v>
                </c:pt>
                <c:pt idx="18">
                  <c:v>-1.692835478</c:v>
                </c:pt>
                <c:pt idx="19">
                  <c:v>-1.71302877</c:v>
                </c:pt>
                <c:pt idx="20">
                  <c:v>-1.7323088</c:v>
                </c:pt>
                <c:pt idx="21">
                  <c:v>-1.750755683</c:v>
                </c:pt>
                <c:pt idx="22">
                  <c:v>-1.76843933</c:v>
                </c:pt>
                <c:pt idx="23">
                  <c:v>-1.785421126</c:v>
                </c:pt>
                <c:pt idx="24">
                  <c:v>-1.801755266</c:v>
                </c:pt>
                <c:pt idx="25">
                  <c:v>-1.817489849</c:v>
                </c:pt>
                <c:pt idx="26">
                  <c:v>-1.832667764</c:v>
                </c:pt>
                <c:pt idx="27">
                  <c:v>-1.84732742</c:v>
                </c:pt>
                <c:pt idx="28">
                  <c:v>-1.861503354</c:v>
                </c:pt>
                <c:pt idx="29">
                  <c:v>-1.875226735</c:v>
                </c:pt>
                <c:pt idx="30">
                  <c:v>-1.888525797</c:v>
                </c:pt>
                <c:pt idx="31">
                  <c:v>-1.90142619</c:v>
                </c:pt>
                <c:pt idx="32">
                  <c:v>-1.913951294</c:v>
                </c:pt>
                <c:pt idx="33">
                  <c:v>-1.926122479</c:v>
                </c:pt>
                <c:pt idx="34">
                  <c:v>-1.937959329</c:v>
                </c:pt>
                <c:pt idx="35">
                  <c:v>-1.949479836</c:v>
                </c:pt>
                <c:pt idx="36">
                  <c:v>-1.960700571</c:v>
                </c:pt>
                <c:pt idx="37">
                  <c:v>-1.97163683</c:v>
                </c:pt>
                <c:pt idx="38">
                  <c:v>-1.982302761</c:v>
                </c:pt>
                <c:pt idx="39">
                  <c:v>-1.992711477</c:v>
                </c:pt>
                <c:pt idx="40">
                  <c:v>-2.002875155</c:v>
                </c:pt>
                <c:pt idx="41">
                  <c:v>-2.012805124</c:v>
                </c:pt>
                <c:pt idx="42">
                  <c:v>-2.022511942</c:v>
                </c:pt>
                <c:pt idx="43">
                  <c:v>-2.032005462</c:v>
                </c:pt>
                <c:pt idx="44">
                  <c:v>-2.0412949</c:v>
                </c:pt>
                <c:pt idx="45">
                  <c:v>-2.050388881</c:v>
                </c:pt>
                <c:pt idx="46">
                  <c:v>-2.059295496</c:v>
                </c:pt>
                <c:pt idx="47">
                  <c:v>-2.068022338</c:v>
                </c:pt>
                <c:pt idx="48">
                  <c:v>-2.076576551</c:v>
                </c:pt>
                <c:pt idx="49">
                  <c:v>-2.084964855</c:v>
                </c:pt>
                <c:pt idx="50">
                  <c:v>-2.093193587</c:v>
                </c:pt>
                <c:pt idx="51">
                  <c:v>-2.101268726</c:v>
                </c:pt>
                <c:pt idx="52">
                  <c:v>-2.109195919</c:v>
                </c:pt>
                <c:pt idx="53">
                  <c:v>-2.116980508</c:v>
                </c:pt>
                <c:pt idx="54">
                  <c:v>-2.124627549</c:v>
                </c:pt>
                <c:pt idx="55">
                  <c:v>-2.132141832</c:v>
                </c:pt>
                <c:pt idx="56">
                  <c:v>-2.139527902</c:v>
                </c:pt>
                <c:pt idx="57">
                  <c:v>-2.146790074</c:v>
                </c:pt>
                <c:pt idx="58">
                  <c:v>-2.153932447</c:v>
                </c:pt>
                <c:pt idx="59">
                  <c:v>-2.160958921</c:v>
                </c:pt>
                <c:pt idx="60">
                  <c:v>-2.167873205</c:v>
                </c:pt>
                <c:pt idx="61">
                  <c:v>-2.174678836</c:v>
                </c:pt>
                <c:pt idx="62">
                  <c:v>-2.181379185</c:v>
                </c:pt>
                <c:pt idx="63">
                  <c:v>-2.187977466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log₁₀ optical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log₁₀(number of sensors 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0.2483469631</c:v>
                </c:pt>
                <c:pt idx="2">
                  <c:v>0.2106031117</c:v>
                </c:pt>
                <c:pt idx="3">
                  <c:v>0.1867134477</c:v>
                </c:pt>
                <c:pt idx="4">
                  <c:v>0.1706816032</c:v>
                </c:pt>
                <c:pt idx="5">
                  <c:v>0.1581146647</c:v>
                </c:pt>
                <c:pt idx="6">
                  <c:v>0.1482835053</c:v>
                </c:pt>
                <c:pt idx="7">
                  <c:v>0.1403873584</c:v>
                </c:pt>
                <c:pt idx="8">
                  <c:v>0.1345229821</c:v>
                </c:pt>
                <c:pt idx="9">
                  <c:v>0.1289078616</c:v>
                </c:pt>
                <c:pt idx="10">
                  <c:v>0.1241511824</c:v>
                </c:pt>
                <c:pt idx="11">
                  <c:v>0.1200297081</c:v>
                </c:pt>
                <c:pt idx="12">
                  <c:v>0.116384787</c:v>
                </c:pt>
                <c:pt idx="13">
                  <c:v>0.1131828071</c:v>
                </c:pt>
                <c:pt idx="14">
                  <c:v>0.1104770775</c:v>
                </c:pt>
                <c:pt idx="15">
                  <c:v>0.108091079</c:v>
                </c:pt>
                <c:pt idx="16">
                  <c:v>0.1063793108</c:v>
                </c:pt>
                <c:pt idx="17">
                  <c:v>0.1043285148</c:v>
                </c:pt>
                <c:pt idx="18">
                  <c:v>0.1024488299</c:v>
                </c:pt>
                <c:pt idx="19">
                  <c:v>0.1008011329</c:v>
                </c:pt>
                <c:pt idx="20">
                  <c:v>0.09925018314</c:v>
                </c:pt>
                <c:pt idx="21">
                  <c:v>0.09781233972</c:v>
                </c:pt>
                <c:pt idx="22">
                  <c:v>0.09647460462</c:v>
                </c:pt>
                <c:pt idx="23">
                  <c:v>0.09520527783</c:v>
                </c:pt>
                <c:pt idx="24">
                  <c:v>0.09401587797</c:v>
                </c:pt>
                <c:pt idx="25">
                  <c:v>0.09289776961</c:v>
                </c:pt>
                <c:pt idx="26">
                  <c:v>0.09183689538</c:v>
                </c:pt>
                <c:pt idx="27">
                  <c:v>0.09082419957</c:v>
                </c:pt>
                <c:pt idx="28">
                  <c:v>0.08986449751</c:v>
                </c:pt>
                <c:pt idx="29">
                  <c:v>0.08894974412</c:v>
                </c:pt>
                <c:pt idx="30">
                  <c:v>0.08807929034</c:v>
                </c:pt>
                <c:pt idx="31">
                  <c:v>0.08724446031</c:v>
                </c:pt>
                <c:pt idx="32">
                  <c:v>0.0868118805</c:v>
                </c:pt>
                <c:pt idx="33">
                  <c:v>0.08606258135</c:v>
                </c:pt>
                <c:pt idx="34">
                  <c:v>0.08536488971</c:v>
                </c:pt>
                <c:pt idx="35">
                  <c:v>0.08469068081</c:v>
                </c:pt>
                <c:pt idx="36">
                  <c:v>0.08403870346</c:v>
                </c:pt>
                <c:pt idx="37">
                  <c:v>0.08341592126</c:v>
                </c:pt>
                <c:pt idx="38">
                  <c:v>0.08281353797</c:v>
                </c:pt>
                <c:pt idx="39">
                  <c:v>0.08223097105</c:v>
                </c:pt>
                <c:pt idx="40">
                  <c:v>0.08167022062</c:v>
                </c:pt>
                <c:pt idx="41">
                  <c:v>0.08113008355</c:v>
                </c:pt>
                <c:pt idx="42">
                  <c:v>0.08062455935</c:v>
                </c:pt>
                <c:pt idx="43">
                  <c:v>0.08013553355</c:v>
                </c:pt>
                <c:pt idx="44">
                  <c:v>0.07966449549</c:v>
                </c:pt>
                <c:pt idx="45">
                  <c:v>0.07920609795</c:v>
                </c:pt>
                <c:pt idx="46">
                  <c:v>0.07876366222</c:v>
                </c:pt>
                <c:pt idx="47">
                  <c:v>0.07833359341</c:v>
                </c:pt>
                <c:pt idx="48">
                  <c:v>0.0779276499</c:v>
                </c:pt>
                <c:pt idx="49">
                  <c:v>0.07753128836</c:v>
                </c:pt>
                <c:pt idx="50">
                  <c:v>0.07715111226</c:v>
                </c:pt>
                <c:pt idx="51">
                  <c:v>0.07678227791</c:v>
                </c:pt>
                <c:pt idx="52">
                  <c:v>0.07642384489</c:v>
                </c:pt>
                <c:pt idx="53">
                  <c:v>0.07608136167</c:v>
                </c:pt>
                <c:pt idx="54">
                  <c:v>0.07574618482</c:v>
                </c:pt>
                <c:pt idx="55">
                  <c:v>0.07541874438</c:v>
                </c:pt>
                <c:pt idx="56">
                  <c:v>0.07510071892</c:v>
                </c:pt>
                <c:pt idx="57">
                  <c:v>0.07478910121</c:v>
                </c:pt>
                <c:pt idx="58">
                  <c:v>0.0744850387</c:v>
                </c:pt>
                <c:pt idx="59">
                  <c:v>0.07418772747</c:v>
                </c:pt>
                <c:pt idx="60">
                  <c:v>0.07389632127</c:v>
                </c:pt>
                <c:pt idx="61">
                  <c:v>0.07361055701</c:v>
                </c:pt>
                <c:pt idx="62">
                  <c:v>0.07333208047</c:v>
                </c:pt>
                <c:pt idx="63">
                  <c:v>0.0730592694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0.2919599865</c:v>
                </c:pt>
                <c:pt idx="1">
                  <c:v>0.2109160112</c:v>
                </c:pt>
                <c:pt idx="2">
                  <c:v>0.181364937</c:v>
                </c:pt>
                <c:pt idx="3">
                  <c:v>0.1620697079</c:v>
                </c:pt>
                <c:pt idx="4">
                  <c:v>0.1491842943</c:v>
                </c:pt>
                <c:pt idx="5">
                  <c:v>0.1388165492</c:v>
                </c:pt>
                <c:pt idx="6">
                  <c:v>0.1306766515</c:v>
                </c:pt>
                <c:pt idx="7">
                  <c:v>0.1241408527</c:v>
                </c:pt>
                <c:pt idx="8">
                  <c:v>0.1194834371</c:v>
                </c:pt>
                <c:pt idx="9">
                  <c:v>0.1148003052</c:v>
                </c:pt>
                <c:pt idx="10">
                  <c:v>0.1108510104</c:v>
                </c:pt>
                <c:pt idx="11">
                  <c:v>0.1074338191</c:v>
                </c:pt>
                <c:pt idx="12">
                  <c:v>0.1044064469</c:v>
                </c:pt>
                <c:pt idx="13">
                  <c:v>0.1017572772</c:v>
                </c:pt>
                <c:pt idx="14">
                  <c:v>0.0995645556</c:v>
                </c:pt>
                <c:pt idx="15">
                  <c:v>0.09764657092</c:v>
                </c:pt>
                <c:pt idx="16">
                  <c:v>0.09640607428</c:v>
                </c:pt>
                <c:pt idx="17">
                  <c:v>0.09473314906</c:v>
                </c:pt>
                <c:pt idx="18">
                  <c:v>0.09319991063</c:v>
                </c:pt>
                <c:pt idx="19">
                  <c:v>0.09187930166</c:v>
                </c:pt>
                <c:pt idx="20">
                  <c:v>0.09074210257</c:v>
                </c:pt>
                <c:pt idx="21">
                  <c:v>0.08971849101</c:v>
                </c:pt>
                <c:pt idx="22">
                  <c:v>0.08875982833</c:v>
                </c:pt>
                <c:pt idx="23">
                  <c:v>0.08783687891</c:v>
                </c:pt>
                <c:pt idx="24">
                  <c:v>0.08696659421</c:v>
                </c:pt>
                <c:pt idx="25">
                  <c:v>0.0861433213</c:v>
                </c:pt>
                <c:pt idx="26">
                  <c:v>0.08535506792</c:v>
                </c:pt>
                <c:pt idx="27">
                  <c:v>0.08459485427</c:v>
                </c:pt>
                <c:pt idx="28">
                  <c:v>0.08387023088</c:v>
                </c:pt>
                <c:pt idx="29">
                  <c:v>0.08317461034</c:v>
                </c:pt>
                <c:pt idx="30">
                  <c:v>0.08250907909</c:v>
                </c:pt>
                <c:pt idx="31">
                  <c:v>0.08186593246</c:v>
                </c:pt>
                <c:pt idx="32">
                  <c:v>0.08163653012</c:v>
                </c:pt>
                <c:pt idx="33">
                  <c:v>0.0810566951</c:v>
                </c:pt>
                <c:pt idx="34">
                  <c:v>0.08051981836</c:v>
                </c:pt>
                <c:pt idx="35">
                  <c:v>0.07999698035</c:v>
                </c:pt>
                <c:pt idx="36">
                  <c:v>0.0794877311</c:v>
                </c:pt>
                <c:pt idx="37">
                  <c:v>0.07900020177</c:v>
                </c:pt>
                <c:pt idx="38">
                  <c:v>0.07852578045</c:v>
                </c:pt>
                <c:pt idx="39">
                  <c:v>0.07806447794</c:v>
                </c:pt>
                <c:pt idx="40">
                  <c:v>0.07761895907</c:v>
                </c:pt>
                <c:pt idx="41">
                  <c:v>0.07718845476</c:v>
                </c:pt>
                <c:pt idx="42">
                  <c:v>0.07678811314</c:v>
                </c:pt>
                <c:pt idx="43">
                  <c:v>0.07639929385</c:v>
                </c:pt>
                <c:pt idx="44">
                  <c:v>0.07602393673</c:v>
                </c:pt>
                <c:pt idx="45">
                  <c:v>0.07565678254</c:v>
                </c:pt>
                <c:pt idx="46">
                  <c:v>0.07530162756</c:v>
                </c:pt>
                <c:pt idx="47">
                  <c:v>0.07495499896</c:v>
                </c:pt>
                <c:pt idx="48">
                  <c:v>0.07462944292</c:v>
                </c:pt>
                <c:pt idx="49">
                  <c:v>0.07431000053</c:v>
                </c:pt>
                <c:pt idx="50">
                  <c:v>0.07400378772</c:v>
                </c:pt>
                <c:pt idx="51">
                  <c:v>0.07370595522</c:v>
                </c:pt>
                <c:pt idx="52">
                  <c:v>0.07341571535</c:v>
                </c:pt>
                <c:pt idx="53">
                  <c:v>0.07313901766</c:v>
                </c:pt>
                <c:pt idx="54">
                  <c:v>0.07286702899</c:v>
                </c:pt>
                <c:pt idx="55">
                  <c:v>0.0726003538</c:v>
                </c:pt>
                <c:pt idx="56">
                  <c:v>0.07234087951</c:v>
                </c:pt>
                <c:pt idx="57">
                  <c:v>0.07208561675</c:v>
                </c:pt>
                <c:pt idx="58">
                  <c:v>0.07183588191</c:v>
                </c:pt>
                <c:pt idx="59">
                  <c:v>0.0715909572</c:v>
                </c:pt>
                <c:pt idx="60">
                  <c:v>0.07135007465</c:v>
                </c:pt>
                <c:pt idx="61">
                  <c:v>0.07111306422</c:v>
                </c:pt>
                <c:pt idx="62">
                  <c:v>0.07088172416</c:v>
                </c:pt>
                <c:pt idx="63">
                  <c:v>0.07065446351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660099"/>
            </a:solidFill>
            <a:ln xmlns:a="http://schemas.openxmlformats.org/drawingml/2006/main" w="23813">
              <a:solidFill>
                <a:srgbClr val="660099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0.2919599865</c:v>
                </c:pt>
                <c:pt idx="1">
                  <c:v>0.200412721</c:v>
                </c:pt>
                <c:pt idx="2">
                  <c:v>0.1682322922</c:v>
                </c:pt>
                <c:pt idx="3">
                  <c:v>0.1481204853</c:v>
                </c:pt>
                <c:pt idx="4">
                  <c:v>0.135165731</c:v>
                </c:pt>
                <c:pt idx="5">
                  <c:v>0.1249322483</c:v>
                </c:pt>
                <c:pt idx="6">
                  <c:v>0.1170604386</c:v>
                </c:pt>
                <c:pt idx="7">
                  <c:v>0.1108619386</c:v>
                </c:pt>
                <c:pt idx="8">
                  <c:v>0.1066596714</c:v>
                </c:pt>
                <c:pt idx="9">
                  <c:v>0.1023341293</c:v>
                </c:pt>
                <c:pt idx="10">
                  <c:v>0.09874793454</c:v>
                </c:pt>
                <c:pt idx="11">
                  <c:v>0.09568588138</c:v>
                </c:pt>
                <c:pt idx="12">
                  <c:v>0.09299754414</c:v>
                </c:pt>
                <c:pt idx="13">
                  <c:v>0.09067770983</c:v>
                </c:pt>
                <c:pt idx="14">
                  <c:v>0.08882055837</c:v>
                </c:pt>
                <c:pt idx="15">
                  <c:v>0.08722742036</c:v>
                </c:pt>
                <c:pt idx="16">
                  <c:v>0.08635251093</c:v>
                </c:pt>
                <c:pt idx="17">
                  <c:v>0.08495927188</c:v>
                </c:pt>
                <c:pt idx="18">
                  <c:v>0.0836911562</c:v>
                </c:pt>
                <c:pt idx="19">
                  <c:v>0.08263219541</c:v>
                </c:pt>
                <c:pt idx="20">
                  <c:v>0.08168808491</c:v>
                </c:pt>
                <c:pt idx="21">
                  <c:v>0.08083338973</c:v>
                </c:pt>
                <c:pt idx="22">
                  <c:v>0.08003756169</c:v>
                </c:pt>
                <c:pt idx="23">
                  <c:v>0.0792691354</c:v>
                </c:pt>
                <c:pt idx="24">
                  <c:v>0.07854778201</c:v>
                </c:pt>
                <c:pt idx="25">
                  <c:v>0.07786801001</c:v>
                </c:pt>
                <c:pt idx="26">
                  <c:v>0.07721725674</c:v>
                </c:pt>
                <c:pt idx="27">
                  <c:v>0.07658846363</c:v>
                </c:pt>
                <c:pt idx="28">
                  <c:v>0.07599056613</c:v>
                </c:pt>
                <c:pt idx="29">
                  <c:v>0.075416823</c:v>
                </c:pt>
                <c:pt idx="30">
                  <c:v>0.07486891927</c:v>
                </c:pt>
                <c:pt idx="31">
                  <c:v>0.07433880834</c:v>
                </c:pt>
                <c:pt idx="32">
                  <c:v>0.07425737135</c:v>
                </c:pt>
                <c:pt idx="33">
                  <c:v>0.07378412651</c:v>
                </c:pt>
                <c:pt idx="34">
                  <c:v>0.07335236919</c:v>
                </c:pt>
                <c:pt idx="35">
                  <c:v>0.07293063827</c:v>
                </c:pt>
                <c:pt idx="36">
                  <c:v>0.0725187453</c:v>
                </c:pt>
                <c:pt idx="37">
                  <c:v>0.0721258766</c:v>
                </c:pt>
                <c:pt idx="38">
                  <c:v>0.07174284442</c:v>
                </c:pt>
                <c:pt idx="39">
                  <c:v>0.07136989826</c:v>
                </c:pt>
                <c:pt idx="40">
                  <c:v>0.07101016969</c:v>
                </c:pt>
                <c:pt idx="41">
                  <c:v>0.07066301447</c:v>
                </c:pt>
                <c:pt idx="42">
                  <c:v>0.07034515057</c:v>
                </c:pt>
                <c:pt idx="43">
                  <c:v>0.07003637866</c:v>
                </c:pt>
                <c:pt idx="44">
                  <c:v>0.06973897652</c:v>
                </c:pt>
                <c:pt idx="45">
                  <c:v>0.06944736168</c:v>
                </c:pt>
                <c:pt idx="46">
                  <c:v>0.06916581434</c:v>
                </c:pt>
                <c:pt idx="47">
                  <c:v>0.06889068504</c:v>
                </c:pt>
                <c:pt idx="48">
                  <c:v>0.06863574271</c:v>
                </c:pt>
                <c:pt idx="49">
                  <c:v>0.06838482495</c:v>
                </c:pt>
                <c:pt idx="50">
                  <c:v>0.0681457751</c:v>
                </c:pt>
                <c:pt idx="51">
                  <c:v>0.06791342413</c:v>
                </c:pt>
                <c:pt idx="52">
                  <c:v>0.06768701467</c:v>
                </c:pt>
                <c:pt idx="53">
                  <c:v>0.06747308809</c:v>
                </c:pt>
                <c:pt idx="54">
                  <c:v>0.06726214994</c:v>
                </c:pt>
                <c:pt idx="55">
                  <c:v>0.06705494123</c:v>
                </c:pt>
                <c:pt idx="56">
                  <c:v>0.06685358447</c:v>
                </c:pt>
                <c:pt idx="57">
                  <c:v>0.06665491868</c:v>
                </c:pt>
                <c:pt idx="58">
                  <c:v>0.06646043964</c:v>
                </c:pt>
                <c:pt idx="59">
                  <c:v>0.06626943835</c:v>
                </c:pt>
                <c:pt idx="60">
                  <c:v>0.06608114939</c:v>
                </c:pt>
                <c:pt idx="61">
                  <c:v>0.06589545071</c:v>
                </c:pt>
                <c:pt idx="62">
                  <c:v>0.0657143403</c:v>
                </c:pt>
                <c:pt idx="63">
                  <c:v>0.06553615519</c:v>
                </c:pt>
              </c:numCache>
            </c:numRef>
          </c:yVal>
        </c:ser>
        <c:ser>
          <c:idx val="3"/>
          <c:order val="3"/>
          <c:tx>
            <c:v>Coherent: optimized power</c:v>
          </c:tx>
          <c:spPr>
            <a:solidFill xmlns:a="http://schemas.openxmlformats.org/drawingml/2006/main">
              <a:srgbClr val="BC3441"/>
            </a:solidFill>
            <a:ln xmlns:a="http://schemas.openxmlformats.org/drawingml/2006/main" w="23813">
              <a:solidFill>
                <a:srgbClr val="BC3441"/>
              </a:solidFill>
            </a:ln>
          </c:spPr>
          <c:marker>
            <c:symbol val="none"/>
          </c:marker>
          <c:xVal>
            <c:numRef>
              <c:f>'Chart Data'!$G$2:$G$65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Data'!$H$2:$H$65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0.2483467807</c:v>
                </c:pt>
                <c:pt idx="2">
                  <c:v>0.2104829547</c:v>
                </c:pt>
                <c:pt idx="3">
                  <c:v>0.18656683</c:v>
                </c:pt>
                <c:pt idx="4">
                  <c:v>0.170547662</c:v>
                </c:pt>
                <c:pt idx="5">
                  <c:v>0.1579896961</c:v>
                </c:pt>
                <c:pt idx="6">
                  <c:v>0.1481680681</c:v>
                </c:pt>
                <c:pt idx="7">
                  <c:v>0.1402785367</c:v>
                </c:pt>
                <c:pt idx="8">
                  <c:v>0.1344193753</c:v>
                </c:pt>
                <c:pt idx="9">
                  <c:v>0.1288112463</c:v>
                </c:pt>
                <c:pt idx="10">
                  <c:v>0.1240578605</c:v>
                </c:pt>
                <c:pt idx="11">
                  <c:v>0.119938514</c:v>
                </c:pt>
                <c:pt idx="12">
                  <c:v>0.11629631</c:v>
                </c:pt>
                <c:pt idx="13">
                  <c:v>0.1130951022</c:v>
                </c:pt>
                <c:pt idx="14">
                  <c:v>0.1103806477</c:v>
                </c:pt>
                <c:pt idx="15">
                  <c:v>0.1079832411</c:v>
                </c:pt>
                <c:pt idx="16">
                  <c:v>0.1062639903</c:v>
                </c:pt>
                <c:pt idx="17">
                  <c:v>0.1042090272</c:v>
                </c:pt>
                <c:pt idx="18">
                  <c:v>0.1023256186</c:v>
                </c:pt>
                <c:pt idx="19">
                  <c:v>0.1006678752</c:v>
                </c:pt>
                <c:pt idx="20">
                  <c:v>0.09911034354</c:v>
                </c:pt>
                <c:pt idx="21">
                  <c:v>0.09766645788</c:v>
                </c:pt>
                <c:pt idx="22">
                  <c:v>0.09632317272</c:v>
                </c:pt>
                <c:pt idx="23">
                  <c:v>0.09505053516</c:v>
                </c:pt>
                <c:pt idx="24">
                  <c:v>0.09385816698</c:v>
                </c:pt>
                <c:pt idx="25">
                  <c:v>0.09273745414</c:v>
                </c:pt>
                <c:pt idx="26">
                  <c:v>0.09167491654</c:v>
                </c:pt>
                <c:pt idx="27">
                  <c:v>0.09066168789</c:v>
                </c:pt>
                <c:pt idx="28">
                  <c:v>0.08970169634</c:v>
                </c:pt>
                <c:pt idx="29">
                  <c:v>0.08878715442</c:v>
                </c:pt>
                <c:pt idx="30">
                  <c:v>0.08791710888</c:v>
                </c:pt>
                <c:pt idx="31">
                  <c:v>0.0870832667</c:v>
                </c:pt>
                <c:pt idx="32">
                  <c:v>0.08665012058</c:v>
                </c:pt>
                <c:pt idx="33">
                  <c:v>0.08590058397</c:v>
                </c:pt>
                <c:pt idx="34">
                  <c:v>0.085201119</c:v>
                </c:pt>
                <c:pt idx="35">
                  <c:v>0.08452593824</c:v>
                </c:pt>
                <c:pt idx="36">
                  <c:v>0.08387366644</c:v>
                </c:pt>
                <c:pt idx="37">
                  <c:v>0.08325045304</c:v>
                </c:pt>
                <c:pt idx="38">
                  <c:v>0.08264812236</c:v>
                </c:pt>
                <c:pt idx="39">
                  <c:v>0.08206597945</c:v>
                </c:pt>
                <c:pt idx="40">
                  <c:v>0.08150571236</c:v>
                </c:pt>
                <c:pt idx="41">
                  <c:v>0.08096610203</c:v>
                </c:pt>
                <c:pt idx="42">
                  <c:v>0.08045976964</c:v>
                </c:pt>
                <c:pt idx="43">
                  <c:v>0.07997016583</c:v>
                </c:pt>
                <c:pt idx="44">
                  <c:v>0.07949853226</c:v>
                </c:pt>
                <c:pt idx="45">
                  <c:v>0.07903993277</c:v>
                </c:pt>
                <c:pt idx="46">
                  <c:v>0.07859728194</c:v>
                </c:pt>
                <c:pt idx="47">
                  <c:v>0.07816724203</c:v>
                </c:pt>
                <c:pt idx="48">
                  <c:v>0.07776036188</c:v>
                </c:pt>
                <c:pt idx="49">
                  <c:v>0.07736345871</c:v>
                </c:pt>
                <c:pt idx="50">
                  <c:v>0.07698240234</c:v>
                </c:pt>
                <c:pt idx="51">
                  <c:v>0.07661277605</c:v>
                </c:pt>
                <c:pt idx="52">
                  <c:v>0.07625367325</c:v>
                </c:pt>
                <c:pt idx="53">
                  <c:v>0.07591000686</c:v>
                </c:pt>
                <c:pt idx="54">
                  <c:v>0.07557399072</c:v>
                </c:pt>
                <c:pt idx="55">
                  <c:v>0.07524595048</c:v>
                </c:pt>
                <c:pt idx="56">
                  <c:v>0.07492733902</c:v>
                </c:pt>
                <c:pt idx="57">
                  <c:v>0.07461541597</c:v>
                </c:pt>
                <c:pt idx="58">
                  <c:v>0.07431116398</c:v>
                </c:pt>
                <c:pt idx="59">
                  <c:v>0.07401382058</c:v>
                </c:pt>
                <c:pt idx="60">
                  <c:v>0.07372258542</c:v>
                </c:pt>
                <c:pt idx="61">
                  <c:v>0.07343718308</c:v>
                </c:pt>
                <c:pt idx="62">
                  <c:v>0.07315906326</c:v>
                </c:pt>
                <c:pt idx="63">
                  <c:v>0.07288673409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Number of nearest sampling locations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16-node pilot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Data'!$A$2:$A$81</c:f>
              <c:numCache>
                <c:formatCode>General</c:formatCode>
                <c:ptCount val="80"/>
                <c:pt idx="0">
                  <c:v>-2</c:v>
                </c:pt>
                <c:pt idx="1">
                  <c:v>-1.962025316</c:v>
                </c:pt>
                <c:pt idx="2">
                  <c:v>-1.924050633</c:v>
                </c:pt>
                <c:pt idx="3">
                  <c:v>-1.886075949</c:v>
                </c:pt>
                <c:pt idx="4">
                  <c:v>-1.848101266</c:v>
                </c:pt>
                <c:pt idx="5">
                  <c:v>-1.810126582</c:v>
                </c:pt>
                <c:pt idx="6">
                  <c:v>-1.772151899</c:v>
                </c:pt>
                <c:pt idx="7">
                  <c:v>-1.734177215</c:v>
                </c:pt>
                <c:pt idx="8">
                  <c:v>-1.696202532</c:v>
                </c:pt>
                <c:pt idx="9">
                  <c:v>-1.658227848</c:v>
                </c:pt>
                <c:pt idx="10">
                  <c:v>-1.620253165</c:v>
                </c:pt>
                <c:pt idx="11">
                  <c:v>-1.582278481</c:v>
                </c:pt>
                <c:pt idx="12">
                  <c:v>-1.544303797</c:v>
                </c:pt>
                <c:pt idx="13">
                  <c:v>-1.506329114</c:v>
                </c:pt>
                <c:pt idx="14">
                  <c:v>-1.46835443</c:v>
                </c:pt>
                <c:pt idx="15">
                  <c:v>-1.430379747</c:v>
                </c:pt>
                <c:pt idx="16">
                  <c:v>-1.392405063</c:v>
                </c:pt>
                <c:pt idx="17">
                  <c:v>-1.35443038</c:v>
                </c:pt>
                <c:pt idx="18">
                  <c:v>-1.316455696</c:v>
                </c:pt>
                <c:pt idx="19">
                  <c:v>-1.278481013</c:v>
                </c:pt>
                <c:pt idx="20">
                  <c:v>-1.240506329</c:v>
                </c:pt>
                <c:pt idx="21">
                  <c:v>-1.202531646</c:v>
                </c:pt>
                <c:pt idx="22">
                  <c:v>-1.164556962</c:v>
                </c:pt>
                <c:pt idx="23">
                  <c:v>-1.126582278</c:v>
                </c:pt>
                <c:pt idx="24">
                  <c:v>-1.088607595</c:v>
                </c:pt>
                <c:pt idx="25">
                  <c:v>-1.050632911</c:v>
                </c:pt>
                <c:pt idx="26">
                  <c:v>-1.012658228</c:v>
                </c:pt>
                <c:pt idx="27">
                  <c:v>-0.9746835443</c:v>
                </c:pt>
                <c:pt idx="28">
                  <c:v>-0.9367088608</c:v>
                </c:pt>
                <c:pt idx="29">
                  <c:v>-0.8987341772</c:v>
                </c:pt>
                <c:pt idx="30">
                  <c:v>-0.8607594937</c:v>
                </c:pt>
                <c:pt idx="31">
                  <c:v>-0.8227848101</c:v>
                </c:pt>
                <c:pt idx="32">
                  <c:v>-0.7848101266</c:v>
                </c:pt>
                <c:pt idx="33">
                  <c:v>-0.746835443</c:v>
                </c:pt>
                <c:pt idx="34">
                  <c:v>-0.7088607595</c:v>
                </c:pt>
                <c:pt idx="35">
                  <c:v>-0.6708860759</c:v>
                </c:pt>
                <c:pt idx="36">
                  <c:v>-0.6329113924</c:v>
                </c:pt>
                <c:pt idx="37">
                  <c:v>-0.5949367089</c:v>
                </c:pt>
                <c:pt idx="38">
                  <c:v>-0.5569620253</c:v>
                </c:pt>
                <c:pt idx="39">
                  <c:v>-0.5189873418</c:v>
                </c:pt>
                <c:pt idx="40">
                  <c:v>-0.4810126582</c:v>
                </c:pt>
                <c:pt idx="41">
                  <c:v>-0.4430379747</c:v>
                </c:pt>
                <c:pt idx="42">
                  <c:v>-0.4050632911</c:v>
                </c:pt>
                <c:pt idx="43">
                  <c:v>-0.3670886076</c:v>
                </c:pt>
                <c:pt idx="44">
                  <c:v>-0.3291139241</c:v>
                </c:pt>
                <c:pt idx="45">
                  <c:v>-0.2911392405</c:v>
                </c:pt>
                <c:pt idx="46">
                  <c:v>-0.253164557</c:v>
                </c:pt>
                <c:pt idx="47">
                  <c:v>-0.2151898734</c:v>
                </c:pt>
                <c:pt idx="48">
                  <c:v>-0.1772151899</c:v>
                </c:pt>
                <c:pt idx="49">
                  <c:v>-0.1392405063</c:v>
                </c:pt>
                <c:pt idx="50">
                  <c:v>-0.1012658228</c:v>
                </c:pt>
                <c:pt idx="51">
                  <c:v>-0.06329113924</c:v>
                </c:pt>
                <c:pt idx="52">
                  <c:v>-0.0253164557</c:v>
                </c:pt>
                <c:pt idx="53">
                  <c:v>0.01265822785</c:v>
                </c:pt>
                <c:pt idx="54">
                  <c:v>0.05063291139</c:v>
                </c:pt>
                <c:pt idx="55">
                  <c:v>0.08860759494</c:v>
                </c:pt>
                <c:pt idx="56">
                  <c:v>0.1265822785</c:v>
                </c:pt>
                <c:pt idx="57">
                  <c:v>0.164556962</c:v>
                </c:pt>
                <c:pt idx="58">
                  <c:v>0.2025316456</c:v>
                </c:pt>
                <c:pt idx="59">
                  <c:v>0.2405063291</c:v>
                </c:pt>
                <c:pt idx="60">
                  <c:v>0.2784810127</c:v>
                </c:pt>
                <c:pt idx="61">
                  <c:v>0.3164556962</c:v>
                </c:pt>
                <c:pt idx="62">
                  <c:v>0.3544303797</c:v>
                </c:pt>
                <c:pt idx="63">
                  <c:v>0.3924050633</c:v>
                </c:pt>
                <c:pt idx="64">
                  <c:v>0.4303797468</c:v>
                </c:pt>
                <c:pt idx="65">
                  <c:v>0.4683544304</c:v>
                </c:pt>
                <c:pt idx="66">
                  <c:v>0.5063291139</c:v>
                </c:pt>
                <c:pt idx="67">
                  <c:v>0.5443037975</c:v>
                </c:pt>
                <c:pt idx="68">
                  <c:v>0.582278481</c:v>
                </c:pt>
                <c:pt idx="69">
                  <c:v>0.6202531646</c:v>
                </c:pt>
                <c:pt idx="70">
                  <c:v>0.6582278481</c:v>
                </c:pt>
                <c:pt idx="71">
                  <c:v>0.6962025316</c:v>
                </c:pt>
                <c:pt idx="72">
                  <c:v>0.7341772152</c:v>
                </c:pt>
                <c:pt idx="73">
                  <c:v>0.7721518987</c:v>
                </c:pt>
                <c:pt idx="74">
                  <c:v>0.8101265823</c:v>
                </c:pt>
                <c:pt idx="75">
                  <c:v>0.8481012658</c:v>
                </c:pt>
                <c:pt idx="76">
                  <c:v>0.8860759494</c:v>
                </c:pt>
                <c:pt idx="77">
                  <c:v>0.9240506329</c:v>
                </c:pt>
                <c:pt idx="78">
                  <c:v>0.9620253165</c:v>
                </c:pt>
                <c:pt idx="79">
                  <c:v>1</c:v>
                </c:pt>
              </c:numCache>
            </c:numRef>
          </c:xVal>
          <c:yVal>
            <c:numRef>
              <c:f>'Chart Data'!$B$2:$B$81</c:f>
              <c:numCache>
                <c:formatCode>0.##</c:formatCode>
                <c:ptCount val="80"/>
                <c:pt idx="0">
                  <c:v>1.641710675</c:v>
                </c:pt>
                <c:pt idx="1">
                  <c:v>1.638303055</c:v>
                </c:pt>
                <c:pt idx="2">
                  <c:v>1.634293341</c:v>
                </c:pt>
                <c:pt idx="3">
                  <c:v>1.629585609</c:v>
                </c:pt>
                <c:pt idx="4">
                  <c:v>1.62407271</c:v>
                </c:pt>
                <c:pt idx="5">
                  <c:v>1.617636541</c:v>
                </c:pt>
                <c:pt idx="6">
                  <c:v>1.610149049</c:v>
                </c:pt>
                <c:pt idx="7">
                  <c:v>1.601474237</c:v>
                </c:pt>
                <c:pt idx="8">
                  <c:v>1.59147144</c:v>
                </c:pt>
                <c:pt idx="9">
                  <c:v>1.580000136</c:v>
                </c:pt>
                <c:pt idx="10">
                  <c:v>1.566926501</c:v>
                </c:pt>
                <c:pt idx="11">
                  <c:v>1.552131777</c:v>
                </c:pt>
                <c:pt idx="12">
                  <c:v>1.535522303</c:v>
                </c:pt>
                <c:pt idx="13">
                  <c:v>1.517040751</c:v>
                </c:pt>
                <c:pt idx="14">
                  <c:v>1.496677742</c:v>
                </c:pt>
                <c:pt idx="15">
                  <c:v>1.474482617</c:v>
                </c:pt>
                <c:pt idx="16">
                  <c:v>1.450571855</c:v>
                </c:pt>
                <c:pt idx="17">
                  <c:v>1.425133522</c:v>
                </c:pt>
                <c:pt idx="18">
                  <c:v>1.398426325</c:v>
                </c:pt>
                <c:pt idx="19">
                  <c:v>1.370772399</c:v>
                </c:pt>
                <c:pt idx="20">
                  <c:v>1.3425438</c:v>
                </c:pt>
                <c:pt idx="21">
                  <c:v>1.314143691</c:v>
                </c:pt>
                <c:pt idx="22">
                  <c:v>1.285984095</c:v>
                </c:pt>
                <c:pt idx="23">
                  <c:v>1.258462769</c:v>
                </c:pt>
                <c:pt idx="24">
                  <c:v>1.23194182</c:v>
                </c:pt>
                <c:pt idx="25">
                  <c:v>1.206730386</c:v>
                </c:pt>
                <c:pt idx="26">
                  <c:v>1.183072901</c:v>
                </c:pt>
                <c:pt idx="27">
                  <c:v>1.16114357</c:v>
                </c:pt>
                <c:pt idx="28">
                  <c:v>1.141046716</c:v>
                </c:pt>
                <c:pt idx="29">
                  <c:v>1.122822008</c:v>
                </c:pt>
                <c:pt idx="30">
                  <c:v>1.106453139</c:v>
                </c:pt>
                <c:pt idx="31">
                  <c:v>1.091878463</c:v>
                </c:pt>
                <c:pt idx="32">
                  <c:v>1.079002211</c:v>
                </c:pt>
                <c:pt idx="33">
                  <c:v>1.067705226</c:v>
                </c:pt>
                <c:pt idx="34">
                  <c:v>1.057854484</c:v>
                </c:pt>
                <c:pt idx="35">
                  <c:v>1.049311019</c:v>
                </c:pt>
                <c:pt idx="36">
                  <c:v>1.04193613</c:v>
                </c:pt>
                <c:pt idx="37">
                  <c:v>1.035595935</c:v>
                </c:pt>
                <c:pt idx="38">
                  <c:v>1.030164478</c:v>
                </c:pt>
                <c:pt idx="39">
                  <c:v>1.02552563</c:v>
                </c:pt>
                <c:pt idx="40">
                  <c:v>1.021574036</c:v>
                </c:pt>
                <c:pt idx="41">
                  <c:v>1.018215372</c:v>
                </c:pt>
                <c:pt idx="42">
                  <c:v>1.015366087</c:v>
                </c:pt>
                <c:pt idx="43">
                  <c:v>1.012952831</c:v>
                </c:pt>
                <c:pt idx="44">
                  <c:v>1.010911681</c:v>
                </c:pt>
                <c:pt idx="45">
                  <c:v>1.009187267</c:v>
                </c:pt>
                <c:pt idx="46">
                  <c:v>1.007731872</c:v>
                </c:pt>
                <c:pt idx="47">
                  <c:v>1.006504549</c:v>
                </c:pt>
                <c:pt idx="48">
                  <c:v>1.005470284</c:v>
                </c:pt>
                <c:pt idx="49">
                  <c:v>1.004599225</c:v>
                </c:pt>
                <c:pt idx="50">
                  <c:v>1.003865985</c:v>
                </c:pt>
                <c:pt idx="51">
                  <c:v>1.003249017</c:v>
                </c:pt>
                <c:pt idx="52">
                  <c:v>1.002730068</c:v>
                </c:pt>
                <c:pt idx="53">
                  <c:v>1.002293695</c:v>
                </c:pt>
                <c:pt idx="54">
                  <c:v>1.001926851</c:v>
                </c:pt>
                <c:pt idx="55">
                  <c:v>1.001618523</c:v>
                </c:pt>
                <c:pt idx="56">
                  <c:v>1.001359422</c:v>
                </c:pt>
                <c:pt idx="57">
                  <c:v>1.001141721</c:v>
                </c:pt>
                <c:pt idx="58">
                  <c:v>1.000958829</c:v>
                </c:pt>
                <c:pt idx="59">
                  <c:v>1.000805195</c:v>
                </c:pt>
                <c:pt idx="60">
                  <c:v>1.000676151</c:v>
                </c:pt>
                <c:pt idx="61">
                  <c:v>1.000567769</c:v>
                </c:pt>
                <c:pt idx="62">
                  <c:v>1.000476746</c:v>
                </c:pt>
                <c:pt idx="63">
                  <c:v>1.000400306</c:v>
                </c:pt>
                <c:pt idx="64">
                  <c:v>1.000336115</c:v>
                </c:pt>
                <c:pt idx="65">
                  <c:v>1.000282213</c:v>
                </c:pt>
                <c:pt idx="66">
                  <c:v>1.000236952</c:v>
                </c:pt>
                <c:pt idx="67">
                  <c:v>1.000198947</c:v>
                </c:pt>
                <c:pt idx="68">
                  <c:v>1.000167036</c:v>
                </c:pt>
                <c:pt idx="69">
                  <c:v>1.000140243</c:v>
                </c:pt>
                <c:pt idx="70">
                  <c:v>1.000117746</c:v>
                </c:pt>
                <c:pt idx="71">
                  <c:v>1.000098858</c:v>
                </c:pt>
                <c:pt idx="72">
                  <c:v>1.000082999</c:v>
                </c:pt>
                <c:pt idx="73">
                  <c:v>1.000069684</c:v>
                </c:pt>
                <c:pt idx="74">
                  <c:v>1.000058505</c:v>
                </c:pt>
                <c:pt idx="75">
                  <c:v>1.000049119</c:v>
                </c:pt>
                <c:pt idx="76">
                  <c:v>1.000041239</c:v>
                </c:pt>
                <c:pt idx="77">
                  <c:v>1.000034623</c:v>
                </c:pt>
                <c:pt idx="78">
                  <c:v>1.000029068</c:v>
                </c:pt>
                <c:pt idx="79">
                  <c:v>1.000024404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Classical / quantum total RMSE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log₁₀ temperature residual RMS (mK)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Analytic probability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0.2426817297</c:v>
                </c:pt>
                <c:pt idx="1">
                  <c:v>0.3293999268</c:v>
                </c:pt>
                <c:pt idx="2">
                  <c:v>0.4733112665</c:v>
                </c:pt>
              </c:numCache>
            </c:numRef>
          </c:val>
        </c:ser>
        <c:ser>
          <c:idx val="1"/>
          <c:order val="1"/>
          <c:tx>
            <c:v>100,000 Monte Carlo trials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0.24311</c:v>
                </c:pt>
                <c:pt idx="1">
                  <c:v>0.3316</c:v>
                </c:pt>
                <c:pt idx="2">
                  <c:v>0.47512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Detection probability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True regional change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Data'!$B$2:$B$361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0.0008577310185</c:v>
                </c:pt>
                <c:pt idx="92">
                  <c:v>0.001681829923</c:v>
                </c:pt>
                <c:pt idx="93">
                  <c:v>0.002473615447</c:v>
                </c:pt>
                <c:pt idx="94">
                  <c:v>0.004272524576</c:v>
                </c:pt>
                <c:pt idx="95">
                  <c:v>0.00600089747</c:v>
                </c:pt>
                <c:pt idx="96">
                  <c:v>0.007661499892</c:v>
                </c:pt>
                <c:pt idx="97">
                  <c:v>0.01030970333</c:v>
                </c:pt>
                <c:pt idx="98">
                  <c:v>0.01285406923</c:v>
                </c:pt>
                <c:pt idx="99">
                  <c:v>0.01529866912</c:v>
                </c:pt>
                <c:pt idx="100">
                  <c:v>0.01853540664</c:v>
                </c:pt>
                <c:pt idx="101">
                  <c:v>0.02164522987</c:v>
                </c:pt>
                <c:pt idx="102">
                  <c:v>0.02463311519</c:v>
                </c:pt>
                <c:pt idx="103">
                  <c:v>0.02819929162</c:v>
                </c:pt>
                <c:pt idx="104">
                  <c:v>0.03162563627</c:v>
                </c:pt>
                <c:pt idx="105">
                  <c:v>0.03491763203</c:v>
                </c:pt>
                <c:pt idx="106">
                  <c:v>0.03873265304</c:v>
                </c:pt>
                <c:pt idx="107">
                  <c:v>0.04239808493</c:v>
                </c:pt>
                <c:pt idx="108">
                  <c:v>0.04591979318</c:v>
                </c:pt>
                <c:pt idx="109">
                  <c:v>0.05010122845</c:v>
                </c:pt>
                <c:pt idx="110">
                  <c:v>0.05411870731</c:v>
                </c:pt>
                <c:pt idx="111">
                  <c:v>0.05797865857</c:v>
                </c:pt>
                <c:pt idx="112">
                  <c:v>0.06268586943</c:v>
                </c:pt>
                <c:pt idx="113">
                  <c:v>0.06720850792</c:v>
                </c:pt>
                <c:pt idx="114">
                  <c:v>0.07155381122</c:v>
                </c:pt>
                <c:pt idx="115">
                  <c:v>0.07679861457</c:v>
                </c:pt>
                <c:pt idx="116">
                  <c:v>0.08183776624</c:v>
                </c:pt>
                <c:pt idx="117">
                  <c:v>0.08667932995</c:v>
                </c:pt>
                <c:pt idx="118">
                  <c:v>0.09227715595</c:v>
                </c:pt>
                <c:pt idx="119">
                  <c:v>0.09765548805</c:v>
                </c:pt>
                <c:pt idx="120">
                  <c:v>0.1028229327</c:v>
                </c:pt>
                <c:pt idx="121">
                  <c:v>0.1085288341</c:v>
                </c:pt>
                <c:pt idx="122">
                  <c:v>0.1140110039</c:v>
                </c:pt>
                <c:pt idx="123">
                  <c:v>0.1192782147</c:v>
                </c:pt>
                <c:pt idx="124">
                  <c:v>0.1249821955</c:v>
                </c:pt>
                <c:pt idx="125">
                  <c:v>0.1304625201</c:v>
                </c:pt>
                <c:pt idx="126">
                  <c:v>0.1357279581</c:v>
                </c:pt>
                <c:pt idx="127">
                  <c:v>0.1415296076</c:v>
                </c:pt>
                <c:pt idx="128">
                  <c:v>0.1471037711</c:v>
                </c:pt>
                <c:pt idx="129">
                  <c:v>0.1524593685</c:v>
                </c:pt>
                <c:pt idx="130">
                  <c:v>0.1585527985</c:v>
                </c:pt>
                <c:pt idx="131">
                  <c:v>0.1644073017</c:v>
                </c:pt>
                <c:pt idx="132">
                  <c:v>0.1700322466</c:v>
                </c:pt>
                <c:pt idx="133">
                  <c:v>0.1765067839</c:v>
                </c:pt>
                <c:pt idx="134">
                  <c:v>0.182727451</c:v>
                </c:pt>
                <c:pt idx="135">
                  <c:v>0.1887042022</c:v>
                </c:pt>
                <c:pt idx="136">
                  <c:v>0.1954437757</c:v>
                </c:pt>
                <c:pt idx="137">
                  <c:v>0.2019190868</c:v>
                </c:pt>
                <c:pt idx="138">
                  <c:v>0.2081404972</c:v>
                </c:pt>
                <c:pt idx="139">
                  <c:v>0.2141179627</c:v>
                </c:pt>
                <c:pt idx="140">
                  <c:v>0.2198610484</c:v>
                </c:pt>
                <c:pt idx="141">
                  <c:v>0.2253789444</c:v>
                </c:pt>
                <c:pt idx="142">
                  <c:v>0.2306804807</c:v>
                </c:pt>
                <c:pt idx="143">
                  <c:v>0.2357741408</c:v>
                </c:pt>
                <c:pt idx="144">
                  <c:v>0.2406680756</c:v>
                </c:pt>
                <c:pt idx="145">
                  <c:v>0.2453701165</c:v>
                </c:pt>
                <c:pt idx="146">
                  <c:v>0.2498877877</c:v>
                </c:pt>
                <c:pt idx="147">
                  <c:v>0.2542283185</c:v>
                </c:pt>
                <c:pt idx="148">
                  <c:v>0.2583986546</c:v>
                </c:pt>
                <c:pt idx="149">
                  <c:v>0.2624054695</c:v>
                </c:pt>
                <c:pt idx="150">
                  <c:v>0.266255175</c:v>
                </c:pt>
                <c:pt idx="151">
                  <c:v>0.2699539314</c:v>
                </c:pt>
                <c:pt idx="152">
                  <c:v>0.2735076574</c:v>
                </c:pt>
                <c:pt idx="153">
                  <c:v>0.2769220399</c:v>
                </c:pt>
                <c:pt idx="154">
                  <c:v>0.2802025425</c:v>
                </c:pt>
                <c:pt idx="155">
                  <c:v>0.2833544147</c:v>
                </c:pt>
                <c:pt idx="156">
                  <c:v>0.2863827003</c:v>
                </c:pt>
                <c:pt idx="157">
                  <c:v>0.2892922451</c:v>
                </c:pt>
                <c:pt idx="158">
                  <c:v>0.292087705</c:v>
                </c:pt>
                <c:pt idx="159">
                  <c:v>0.2947735534</c:v>
                </c:pt>
                <c:pt idx="160">
                  <c:v>0.2973540881</c:v>
                </c:pt>
                <c:pt idx="161">
                  <c:v>0.2998334386</c:v>
                </c:pt>
                <c:pt idx="162">
                  <c:v>0.3022155724</c:v>
                </c:pt>
                <c:pt idx="163">
                  <c:v>0.3045043014</c:v>
                </c:pt>
                <c:pt idx="164">
                  <c:v>0.3067032881</c:v>
                </c:pt>
                <c:pt idx="165">
                  <c:v>0.3088160513</c:v>
                </c:pt>
                <c:pt idx="166">
                  <c:v>0.3108459718</c:v>
                </c:pt>
                <c:pt idx="167">
                  <c:v>0.312796298</c:v>
                </c:pt>
                <c:pt idx="168">
                  <c:v>0.3146701508</c:v>
                </c:pt>
                <c:pt idx="169">
                  <c:v>0.3164705288</c:v>
                </c:pt>
                <c:pt idx="170">
                  <c:v>0.318200313</c:v>
                </c:pt>
                <c:pt idx="171">
                  <c:v>0.3198622713</c:v>
                </c:pt>
                <c:pt idx="172">
                  <c:v>0.3214590634</c:v>
                </c:pt>
                <c:pt idx="173">
                  <c:v>0.3229932443</c:v>
                </c:pt>
                <c:pt idx="174">
                  <c:v>0.3244672691</c:v>
                </c:pt>
                <c:pt idx="175">
                  <c:v>0.3258834966</c:v>
                </c:pt>
                <c:pt idx="176">
                  <c:v>0.3272441931</c:v>
                </c:pt>
                <c:pt idx="177">
                  <c:v>0.3285515358</c:v>
                </c:pt>
                <c:pt idx="178">
                  <c:v>0.3298076169</c:v>
                </c:pt>
                <c:pt idx="179">
                  <c:v>0.3310144464</c:v>
                </c:pt>
                <c:pt idx="180">
                  <c:v>0.3321739554</c:v>
                </c:pt>
                <c:pt idx="181">
                  <c:v>0.3332879994</c:v>
                </c:pt>
                <c:pt idx="182">
                  <c:v>0.3343583611</c:v>
                </c:pt>
                <c:pt idx="183">
                  <c:v>0.3353867533</c:v>
                </c:pt>
                <c:pt idx="184">
                  <c:v>0.3363748217</c:v>
                </c:pt>
                <c:pt idx="185">
                  <c:v>0.3373241474</c:v>
                </c:pt>
                <c:pt idx="186">
                  <c:v>0.3382362495</c:v>
                </c:pt>
                <c:pt idx="187">
                  <c:v>0.3391125876</c:v>
                </c:pt>
                <c:pt idx="188">
                  <c:v>0.3399545639</c:v>
                </c:pt>
                <c:pt idx="189">
                  <c:v>0.3407635259</c:v>
                </c:pt>
                <c:pt idx="190">
                  <c:v>0.341540768</c:v>
                </c:pt>
                <c:pt idx="191">
                  <c:v>0.342287534</c:v>
                </c:pt>
                <c:pt idx="192">
                  <c:v>0.343005019</c:v>
                </c:pt>
                <c:pt idx="193">
                  <c:v>0.3436943709</c:v>
                </c:pt>
                <c:pt idx="194">
                  <c:v>0.3443566929</c:v>
                </c:pt>
                <c:pt idx="195">
                  <c:v>0.344993045</c:v>
                </c:pt>
                <c:pt idx="196">
                  <c:v>0.3456044453</c:v>
                </c:pt>
                <c:pt idx="197">
                  <c:v>0.3461918722</c:v>
                </c:pt>
                <c:pt idx="198">
                  <c:v>0.3467562659</c:v>
                </c:pt>
                <c:pt idx="199">
                  <c:v>0.3472985293</c:v>
                </c:pt>
                <c:pt idx="200">
                  <c:v>0.3478195303</c:v>
                </c:pt>
                <c:pt idx="201">
                  <c:v>0.3483201025</c:v>
                </c:pt>
                <c:pt idx="202">
                  <c:v>0.348801047</c:v>
                </c:pt>
                <c:pt idx="203">
                  <c:v>0.3492631335</c:v>
                </c:pt>
                <c:pt idx="204">
                  <c:v>0.3497071012</c:v>
                </c:pt>
                <c:pt idx="205">
                  <c:v>0.3501336607</c:v>
                </c:pt>
                <c:pt idx="206">
                  <c:v>0.3505434946</c:v>
                </c:pt>
                <c:pt idx="207">
                  <c:v>0.3509372587</c:v>
                </c:pt>
                <c:pt idx="208">
                  <c:v>0.351315583</c:v>
                </c:pt>
                <c:pt idx="209">
                  <c:v>0.3516790731</c:v>
                </c:pt>
                <c:pt idx="210">
                  <c:v>0.3520283105</c:v>
                </c:pt>
                <c:pt idx="211">
                  <c:v>0.3523638541</c:v>
                </c:pt>
                <c:pt idx="212">
                  <c:v>0.3526862409</c:v>
                </c:pt>
                <c:pt idx="213">
                  <c:v>0.3529959866</c:v>
                </c:pt>
                <c:pt idx="214">
                  <c:v>0.3532935871</c:v>
                </c:pt>
                <c:pt idx="215">
                  <c:v>0.3535795185</c:v>
                </c:pt>
                <c:pt idx="216">
                  <c:v>0.3538542384</c:v>
                </c:pt>
                <c:pt idx="217">
                  <c:v>0.3541181863</c:v>
                </c:pt>
                <c:pt idx="218">
                  <c:v>0.3543717847</c:v>
                </c:pt>
                <c:pt idx="219">
                  <c:v>0.3546154394</c:v>
                </c:pt>
                <c:pt idx="220">
                  <c:v>0.3548495402</c:v>
                </c:pt>
                <c:pt idx="221">
                  <c:v>0.3550744618</c:v>
                </c:pt>
                <c:pt idx="222">
                  <c:v>0.3552905642</c:v>
                </c:pt>
                <c:pt idx="223">
                  <c:v>0.355498193</c:v>
                </c:pt>
                <c:pt idx="224">
                  <c:v>0.3556976805</c:v>
                </c:pt>
                <c:pt idx="225">
                  <c:v>0.3558893461</c:v>
                </c:pt>
                <c:pt idx="226">
                  <c:v>0.3560734963</c:v>
                </c:pt>
                <c:pt idx="227">
                  <c:v>0.3562504259</c:v>
                </c:pt>
                <c:pt idx="228">
                  <c:v>0.356420418</c:v>
                </c:pt>
                <c:pt idx="229">
                  <c:v>0.3565837446</c:v>
                </c:pt>
                <c:pt idx="230">
                  <c:v>0.3567406671</c:v>
                </c:pt>
                <c:pt idx="231">
                  <c:v>0.3568914366</c:v>
                </c:pt>
                <c:pt idx="232">
                  <c:v>0.3570362943</c:v>
                </c:pt>
                <c:pt idx="233">
                  <c:v>0.357175472</c:v>
                </c:pt>
                <c:pt idx="234">
                  <c:v>0.3573091925</c:v>
                </c:pt>
                <c:pt idx="235">
                  <c:v>0.3574376698</c:v>
                </c:pt>
                <c:pt idx="236">
                  <c:v>0.3575611094</c:v>
                </c:pt>
                <c:pt idx="237">
                  <c:v>0.3576797088</c:v>
                </c:pt>
                <c:pt idx="238">
                  <c:v>0.357793658</c:v>
                </c:pt>
                <c:pt idx="239">
                  <c:v>0.3579031391</c:v>
                </c:pt>
                <c:pt idx="240">
                  <c:v>0.3580083273</c:v>
                </c:pt>
                <c:pt idx="241">
                  <c:v>0.3581093911</c:v>
                </c:pt>
                <c:pt idx="242">
                  <c:v>0.3582064922</c:v>
                </c:pt>
                <c:pt idx="243">
                  <c:v>0.3582997858</c:v>
                </c:pt>
                <c:pt idx="244">
                  <c:v>0.3583894213</c:v>
                </c:pt>
                <c:pt idx="245">
                  <c:v>0.3584755422</c:v>
                </c:pt>
                <c:pt idx="246">
                  <c:v>0.3585582862</c:v>
                </c:pt>
                <c:pt idx="247">
                  <c:v>0.3586377858</c:v>
                </c:pt>
                <c:pt idx="248">
                  <c:v>0.3587141682</c:v>
                </c:pt>
                <c:pt idx="249">
                  <c:v>0.3587875556</c:v>
                </c:pt>
                <c:pt idx="250">
                  <c:v>0.3588580654</c:v>
                </c:pt>
                <c:pt idx="251">
                  <c:v>0.3589258105</c:v>
                </c:pt>
                <c:pt idx="252">
                  <c:v>0.3589908993</c:v>
                </c:pt>
                <c:pt idx="253">
                  <c:v>0.3590534359</c:v>
                </c:pt>
                <c:pt idx="254">
                  <c:v>0.3591135204</c:v>
                </c:pt>
                <c:pt idx="255">
                  <c:v>0.3591712489</c:v>
                </c:pt>
                <c:pt idx="256">
                  <c:v>0.3592267139</c:v>
                </c:pt>
                <c:pt idx="257">
                  <c:v>0.3592800041</c:v>
                </c:pt>
                <c:pt idx="258">
                  <c:v>0.3593312047</c:v>
                </c:pt>
                <c:pt idx="259">
                  <c:v>0.3593803977</c:v>
                </c:pt>
                <c:pt idx="260">
                  <c:v>0.3594276619</c:v>
                </c:pt>
                <c:pt idx="261">
                  <c:v>0.3594730728</c:v>
                </c:pt>
                <c:pt idx="262">
                  <c:v>0.3595167031</c:v>
                </c:pt>
                <c:pt idx="263">
                  <c:v>0.3595586226</c:v>
                </c:pt>
                <c:pt idx="264">
                  <c:v>0.3595988984</c:v>
                </c:pt>
                <c:pt idx="265">
                  <c:v>0.359637595</c:v>
                </c:pt>
                <c:pt idx="266">
                  <c:v>0.3596747743</c:v>
                </c:pt>
                <c:pt idx="267">
                  <c:v>0.3597104958</c:v>
                </c:pt>
                <c:pt idx="268">
                  <c:v>0.3597448166</c:v>
                </c:pt>
                <c:pt idx="269">
                  <c:v>0.3597777917</c:v>
                </c:pt>
                <c:pt idx="270">
                  <c:v>0.3598094738</c:v>
                </c:pt>
                <c:pt idx="271">
                  <c:v>0.3598399136</c:v>
                </c:pt>
                <c:pt idx="272">
                  <c:v>0.3598691599</c:v>
                </c:pt>
                <c:pt idx="273">
                  <c:v>0.3598972594</c:v>
                </c:pt>
                <c:pt idx="274">
                  <c:v>0.3599242571</c:v>
                </c:pt>
                <c:pt idx="275">
                  <c:v>0.3599501962</c:v>
                </c:pt>
                <c:pt idx="276">
                  <c:v>0.3599751182</c:v>
                </c:pt>
                <c:pt idx="277">
                  <c:v>0.3599990631</c:v>
                </c:pt>
                <c:pt idx="278">
                  <c:v>0.360022069</c:v>
                </c:pt>
                <c:pt idx="279">
                  <c:v>0.3600441728</c:v>
                </c:pt>
                <c:pt idx="280">
                  <c:v>0.36006541</c:v>
                </c:pt>
                <c:pt idx="281">
                  <c:v>0.3600858144</c:v>
                </c:pt>
                <c:pt idx="282">
                  <c:v>0.3601054188</c:v>
                </c:pt>
                <c:pt idx="283">
                  <c:v>0.3601242544</c:v>
                </c:pt>
                <c:pt idx="284">
                  <c:v>0.3601423515</c:v>
                </c:pt>
                <c:pt idx="285">
                  <c:v>0.360159739</c:v>
                </c:pt>
                <c:pt idx="286">
                  <c:v>0.3601764448</c:v>
                </c:pt>
                <c:pt idx="287">
                  <c:v>0.3601924955</c:v>
                </c:pt>
                <c:pt idx="288">
                  <c:v>0.3602079168</c:v>
                </c:pt>
                <c:pt idx="289">
                  <c:v>0.3602227335</c:v>
                </c:pt>
                <c:pt idx="290">
                  <c:v>0.3602369691</c:v>
                </c:pt>
                <c:pt idx="291">
                  <c:v>0.3602506466</c:v>
                </c:pt>
                <c:pt idx="292">
                  <c:v>0.3602637878</c:v>
                </c:pt>
                <c:pt idx="293">
                  <c:v>0.3602764138</c:v>
                </c:pt>
                <c:pt idx="294">
                  <c:v>0.3602885446</c:v>
                </c:pt>
                <c:pt idx="295">
                  <c:v>0.3603001998</c:v>
                </c:pt>
                <c:pt idx="296">
                  <c:v>0.360311398</c:v>
                </c:pt>
                <c:pt idx="297">
                  <c:v>0.3603221571</c:v>
                </c:pt>
                <c:pt idx="298">
                  <c:v>0.3603324943</c:v>
                </c:pt>
                <c:pt idx="299">
                  <c:v>0.3603424262</c:v>
                </c:pt>
                <c:pt idx="300">
                  <c:v>0.3603519687</c:v>
                </c:pt>
                <c:pt idx="301">
                  <c:v>0.360361137</c:v>
                </c:pt>
                <c:pt idx="302">
                  <c:v>0.3603699458</c:v>
                </c:pt>
                <c:pt idx="303">
                  <c:v>0.3603784092</c:v>
                </c:pt>
                <c:pt idx="304">
                  <c:v>0.3603865408</c:v>
                </c:pt>
                <c:pt idx="305">
                  <c:v>0.3603943535</c:v>
                </c:pt>
                <c:pt idx="306">
                  <c:v>0.3604018598</c:v>
                </c:pt>
                <c:pt idx="307">
                  <c:v>0.3604090719</c:v>
                </c:pt>
                <c:pt idx="308">
                  <c:v>0.3604160011</c:v>
                </c:pt>
                <c:pt idx="309">
                  <c:v>0.3604226587</c:v>
                </c:pt>
                <c:pt idx="310">
                  <c:v>0.3604290552</c:v>
                </c:pt>
                <c:pt idx="311">
                  <c:v>0.3604352009</c:v>
                </c:pt>
                <c:pt idx="312">
                  <c:v>0.3604411056</c:v>
                </c:pt>
                <c:pt idx="313">
                  <c:v>0.3604467788</c:v>
                </c:pt>
                <c:pt idx="314">
                  <c:v>0.3604522295</c:v>
                </c:pt>
                <c:pt idx="315">
                  <c:v>0.3604574665</c:v>
                </c:pt>
                <c:pt idx="316">
                  <c:v>0.3604624982</c:v>
                </c:pt>
                <c:pt idx="317">
                  <c:v>0.3604673326</c:v>
                </c:pt>
                <c:pt idx="318">
                  <c:v>0.3604719774</c:v>
                </c:pt>
                <c:pt idx="319">
                  <c:v>0.3604764401</c:v>
                </c:pt>
                <c:pt idx="320">
                  <c:v>0.3604807278</c:v>
                </c:pt>
                <c:pt idx="321">
                  <c:v>0.3604848474</c:v>
                </c:pt>
                <c:pt idx="322">
                  <c:v>0.3604888054</c:v>
                </c:pt>
                <c:pt idx="323">
                  <c:v>0.3604926083</c:v>
                </c:pt>
                <c:pt idx="324">
                  <c:v>0.360496262</c:v>
                </c:pt>
                <c:pt idx="325">
                  <c:v>0.3604997725</c:v>
                </c:pt>
                <c:pt idx="326">
                  <c:v>0.3605031453</c:v>
                </c:pt>
                <c:pt idx="327">
                  <c:v>0.3605063859</c:v>
                </c:pt>
                <c:pt idx="328">
                  <c:v>0.3605094994</c:v>
                </c:pt>
                <c:pt idx="329">
                  <c:v>0.3605124909</c:v>
                </c:pt>
                <c:pt idx="330">
                  <c:v>0.360515365</c:v>
                </c:pt>
                <c:pt idx="331">
                  <c:v>0.3605181264</c:v>
                </c:pt>
                <c:pt idx="332">
                  <c:v>0.3605207796</c:v>
                </c:pt>
                <c:pt idx="333">
                  <c:v>0.3605233287</c:v>
                </c:pt>
                <c:pt idx="334">
                  <c:v>0.3605257779</c:v>
                </c:pt>
                <c:pt idx="335">
                  <c:v>0.3605281311</c:v>
                </c:pt>
                <c:pt idx="336">
                  <c:v>0.3605303919</c:v>
                </c:pt>
                <c:pt idx="337">
                  <c:v>0.3605325642</c:v>
                </c:pt>
                <c:pt idx="338">
                  <c:v>0.3605346512</c:v>
                </c:pt>
                <c:pt idx="339">
                  <c:v>0.3605366564</c:v>
                </c:pt>
                <c:pt idx="340">
                  <c:v>0.360538583</c:v>
                </c:pt>
                <c:pt idx="341">
                  <c:v>0.3605404341</c:v>
                </c:pt>
                <c:pt idx="342">
                  <c:v>0.3605422125</c:v>
                </c:pt>
                <c:pt idx="343">
                  <c:v>0.3605439213</c:v>
                </c:pt>
                <c:pt idx="344">
                  <c:v>0.360545563</c:v>
                </c:pt>
                <c:pt idx="345">
                  <c:v>0.3605471403</c:v>
                </c:pt>
                <c:pt idx="346">
                  <c:v>0.3605486559</c:v>
                </c:pt>
                <c:pt idx="347">
                  <c:v>0.3605501119</c:v>
                </c:pt>
                <c:pt idx="348">
                  <c:v>0.3605515109</c:v>
                </c:pt>
                <c:pt idx="349">
                  <c:v>0.3605528551</c:v>
                </c:pt>
                <c:pt idx="350">
                  <c:v>0.3605541465</c:v>
                </c:pt>
                <c:pt idx="351">
                  <c:v>0.3605553873</c:v>
                </c:pt>
                <c:pt idx="352">
                  <c:v>0.3605565794</c:v>
                </c:pt>
                <c:pt idx="353">
                  <c:v>0.3605577248</c:v>
                </c:pt>
                <c:pt idx="354">
                  <c:v>0.3605588253</c:v>
                </c:pt>
                <c:pt idx="355">
                  <c:v>0.3605598827</c:v>
                </c:pt>
                <c:pt idx="356">
                  <c:v>0.3605608985</c:v>
                </c:pt>
                <c:pt idx="357">
                  <c:v>0.3605618746</c:v>
                </c:pt>
                <c:pt idx="358">
                  <c:v>0.3605628124</c:v>
                </c:pt>
                <c:pt idx="359">
                  <c:v>0.3605637134</c:v>
                </c:pt>
              </c:numCache>
            </c:numRef>
          </c:yVal>
        </c:ser>
        <c:ser>
          <c:idx val="1"/>
          <c:order val="1"/>
          <c:tx>
            <c:v>Sensor response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marker>
            <c:symbol val="none"/>
          </c:marker>
          <c:xVal>
            <c:numRef>
              <c:f>'Chart Data'!$C$2:$C$361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Data'!$D$2:$D$361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8.162389836E-05</c:v>
                </c:pt>
                <c:pt idx="92">
                  <c:v>0.0002339036353</c:v>
                </c:pt>
                <c:pt idx="93">
                  <c:v>0.0004470403942</c:v>
                </c:pt>
                <c:pt idx="94">
                  <c:v>0.0008110833462</c:v>
                </c:pt>
                <c:pt idx="95">
                  <c:v>0.001304959458</c:v>
                </c:pt>
                <c:pt idx="96">
                  <c:v>0.001909864258</c:v>
                </c:pt>
                <c:pt idx="97">
                  <c:v>0.002709214633</c:v>
                </c:pt>
                <c:pt idx="98">
                  <c:v>0.00367462519</c:v>
                </c:pt>
                <c:pt idx="99">
                  <c:v>0.004780799223</c:v>
                </c:pt>
                <c:pt idx="100">
                  <c:v>0.006089723179</c:v>
                </c:pt>
                <c:pt idx="101">
                  <c:v>0.007570025359</c:v>
                </c:pt>
                <c:pt idx="102">
                  <c:v>0.009193793044</c:v>
                </c:pt>
                <c:pt idx="103">
                  <c:v>0.01100240536</c:v>
                </c:pt>
                <c:pt idx="104">
                  <c:v>0.01296496526</c:v>
                </c:pt>
                <c:pt idx="105">
                  <c:v>0.01505403771</c:v>
                </c:pt>
                <c:pt idx="106">
                  <c:v>0.01730735588</c:v>
                </c:pt>
                <c:pt idx="107">
                  <c:v>0.01969505444</c:v>
                </c:pt>
                <c:pt idx="108">
                  <c:v>0.02219066829</c:v>
                </c:pt>
                <c:pt idx="109">
                  <c:v>0.02484670926</c:v>
                </c:pt>
                <c:pt idx="110">
                  <c:v>0.02763230818</c:v>
                </c:pt>
                <c:pt idx="111">
                  <c:v>0.03052014523</c:v>
                </c:pt>
                <c:pt idx="112">
                  <c:v>0.0335811186</c:v>
                </c:pt>
                <c:pt idx="113">
                  <c:v>0.03678118779</c:v>
                </c:pt>
                <c:pt idx="114">
                  <c:v>0.04009024042</c:v>
                </c:pt>
                <c:pt idx="115">
                  <c:v>0.04358350408</c:v>
                </c:pt>
                <c:pt idx="116">
                  <c:v>0.04722387844</c:v>
                </c:pt>
                <c:pt idx="117">
                  <c:v>0.05097856108</c:v>
                </c:pt>
                <c:pt idx="118">
                  <c:v>0.054908642</c:v>
                </c:pt>
                <c:pt idx="119">
                  <c:v>0.05897654224</c:v>
                </c:pt>
                <c:pt idx="120">
                  <c:v>0.06314907797</c:v>
                </c:pt>
                <c:pt idx="121">
                  <c:v>0.06746753273</c:v>
                </c:pt>
                <c:pt idx="122">
                  <c:v>0.07189672962</c:v>
                </c:pt>
                <c:pt idx="123">
                  <c:v>0.07640567407</c:v>
                </c:pt>
                <c:pt idx="124">
                  <c:v>0.08102834128</c:v>
                </c:pt>
                <c:pt idx="125">
                  <c:v>0.08573262537</c:v>
                </c:pt>
                <c:pt idx="126">
                  <c:v>0.09049031033</c:v>
                </c:pt>
                <c:pt idx="127">
                  <c:v>0.09534734163</c:v>
                </c:pt>
                <c:pt idx="128">
                  <c:v>0.1002726171</c:v>
                </c:pt>
                <c:pt idx="129">
                  <c:v>0.1052388431</c:v>
                </c:pt>
                <c:pt idx="130">
                  <c:v>0.1103123367</c:v>
                </c:pt>
                <c:pt idx="131">
                  <c:v>0.1154601533</c:v>
                </c:pt>
                <c:pt idx="132">
                  <c:v>0.1206533746</c:v>
                </c:pt>
                <c:pt idx="133">
                  <c:v>0.1259685292</c:v>
                </c:pt>
                <c:pt idx="134">
                  <c:v>0.1313698548</c:v>
                </c:pt>
                <c:pt idx="135">
                  <c:v>0.1368259393</c:v>
                </c:pt>
                <c:pt idx="136">
                  <c:v>0.142404164</c:v>
                </c:pt>
                <c:pt idx="137">
                  <c:v>0.1480677577</c:v>
                </c:pt>
                <c:pt idx="138">
                  <c:v>0.1537844347</c:v>
                </c:pt>
                <c:pt idx="139">
                  <c:v>0.159525929</c:v>
                </c:pt>
                <c:pt idx="140">
                  <c:v>0.1652675747</c:v>
                </c:pt>
                <c:pt idx="141">
                  <c:v>0.1709879279</c:v>
                </c:pt>
                <c:pt idx="142">
                  <c:v>0.1766684253</c:v>
                </c:pt>
                <c:pt idx="143">
                  <c:v>0.1822930778</c:v>
                </c:pt>
                <c:pt idx="144">
                  <c:v>0.1878481933</c:v>
                </c:pt>
                <c:pt idx="145">
                  <c:v>0.1933221281</c:v>
                </c:pt>
                <c:pt idx="146">
                  <c:v>0.1987050623</c:v>
                </c:pt>
                <c:pt idx="147">
                  <c:v>0.2039887987</c:v>
                </c:pt>
                <c:pt idx="148">
                  <c:v>0.2091665811</c:v>
                </c:pt>
                <c:pt idx="149">
                  <c:v>0.2142329312</c:v>
                </c:pt>
                <c:pt idx="150">
                  <c:v>0.2191835022</c:v>
                </c:pt>
                <c:pt idx="151">
                  <c:v>0.2240149473</c:v>
                </c:pt>
                <c:pt idx="152">
                  <c:v>0.2287248014</c:v>
                </c:pt>
                <c:pt idx="153">
                  <c:v>0.2333113751</c:v>
                </c:pt>
                <c:pt idx="154">
                  <c:v>0.2377736596</c:v>
                </c:pt>
                <c:pt idx="155">
                  <c:v>0.242111242</c:v>
                </c:pt>
                <c:pt idx="156">
                  <c:v>0.2463242282</c:v>
                </c:pt>
                <c:pt idx="157">
                  <c:v>0.2504131757</c:v>
                </c:pt>
                <c:pt idx="158">
                  <c:v>0.2543790315</c:v>
                </c:pt>
                <c:pt idx="159">
                  <c:v>0.2582230785</c:v>
                </c:pt>
                <c:pt idx="160">
                  <c:v>0.2619468864</c:v>
                </c:pt>
                <c:pt idx="161">
                  <c:v>0.2655522685</c:v>
                </c:pt>
                <c:pt idx="162">
                  <c:v>0.2690412432</c:v>
                </c:pt>
                <c:pt idx="163">
                  <c:v>0.2724159994</c:v>
                </c:pt>
                <c:pt idx="164">
                  <c:v>0.2756788663</c:v>
                </c:pt>
                <c:pt idx="165">
                  <c:v>0.2788322864</c:v>
                </c:pt>
                <c:pt idx="166">
                  <c:v>0.2818787913</c:v>
                </c:pt>
                <c:pt idx="167">
                  <c:v>0.2848209811</c:v>
                </c:pt>
                <c:pt idx="168">
                  <c:v>0.2876615052</c:v>
                </c:pt>
                <c:pt idx="169">
                  <c:v>0.2904030462</c:v>
                </c:pt>
                <c:pt idx="170">
                  <c:v>0.2930483059</c:v>
                </c:pt>
                <c:pt idx="171">
                  <c:v>0.2955999921</c:v>
                </c:pt>
                <c:pt idx="172">
                  <c:v>0.2980608081</c:v>
                </c:pt>
                <c:pt idx="173">
                  <c:v>0.3004334431</c:v>
                </c:pt>
                <c:pt idx="174">
                  <c:v>0.302720564</c:v>
                </c:pt>
                <c:pt idx="175">
                  <c:v>0.3049248085</c:v>
                </c:pt>
                <c:pt idx="176">
                  <c:v>0.3070487788</c:v>
                </c:pt>
                <c:pt idx="177">
                  <c:v>0.3090950366</c:v>
                </c:pt>
                <c:pt idx="178">
                  <c:v>0.3110660993</c:v>
                </c:pt>
                <c:pt idx="179">
                  <c:v>0.3129644355</c:v>
                </c:pt>
                <c:pt idx="180">
                  <c:v>0.314792463</c:v>
                </c:pt>
                <c:pt idx="181">
                  <c:v>0.316552546</c:v>
                </c:pt>
                <c:pt idx="182">
                  <c:v>0.3182469933</c:v>
                </c:pt>
                <c:pt idx="183">
                  <c:v>0.3198780572</c:v>
                </c:pt>
                <c:pt idx="184">
                  <c:v>0.3214479319</c:v>
                </c:pt>
                <c:pt idx="185">
                  <c:v>0.3229587535</c:v>
                </c:pt>
                <c:pt idx="186">
                  <c:v>0.3244125995</c:v>
                </c:pt>
                <c:pt idx="187">
                  <c:v>0.3258114883</c:v>
                </c:pt>
                <c:pt idx="188">
                  <c:v>0.3271573799</c:v>
                </c:pt>
                <c:pt idx="189">
                  <c:v>0.3284521759</c:v>
                </c:pt>
                <c:pt idx="190">
                  <c:v>0.3296977201</c:v>
                </c:pt>
                <c:pt idx="191">
                  <c:v>0.3308957993</c:v>
                </c:pt>
                <c:pt idx="192">
                  <c:v>0.3320481439</c:v>
                </c:pt>
                <c:pt idx="193">
                  <c:v>0.3331564289</c:v>
                </c:pt>
                <c:pt idx="194">
                  <c:v>0.334222275</c:v>
                </c:pt>
                <c:pt idx="195">
                  <c:v>0.3352472493</c:v>
                </c:pt>
                <c:pt idx="196">
                  <c:v>0.3362328668</c:v>
                </c:pt>
                <c:pt idx="197">
                  <c:v>0.3371805915</c:v>
                </c:pt>
                <c:pt idx="198">
                  <c:v>0.3380918374</c:v>
                </c:pt>
                <c:pt idx="199">
                  <c:v>0.3389679699</c:v>
                </c:pt>
                <c:pt idx="200">
                  <c:v>0.3398103073</c:v>
                </c:pt>
                <c:pt idx="201">
                  <c:v>0.3406201214</c:v>
                </c:pt>
                <c:pt idx="202">
                  <c:v>0.3413986394</c:v>
                </c:pt>
                <c:pt idx="203">
                  <c:v>0.3421470449</c:v>
                </c:pt>
                <c:pt idx="204">
                  <c:v>0.3428664794</c:v>
                </c:pt>
                <c:pt idx="205">
                  <c:v>0.3435580431</c:v>
                </c:pt>
                <c:pt idx="206">
                  <c:v>0.3442227967</c:v>
                </c:pt>
                <c:pt idx="207">
                  <c:v>0.3448617623</c:v>
                </c:pt>
                <c:pt idx="208">
                  <c:v>0.3454759245</c:v>
                </c:pt>
                <c:pt idx="209">
                  <c:v>0.3460662322</c:v>
                </c:pt>
                <c:pt idx="210">
                  <c:v>0.3466335989</c:v>
                </c:pt>
                <c:pt idx="211">
                  <c:v>0.3471789048</c:v>
                </c:pt>
                <c:pt idx="212">
                  <c:v>0.3477029971</c:v>
                </c:pt>
                <c:pt idx="213">
                  <c:v>0.3482066917</c:v>
                </c:pt>
                <c:pt idx="214">
                  <c:v>0.3486907738</c:v>
                </c:pt>
                <c:pt idx="215">
                  <c:v>0.3491559994</c:v>
                </c:pt>
                <c:pt idx="216">
                  <c:v>0.3496030959</c:v>
                </c:pt>
                <c:pt idx="217">
                  <c:v>0.3500327636</c:v>
                </c:pt>
                <c:pt idx="218">
                  <c:v>0.350445676</c:v>
                </c:pt>
                <c:pt idx="219">
                  <c:v>0.3508424815</c:v>
                </c:pt>
                <c:pt idx="220">
                  <c:v>0.3512238035</c:v>
                </c:pt>
                <c:pt idx="221">
                  <c:v>0.3515902421</c:v>
                </c:pt>
                <c:pt idx="222">
                  <c:v>0.3519423743</c:v>
                </c:pt>
                <c:pt idx="223">
                  <c:v>0.3522807552</c:v>
                </c:pt>
                <c:pt idx="224">
                  <c:v>0.3526059186</c:v>
                </c:pt>
                <c:pt idx="225">
                  <c:v>0.3529183781</c:v>
                </c:pt>
                <c:pt idx="226">
                  <c:v>0.3532186273</c:v>
                </c:pt>
                <c:pt idx="227">
                  <c:v>0.3535071411</c:v>
                </c:pt>
                <c:pt idx="228">
                  <c:v>0.353784376</c:v>
                </c:pt>
                <c:pt idx="229">
                  <c:v>0.3540507712</c:v>
                </c:pt>
                <c:pt idx="230">
                  <c:v>0.3543067486</c:v>
                </c:pt>
                <c:pt idx="231">
                  <c:v>0.3545527142</c:v>
                </c:pt>
                <c:pt idx="232">
                  <c:v>0.3547890581</c:v>
                </c:pt>
                <c:pt idx="233">
                  <c:v>0.3550161554</c:v>
                </c:pt>
                <c:pt idx="234">
                  <c:v>0.3552343667</c:v>
                </c:pt>
                <c:pt idx="235">
                  <c:v>0.3554440387</c:v>
                </c:pt>
                <c:pt idx="236">
                  <c:v>0.3556455046</c:v>
                </c:pt>
                <c:pt idx="237">
                  <c:v>0.3558390848</c:v>
                </c:pt>
                <c:pt idx="238">
                  <c:v>0.356025087</c:v>
                </c:pt>
                <c:pt idx="239">
                  <c:v>0.3562038073</c:v>
                </c:pt>
                <c:pt idx="240">
                  <c:v>0.3563755301</c:v>
                </c:pt>
                <c:pt idx="241">
                  <c:v>0.3565405288</c:v>
                </c:pt>
                <c:pt idx="242">
                  <c:v>0.3566990661</c:v>
                </c:pt>
                <c:pt idx="243">
                  <c:v>0.3568513948</c:v>
                </c:pt>
                <c:pt idx="244">
                  <c:v>0.3569977573</c:v>
                </c:pt>
                <c:pt idx="245">
                  <c:v>0.3571383872</c:v>
                </c:pt>
                <c:pt idx="246">
                  <c:v>0.3572735084</c:v>
                </c:pt>
                <c:pt idx="247">
                  <c:v>0.3574033366</c:v>
                </c:pt>
                <c:pt idx="248">
                  <c:v>0.3575280787</c:v>
                </c:pt>
                <c:pt idx="249">
                  <c:v>0.3576479338</c:v>
                </c:pt>
                <c:pt idx="250">
                  <c:v>0.357763093</c:v>
                </c:pt>
                <c:pt idx="251">
                  <c:v>0.3578737402</c:v>
                </c:pt>
                <c:pt idx="252">
                  <c:v>0.357980052</c:v>
                </c:pt>
                <c:pt idx="253">
                  <c:v>0.3580821979</c:v>
                </c:pt>
                <c:pt idx="254">
                  <c:v>0.3581803412</c:v>
                </c:pt>
                <c:pt idx="255">
                  <c:v>0.3582746386</c:v>
                </c:pt>
                <c:pt idx="256">
                  <c:v>0.3583652405</c:v>
                </c:pt>
                <c:pt idx="257">
                  <c:v>0.3584522918</c:v>
                </c:pt>
                <c:pt idx="258">
                  <c:v>0.3585359314</c:v>
                </c:pt>
                <c:pt idx="259">
                  <c:v>0.358616293</c:v>
                </c:pt>
                <c:pt idx="260">
                  <c:v>0.358693505</c:v>
                </c:pt>
                <c:pt idx="261">
                  <c:v>0.3587676906</c:v>
                </c:pt>
                <c:pt idx="262">
                  <c:v>0.3588389686</c:v>
                </c:pt>
                <c:pt idx="263">
                  <c:v>0.3589074527</c:v>
                </c:pt>
                <c:pt idx="264">
                  <c:v>0.3589732525</c:v>
                </c:pt>
                <c:pt idx="265">
                  <c:v>0.359036473</c:v>
                </c:pt>
                <c:pt idx="266">
                  <c:v>0.3590972154</c:v>
                </c:pt>
                <c:pt idx="267">
                  <c:v>0.3591555768</c:v>
                </c:pt>
                <c:pt idx="268">
                  <c:v>0.3592116504</c:v>
                </c:pt>
                <c:pt idx="269">
                  <c:v>0.3592655258</c:v>
                </c:pt>
                <c:pt idx="270">
                  <c:v>0.3593172893</c:v>
                </c:pt>
                <c:pt idx="271">
                  <c:v>0.3593670236</c:v>
                </c:pt>
                <c:pt idx="272">
                  <c:v>0.3594148082</c:v>
                </c:pt>
                <c:pt idx="273">
                  <c:v>0.3594607195</c:v>
                </c:pt>
                <c:pt idx="274">
                  <c:v>0.3595048309</c:v>
                </c:pt>
                <c:pt idx="275">
                  <c:v>0.359547213</c:v>
                </c:pt>
                <c:pt idx="276">
                  <c:v>0.3595879336</c:v>
                </c:pt>
                <c:pt idx="277">
                  <c:v>0.3596270577</c:v>
                </c:pt>
                <c:pt idx="278">
                  <c:v>0.359664648</c:v>
                </c:pt>
                <c:pt idx="279">
                  <c:v>0.3597007646</c:v>
                </c:pt>
                <c:pt idx="280">
                  <c:v>0.3597354652</c:v>
                </c:pt>
                <c:pt idx="281">
                  <c:v>0.3597688053</c:v>
                </c:pt>
                <c:pt idx="282">
                  <c:v>0.3598008383</c:v>
                </c:pt>
                <c:pt idx="283">
                  <c:v>0.3598316154</c:v>
                </c:pt>
                <c:pt idx="284">
                  <c:v>0.3598611859</c:v>
                </c:pt>
                <c:pt idx="285">
                  <c:v>0.359889597</c:v>
                </c:pt>
                <c:pt idx="286">
                  <c:v>0.3599168942</c:v>
                </c:pt>
                <c:pt idx="287">
                  <c:v>0.3599431211</c:v>
                </c:pt>
                <c:pt idx="288">
                  <c:v>0.3599683197</c:v>
                </c:pt>
                <c:pt idx="289">
                  <c:v>0.3599925304</c:v>
                </c:pt>
                <c:pt idx="290">
                  <c:v>0.3600157918</c:v>
                </c:pt>
                <c:pt idx="291">
                  <c:v>0.3600381412</c:v>
                </c:pt>
                <c:pt idx="292">
                  <c:v>0.3600596143</c:v>
                </c:pt>
                <c:pt idx="293">
                  <c:v>0.3600802455</c:v>
                </c:pt>
                <c:pt idx="294">
                  <c:v>0.3601000678</c:v>
                </c:pt>
                <c:pt idx="295">
                  <c:v>0.3601191129</c:v>
                </c:pt>
                <c:pt idx="296">
                  <c:v>0.3601374112</c:v>
                </c:pt>
                <c:pt idx="297">
                  <c:v>0.3601549921</c:v>
                </c:pt>
                <c:pt idx="298">
                  <c:v>0.3601718837</c:v>
                </c:pt>
                <c:pt idx="299">
                  <c:v>0.360188113</c:v>
                </c:pt>
                <c:pt idx="300">
                  <c:v>0.3602037059</c:v>
                </c:pt>
                <c:pt idx="301">
                  <c:v>0.3602186874</c:v>
                </c:pt>
                <c:pt idx="302">
                  <c:v>0.3602330816</c:v>
                </c:pt>
                <c:pt idx="303">
                  <c:v>0.3602469113</c:v>
                </c:pt>
                <c:pt idx="304">
                  <c:v>0.3602601988</c:v>
                </c:pt>
                <c:pt idx="305">
                  <c:v>0.3602729653</c:v>
                </c:pt>
                <c:pt idx="306">
                  <c:v>0.3602852313</c:v>
                </c:pt>
                <c:pt idx="307">
                  <c:v>0.3602970162</c:v>
                </c:pt>
                <c:pt idx="308">
                  <c:v>0.3603083392</c:v>
                </c:pt>
                <c:pt idx="309">
                  <c:v>0.3603192181</c:v>
                </c:pt>
                <c:pt idx="310">
                  <c:v>0.3603296705</c:v>
                </c:pt>
                <c:pt idx="311">
                  <c:v>0.360339713</c:v>
                </c:pt>
                <c:pt idx="312">
                  <c:v>0.3603493618</c:v>
                </c:pt>
                <c:pt idx="313">
                  <c:v>0.3603586323</c:v>
                </c:pt>
                <c:pt idx="314">
                  <c:v>0.3603675392</c:v>
                </c:pt>
                <c:pt idx="315">
                  <c:v>0.3603760969</c:v>
                </c:pt>
                <c:pt idx="316">
                  <c:v>0.3603843191</c:v>
                </c:pt>
                <c:pt idx="317">
                  <c:v>0.3603922189</c:v>
                </c:pt>
                <c:pt idx="318">
                  <c:v>0.3603998089</c:v>
                </c:pt>
                <c:pt idx="319">
                  <c:v>0.3604071013</c:v>
                </c:pt>
                <c:pt idx="320">
                  <c:v>0.3604141078</c:v>
                </c:pt>
                <c:pt idx="321">
                  <c:v>0.3604208396</c:v>
                </c:pt>
                <c:pt idx="322">
                  <c:v>0.3604273074</c:v>
                </c:pt>
                <c:pt idx="323">
                  <c:v>0.3604335216</c:v>
                </c:pt>
                <c:pt idx="324">
                  <c:v>0.3604394921</c:v>
                </c:pt>
                <c:pt idx="325">
                  <c:v>0.3604452286</c:v>
                </c:pt>
                <c:pt idx="326">
                  <c:v>0.3604507401</c:v>
                </c:pt>
                <c:pt idx="327">
                  <c:v>0.3604560355</c:v>
                </c:pt>
                <c:pt idx="328">
                  <c:v>0.3604611232</c:v>
                </c:pt>
                <c:pt idx="329">
                  <c:v>0.3604660115</c:v>
                </c:pt>
                <c:pt idx="330">
                  <c:v>0.3604707081</c:v>
                </c:pt>
                <c:pt idx="331">
                  <c:v>0.3604752206</c:v>
                </c:pt>
                <c:pt idx="332">
                  <c:v>0.3604795561</c:v>
                </c:pt>
                <c:pt idx="333">
                  <c:v>0.3604837216</c:v>
                </c:pt>
                <c:pt idx="334">
                  <c:v>0.3604877238</c:v>
                </c:pt>
                <c:pt idx="335">
                  <c:v>0.3604915691</c:v>
                </c:pt>
                <c:pt idx="336">
                  <c:v>0.3604952635</c:v>
                </c:pt>
                <c:pt idx="337">
                  <c:v>0.3604988132</c:v>
                </c:pt>
                <c:pt idx="338">
                  <c:v>0.3605022236</c:v>
                </c:pt>
                <c:pt idx="339">
                  <c:v>0.3605055003</c:v>
                </c:pt>
                <c:pt idx="340">
                  <c:v>0.3605086486</c:v>
                </c:pt>
                <c:pt idx="341">
                  <c:v>0.3605116733</c:v>
                </c:pt>
                <c:pt idx="342">
                  <c:v>0.3605145795</c:v>
                </c:pt>
                <c:pt idx="343">
                  <c:v>0.3605173718</c:v>
                </c:pt>
                <c:pt idx="344">
                  <c:v>0.3605200545</c:v>
                </c:pt>
                <c:pt idx="345">
                  <c:v>0.3605226321</c:v>
                </c:pt>
                <c:pt idx="346">
                  <c:v>0.3605251086</c:v>
                </c:pt>
                <c:pt idx="347">
                  <c:v>0.360527488</c:v>
                </c:pt>
                <c:pt idx="348">
                  <c:v>0.360529774</c:v>
                </c:pt>
                <c:pt idx="349">
                  <c:v>0.3605319705</c:v>
                </c:pt>
                <c:pt idx="350">
                  <c:v>0.3605340808</c:v>
                </c:pt>
                <c:pt idx="351">
                  <c:v>0.3605361084</c:v>
                </c:pt>
                <c:pt idx="352">
                  <c:v>0.3605380565</c:v>
                </c:pt>
                <c:pt idx="353">
                  <c:v>0.3605399282</c:v>
                </c:pt>
                <c:pt idx="354">
                  <c:v>0.3605417265</c:v>
                </c:pt>
                <c:pt idx="355">
                  <c:v>0.3605434543</c:v>
                </c:pt>
                <c:pt idx="356">
                  <c:v>0.3605451143</c:v>
                </c:pt>
                <c:pt idx="357">
                  <c:v>0.3605467093</c:v>
                </c:pt>
                <c:pt idx="358">
                  <c:v>0.3605482417</c:v>
                </c:pt>
                <c:pt idx="359">
                  <c:v>0.360549714</c:v>
                </c:pt>
              </c:numCache>
            </c:numRef>
          </c:yVal>
        </c:ser>
        <c:ser>
          <c:idx val="2"/>
          <c:order val="2"/>
          <c:tx>
            <c:v>Coherent readout</c:v>
          </c:tx>
          <c:spPr>
            <a:solidFill xmlns:a="http://schemas.openxmlformats.org/drawingml/2006/main">
              <a:srgbClr val="660099"/>
            </a:solidFill>
            <a:ln xmlns:a="http://schemas.openxmlformats.org/drawingml/2006/main" w="23813">
              <a:solidFill>
                <a:srgbClr val="660099"/>
              </a:solidFill>
            </a:ln>
          </c:spPr>
          <c:marker>
            <c:symbol val="none"/>
          </c:marker>
          <c:xVal>
            <c:numRef>
              <c:f>'Chart Data'!$E$2:$E$361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Data'!$F$2:$F$361</c:f>
              <c:numCache>
                <c:formatCode>0.##</c:formatCode>
                <c:ptCount val="360"/>
                <c:pt idx="0">
                  <c:v>0.05650409643</c:v>
                </c:pt>
                <c:pt idx="1">
                  <c:v>0.03605416413</c:v>
                </c:pt>
                <c:pt idx="2">
                  <c:v>0.1387100113</c:v>
                </c:pt>
                <c:pt idx="3">
                  <c:v>0.04536725622</c:v>
                </c:pt>
                <c:pt idx="4">
                  <c:v>0.08199663048</c:v>
                </c:pt>
                <c:pt idx="5">
                  <c:v>0.0783531383</c:v>
                </c:pt>
                <c:pt idx="6">
                  <c:v>0.05690024708</c:v>
                </c:pt>
                <c:pt idx="7">
                  <c:v>-0.01805717471</c:v>
                </c:pt>
                <c:pt idx="8">
                  <c:v>0.112144588</c:v>
                </c:pt>
                <c:pt idx="9">
                  <c:v>-0.01507102391</c:v>
                </c:pt>
                <c:pt idx="10">
                  <c:v>0.03423887384</c:v>
                </c:pt>
                <c:pt idx="11">
                  <c:v>0.01562064152</c:v>
                </c:pt>
                <c:pt idx="12">
                  <c:v>0.07579531152</c:v>
                </c:pt>
                <c:pt idx="13">
                  <c:v>-0.03957042891</c:v>
                </c:pt>
                <c:pt idx="14">
                  <c:v>0.0921473323</c:v>
                </c:pt>
                <c:pt idx="15">
                  <c:v>0.1062268874</c:v>
                </c:pt>
                <c:pt idx="16">
                  <c:v>0.0121252918</c:v>
                </c:pt>
                <c:pt idx="17">
                  <c:v>-0.05975583215</c:v>
                </c:pt>
                <c:pt idx="18">
                  <c:v>0.1826046884</c:v>
                </c:pt>
                <c:pt idx="19">
                  <c:v>0.03586191099</c:v>
                </c:pt>
                <c:pt idx="20">
                  <c:v>0.1616596995</c:v>
                </c:pt>
                <c:pt idx="21">
                  <c:v>0.1396246662</c:v>
                </c:pt>
                <c:pt idx="22">
                  <c:v>-0.05557162505</c:v>
                </c:pt>
                <c:pt idx="23">
                  <c:v>0.2726256868</c:v>
                </c:pt>
                <c:pt idx="24">
                  <c:v>-0.03545517542</c:v>
                </c:pt>
                <c:pt idx="25">
                  <c:v>0.04382913471</c:v>
                </c:pt>
                <c:pt idx="26">
                  <c:v>0.05347912755</c:v>
                </c:pt>
                <c:pt idx="27">
                  <c:v>-0.04680205332</c:v>
                </c:pt>
                <c:pt idx="28">
                  <c:v>-0.0283171413</c:v>
                </c:pt>
                <c:pt idx="29">
                  <c:v>0.1750317814</c:v>
                </c:pt>
                <c:pt idx="30">
                  <c:v>0.03558906907</c:v>
                </c:pt>
                <c:pt idx="31">
                  <c:v>0.1373062182</c:v>
                </c:pt>
                <c:pt idx="32">
                  <c:v>0.140405497</c:v>
                </c:pt>
                <c:pt idx="33">
                  <c:v>0.1561382613</c:v>
                </c:pt>
                <c:pt idx="34">
                  <c:v>0.03124659936</c:v>
                </c:pt>
                <c:pt idx="35">
                  <c:v>0.03680295887</c:v>
                </c:pt>
                <c:pt idx="36">
                  <c:v>0.2293285726</c:v>
                </c:pt>
                <c:pt idx="37">
                  <c:v>0.07541082183</c:v>
                </c:pt>
                <c:pt idx="38">
                  <c:v>0.05279943676</c:v>
                </c:pt>
                <c:pt idx="39">
                  <c:v>0.01272988426</c:v>
                </c:pt>
                <c:pt idx="40">
                  <c:v>0.08079089921</c:v>
                </c:pt>
                <c:pt idx="41">
                  <c:v>0.07459072602</c:v>
                </c:pt>
                <c:pt idx="42">
                  <c:v>0.05841316723</c:v>
                </c:pt>
                <c:pt idx="43">
                  <c:v>0.2301438541</c:v>
                </c:pt>
                <c:pt idx="44">
                  <c:v>-0.02112590576</c:v>
                </c:pt>
                <c:pt idx="45">
                  <c:v>-0.03615802312</c:v>
                </c:pt>
                <c:pt idx="46">
                  <c:v>-0.02713347151</c:v>
                </c:pt>
                <c:pt idx="47">
                  <c:v>0.03937662885</c:v>
                </c:pt>
                <c:pt idx="48">
                  <c:v>0.07893790177</c:v>
                </c:pt>
                <c:pt idx="49">
                  <c:v>-0.2182968624</c:v>
                </c:pt>
                <c:pt idx="50">
                  <c:v>-0.01624616506</c:v>
                </c:pt>
                <c:pt idx="51">
                  <c:v>0.05462560473</c:v>
                </c:pt>
                <c:pt idx="52">
                  <c:v>-0.005281187681</c:v>
                </c:pt>
                <c:pt idx="53">
                  <c:v>0.03141124957</c:v>
                </c:pt>
                <c:pt idx="54">
                  <c:v>-0.1585139009</c:v>
                </c:pt>
                <c:pt idx="55">
                  <c:v>-0.08364395308</c:v>
                </c:pt>
                <c:pt idx="56">
                  <c:v>-0.06170612231</c:v>
                </c:pt>
                <c:pt idx="57">
                  <c:v>0.006722029495</c:v>
                </c:pt>
                <c:pt idx="58">
                  <c:v>-0.04168208988</c:v>
                </c:pt>
                <c:pt idx="59">
                  <c:v>-0.02992062755</c:v>
                </c:pt>
                <c:pt idx="60">
                  <c:v>0.03213493818</c:v>
                </c:pt>
                <c:pt idx="61">
                  <c:v>0.05181727716</c:v>
                </c:pt>
                <c:pt idx="62">
                  <c:v>0.1166988811</c:v>
                </c:pt>
                <c:pt idx="63">
                  <c:v>-0.006365868086</c:v>
                </c:pt>
                <c:pt idx="64">
                  <c:v>0.07566498489</c:v>
                </c:pt>
                <c:pt idx="65">
                  <c:v>0.009258482307</c:v>
                </c:pt>
                <c:pt idx="66">
                  <c:v>0.01168902417</c:v>
                </c:pt>
                <c:pt idx="67">
                  <c:v>0.02832976667</c:v>
                </c:pt>
                <c:pt idx="68">
                  <c:v>0.09069806751</c:v>
                </c:pt>
                <c:pt idx="69">
                  <c:v>0.01569875687</c:v>
                </c:pt>
                <c:pt idx="70">
                  <c:v>0.1111378751</c:v>
                </c:pt>
                <c:pt idx="71">
                  <c:v>0.01331837062</c:v>
                </c:pt>
                <c:pt idx="72">
                  <c:v>-0.07125215641</c:v>
                </c:pt>
                <c:pt idx="73">
                  <c:v>-0.08073548221</c:v>
                </c:pt>
                <c:pt idx="74">
                  <c:v>-0.002422732278</c:v>
                </c:pt>
                <c:pt idx="75">
                  <c:v>0.1180494502</c:v>
                </c:pt>
                <c:pt idx="76">
                  <c:v>-0.08748264189</c:v>
                </c:pt>
                <c:pt idx="77">
                  <c:v>0.09394809203</c:v>
                </c:pt>
                <c:pt idx="78">
                  <c:v>0.04625589057</c:v>
                </c:pt>
                <c:pt idx="79">
                  <c:v>0.09010375073</c:v>
                </c:pt>
                <c:pt idx="80">
                  <c:v>0.1793864097</c:v>
                </c:pt>
                <c:pt idx="81">
                  <c:v>0.04809284468</c:v>
                </c:pt>
                <c:pt idx="82">
                  <c:v>0.1802808686</c:v>
                </c:pt>
                <c:pt idx="83">
                  <c:v>0.1368857539</c:v>
                </c:pt>
                <c:pt idx="84">
                  <c:v>-0.03693554309</c:v>
                </c:pt>
                <c:pt idx="85">
                  <c:v>0.08458091656</c:v>
                </c:pt>
                <c:pt idx="86">
                  <c:v>-0.03140988608</c:v>
                </c:pt>
                <c:pt idx="87">
                  <c:v>0.08672299178</c:v>
                </c:pt>
                <c:pt idx="88">
                  <c:v>0.04790123005</c:v>
                </c:pt>
                <c:pt idx="89">
                  <c:v>0.06549688918</c:v>
                </c:pt>
                <c:pt idx="90">
                  <c:v>0.02445959326</c:v>
                </c:pt>
                <c:pt idx="91">
                  <c:v>0.06809988124</c:v>
                </c:pt>
                <c:pt idx="92">
                  <c:v>0.07203524287</c:v>
                </c:pt>
                <c:pt idx="93">
                  <c:v>0.08012986332</c:v>
                </c:pt>
                <c:pt idx="94">
                  <c:v>0.03359082187</c:v>
                </c:pt>
                <c:pt idx="95">
                  <c:v>0.07936325335</c:v>
                </c:pt>
                <c:pt idx="96">
                  <c:v>0.07489677838</c:v>
                </c:pt>
                <c:pt idx="97">
                  <c:v>0.05589158434</c:v>
                </c:pt>
                <c:pt idx="98">
                  <c:v>0.0594933153</c:v>
                </c:pt>
                <c:pt idx="99">
                  <c:v>0.2896172303</c:v>
                </c:pt>
                <c:pt idx="100">
                  <c:v>0.05225161274</c:v>
                </c:pt>
                <c:pt idx="101">
                  <c:v>0.0388165751</c:v>
                </c:pt>
                <c:pt idx="102">
                  <c:v>-0.0258958115</c:v>
                </c:pt>
                <c:pt idx="103">
                  <c:v>-0.1265329352</c:v>
                </c:pt>
                <c:pt idx="104">
                  <c:v>-0.1292260863</c:v>
                </c:pt>
                <c:pt idx="105">
                  <c:v>-0.006293075402</c:v>
                </c:pt>
                <c:pt idx="106">
                  <c:v>0.05215009601</c:v>
                </c:pt>
                <c:pt idx="107">
                  <c:v>0.04431941109</c:v>
                </c:pt>
                <c:pt idx="108">
                  <c:v>0.07798562119</c:v>
                </c:pt>
                <c:pt idx="109">
                  <c:v>-0.1330966734</c:v>
                </c:pt>
                <c:pt idx="110">
                  <c:v>-0.1016924507</c:v>
                </c:pt>
                <c:pt idx="111">
                  <c:v>0.07236010555</c:v>
                </c:pt>
                <c:pt idx="112">
                  <c:v>0.2196617728</c:v>
                </c:pt>
                <c:pt idx="113">
                  <c:v>0.09836551958</c:v>
                </c:pt>
                <c:pt idx="114">
                  <c:v>0.08554823864</c:v>
                </c:pt>
                <c:pt idx="115">
                  <c:v>0.01211134166</c:v>
                </c:pt>
                <c:pt idx="116">
                  <c:v>0.1209704747</c:v>
                </c:pt>
                <c:pt idx="117">
                  <c:v>0.004392452578</c:v>
                </c:pt>
                <c:pt idx="118">
                  <c:v>-0.05372138857</c:v>
                </c:pt>
                <c:pt idx="119">
                  <c:v>-0.03441856921</c:v>
                </c:pt>
                <c:pt idx="120">
                  <c:v>0.02580608146</c:v>
                </c:pt>
                <c:pt idx="121">
                  <c:v>0.1155526544</c:v>
                </c:pt>
                <c:pt idx="122">
                  <c:v>0.00232456251</c:v>
                </c:pt>
                <c:pt idx="123">
                  <c:v>0.1232261574</c:v>
                </c:pt>
                <c:pt idx="124">
                  <c:v>-0.1832748456</c:v>
                </c:pt>
                <c:pt idx="125">
                  <c:v>0.1017419434</c:v>
                </c:pt>
                <c:pt idx="126">
                  <c:v>0.04881037375</c:v>
                </c:pt>
                <c:pt idx="127">
                  <c:v>-0.03571583948</c:v>
                </c:pt>
                <c:pt idx="128">
                  <c:v>0.1596312063</c:v>
                </c:pt>
                <c:pt idx="129">
                  <c:v>-0.01862430255</c:v>
                </c:pt>
                <c:pt idx="130">
                  <c:v>0.1387053655</c:v>
                </c:pt>
                <c:pt idx="131">
                  <c:v>0.1595411708</c:v>
                </c:pt>
                <c:pt idx="132">
                  <c:v>0.03654521289</c:v>
                </c:pt>
                <c:pt idx="133">
                  <c:v>0.08834211401</c:v>
                </c:pt>
                <c:pt idx="134">
                  <c:v>0.1165912509</c:v>
                </c:pt>
                <c:pt idx="135">
                  <c:v>-0.1030289638</c:v>
                </c:pt>
                <c:pt idx="136">
                  <c:v>-0.1286312828</c:v>
                </c:pt>
                <c:pt idx="137">
                  <c:v>0.3275261591</c:v>
                </c:pt>
                <c:pt idx="138">
                  <c:v>0.05310343555</c:v>
                </c:pt>
                <c:pt idx="139">
                  <c:v>0.01726156463</c:v>
                </c:pt>
                <c:pt idx="140">
                  <c:v>0.01727396452</c:v>
                </c:pt>
                <c:pt idx="141">
                  <c:v>0.1773578328</c:v>
                </c:pt>
                <c:pt idx="142">
                  <c:v>0.1987296399</c:v>
                </c:pt>
                <c:pt idx="143">
                  <c:v>0.1630423157</c:v>
                </c:pt>
                <c:pt idx="144">
                  <c:v>0.2573093614</c:v>
                </c:pt>
                <c:pt idx="145">
                  <c:v>0.0840291291</c:v>
                </c:pt>
                <c:pt idx="146">
                  <c:v>0.1844697694</c:v>
                </c:pt>
                <c:pt idx="147">
                  <c:v>0.2660364499</c:v>
                </c:pt>
                <c:pt idx="148">
                  <c:v>0.05478931147</c:v>
                </c:pt>
                <c:pt idx="149">
                  <c:v>0.1892712539</c:v>
                </c:pt>
                <c:pt idx="150">
                  <c:v>0.2178038516</c:v>
                </c:pt>
                <c:pt idx="151">
                  <c:v>0.2498327434</c:v>
                </c:pt>
                <c:pt idx="152">
                  <c:v>0.1367073655</c:v>
                </c:pt>
                <c:pt idx="153">
                  <c:v>0.2334324735</c:v>
                </c:pt>
                <c:pt idx="154">
                  <c:v>0.3333645315</c:v>
                </c:pt>
                <c:pt idx="155">
                  <c:v>0.1236286383</c:v>
                </c:pt>
                <c:pt idx="156">
                  <c:v>0.2939674718</c:v>
                </c:pt>
                <c:pt idx="157">
                  <c:v>0.2381995629</c:v>
                </c:pt>
                <c:pt idx="158">
                  <c:v>0.1089956618</c:v>
                </c:pt>
                <c:pt idx="159">
                  <c:v>0.2800509526</c:v>
                </c:pt>
                <c:pt idx="160">
                  <c:v>0.1836544723</c:v>
                </c:pt>
                <c:pt idx="161">
                  <c:v>0.356505763</c:v>
                </c:pt>
                <c:pt idx="162">
                  <c:v>0.1571865358</c:v>
                </c:pt>
                <c:pt idx="163">
                  <c:v>0.2960567377</c:v>
                </c:pt>
                <c:pt idx="164">
                  <c:v>0.09900873716</c:v>
                </c:pt>
                <c:pt idx="165">
                  <c:v>0.2225321866</c:v>
                </c:pt>
                <c:pt idx="166">
                  <c:v>0.09696965548</c:v>
                </c:pt>
                <c:pt idx="167">
                  <c:v>0.289649732</c:v>
                </c:pt>
                <c:pt idx="168">
                  <c:v>0.4321846162</c:v>
                </c:pt>
                <c:pt idx="169">
                  <c:v>0.3968768321</c:v>
                </c:pt>
                <c:pt idx="170">
                  <c:v>0.2587368186</c:v>
                </c:pt>
                <c:pt idx="171">
                  <c:v>0.162359355</c:v>
                </c:pt>
                <c:pt idx="172">
                  <c:v>0.3667902473</c:v>
                </c:pt>
                <c:pt idx="173">
                  <c:v>0.3705631858</c:v>
                </c:pt>
                <c:pt idx="174">
                  <c:v>0.2605066614</c:v>
                </c:pt>
                <c:pt idx="175">
                  <c:v>0.4488701586</c:v>
                </c:pt>
                <c:pt idx="176">
                  <c:v>0.1974150662</c:v>
                </c:pt>
                <c:pt idx="177">
                  <c:v>0.2811575009</c:v>
                </c:pt>
                <c:pt idx="178">
                  <c:v>0.3121594374</c:v>
                </c:pt>
                <c:pt idx="179">
                  <c:v>0.277654922</c:v>
                </c:pt>
                <c:pt idx="180">
                  <c:v>0.4333903325</c:v>
                </c:pt>
                <c:pt idx="181">
                  <c:v>0.3091826425</c:v>
                </c:pt>
                <c:pt idx="182">
                  <c:v>0.3407200946</c:v>
                </c:pt>
                <c:pt idx="183">
                  <c:v>0.3395226894</c:v>
                </c:pt>
                <c:pt idx="184">
                  <c:v>0.2877269711</c:v>
                </c:pt>
                <c:pt idx="185">
                  <c:v>0.2695850332</c:v>
                </c:pt>
                <c:pt idx="186">
                  <c:v>0.381245611</c:v>
                </c:pt>
                <c:pt idx="187">
                  <c:v>0.3469933255</c:v>
                </c:pt>
                <c:pt idx="188">
                  <c:v>0.3588631042</c:v>
                </c:pt>
                <c:pt idx="189">
                  <c:v>0.3730304671</c:v>
                </c:pt>
                <c:pt idx="190">
                  <c:v>0.3843545237</c:v>
                </c:pt>
                <c:pt idx="191">
                  <c:v>0.416485</c:v>
                </c:pt>
                <c:pt idx="192">
                  <c:v>0.3998041684</c:v>
                </c:pt>
                <c:pt idx="193">
                  <c:v>0.4285971949</c:v>
                </c:pt>
                <c:pt idx="194">
                  <c:v>0.5345119212</c:v>
                </c:pt>
                <c:pt idx="195">
                  <c:v>0.3018683172</c:v>
                </c:pt>
                <c:pt idx="196">
                  <c:v>0.4047186206</c:v>
                </c:pt>
                <c:pt idx="197">
                  <c:v>0.3932976154</c:v>
                </c:pt>
                <c:pt idx="198">
                  <c:v>0.3393428031</c:v>
                </c:pt>
                <c:pt idx="199">
                  <c:v>0.3073888797</c:v>
                </c:pt>
                <c:pt idx="200">
                  <c:v>0.3418136295</c:v>
                </c:pt>
                <c:pt idx="201">
                  <c:v>0.291684396</c:v>
                </c:pt>
                <c:pt idx="202">
                  <c:v>0.4103000894</c:v>
                </c:pt>
                <c:pt idx="203">
                  <c:v>0.3737272828</c:v>
                </c:pt>
                <c:pt idx="204">
                  <c:v>0.3745881245</c:v>
                </c:pt>
                <c:pt idx="205">
                  <c:v>0.2588047264</c:v>
                </c:pt>
                <c:pt idx="206">
                  <c:v>0.4037148943</c:v>
                </c:pt>
                <c:pt idx="207">
                  <c:v>0.4072201968</c:v>
                </c:pt>
                <c:pt idx="208">
                  <c:v>0.4146887474</c:v>
                </c:pt>
                <c:pt idx="209">
                  <c:v>0.3689011463</c:v>
                </c:pt>
                <c:pt idx="210">
                  <c:v>0.2812796833</c:v>
                </c:pt>
                <c:pt idx="211">
                  <c:v>0.419643455</c:v>
                </c:pt>
                <c:pt idx="212">
                  <c:v>0.5279683078</c:v>
                </c:pt>
                <c:pt idx="213">
                  <c:v>0.3336780541</c:v>
                </c:pt>
                <c:pt idx="214">
                  <c:v>0.4005304524</c:v>
                </c:pt>
                <c:pt idx="215">
                  <c:v>0.2616652937</c:v>
                </c:pt>
                <c:pt idx="216">
                  <c:v>0.5043747582</c:v>
                </c:pt>
                <c:pt idx="217">
                  <c:v>0.6012460742</c:v>
                </c:pt>
                <c:pt idx="218">
                  <c:v>0.3551266615</c:v>
                </c:pt>
                <c:pt idx="219">
                  <c:v>0.3606237543</c:v>
                </c:pt>
                <c:pt idx="220">
                  <c:v>0.4844284023</c:v>
                </c:pt>
                <c:pt idx="221">
                  <c:v>0.4484721659</c:v>
                </c:pt>
                <c:pt idx="222">
                  <c:v>0.2999705818</c:v>
                </c:pt>
                <c:pt idx="223">
                  <c:v>0.458901721</c:v>
                </c:pt>
                <c:pt idx="224">
                  <c:v>0.351356518</c:v>
                </c:pt>
                <c:pt idx="225">
                  <c:v>0.2732672126</c:v>
                </c:pt>
                <c:pt idx="226">
                  <c:v>0.3241778332</c:v>
                </c:pt>
                <c:pt idx="227">
                  <c:v>0.4464334839</c:v>
                </c:pt>
                <c:pt idx="228">
                  <c:v>0.2887306898</c:v>
                </c:pt>
                <c:pt idx="229">
                  <c:v>0.4015589465</c:v>
                </c:pt>
                <c:pt idx="230">
                  <c:v>0.3815947474</c:v>
                </c:pt>
                <c:pt idx="231">
                  <c:v>0.4381456251</c:v>
                </c:pt>
                <c:pt idx="232">
                  <c:v>0.4734584845</c:v>
                </c:pt>
                <c:pt idx="233">
                  <c:v>0.4158916503</c:v>
                </c:pt>
                <c:pt idx="234">
                  <c:v>0.5212189223</c:v>
                </c:pt>
                <c:pt idx="235">
                  <c:v>0.3549942271</c:v>
                </c:pt>
                <c:pt idx="236">
                  <c:v>0.3118617271</c:v>
                </c:pt>
                <c:pt idx="237">
                  <c:v>0.3773253646</c:v>
                </c:pt>
                <c:pt idx="238">
                  <c:v>0.3631791161</c:v>
                </c:pt>
                <c:pt idx="239">
                  <c:v>0.4945786283</c:v>
                </c:pt>
                <c:pt idx="240">
                  <c:v>0.4679553099</c:v>
                </c:pt>
                <c:pt idx="241">
                  <c:v>0.5012847703</c:v>
                </c:pt>
                <c:pt idx="242">
                  <c:v>0.3091636455</c:v>
                </c:pt>
                <c:pt idx="243">
                  <c:v>0.4431771732</c:v>
                </c:pt>
                <c:pt idx="244">
                  <c:v>0.5786409805</c:v>
                </c:pt>
                <c:pt idx="245">
                  <c:v>0.4938939144</c:v>
                </c:pt>
                <c:pt idx="246">
                  <c:v>0.3577532673</c:v>
                </c:pt>
                <c:pt idx="247">
                  <c:v>0.3019191494</c:v>
                </c:pt>
                <c:pt idx="248">
                  <c:v>0.494538714</c:v>
                </c:pt>
                <c:pt idx="249">
                  <c:v>0.4370841702</c:v>
                </c:pt>
                <c:pt idx="250">
                  <c:v>0.57613973</c:v>
                </c:pt>
                <c:pt idx="251">
                  <c:v>0.5066083648</c:v>
                </c:pt>
                <c:pt idx="252">
                  <c:v>0.4788046267</c:v>
                </c:pt>
                <c:pt idx="253">
                  <c:v>0.4276234385</c:v>
                </c:pt>
                <c:pt idx="254">
                  <c:v>0.3856025353</c:v>
                </c:pt>
                <c:pt idx="255">
                  <c:v>0.3508810316</c:v>
                </c:pt>
                <c:pt idx="256">
                  <c:v>0.415698624</c:v>
                </c:pt>
                <c:pt idx="257">
                  <c:v>0.4230794072</c:v>
                </c:pt>
                <c:pt idx="258">
                  <c:v>0.2436876242</c:v>
                </c:pt>
                <c:pt idx="259">
                  <c:v>0.3683015818</c:v>
                </c:pt>
                <c:pt idx="260">
                  <c:v>0.3736318091</c:v>
                </c:pt>
                <c:pt idx="261">
                  <c:v>0.4685173505</c:v>
                </c:pt>
                <c:pt idx="262">
                  <c:v>0.5092271707</c:v>
                </c:pt>
                <c:pt idx="263">
                  <c:v>0.4102290155</c:v>
                </c:pt>
                <c:pt idx="264">
                  <c:v>0.3667148994</c:v>
                </c:pt>
                <c:pt idx="265">
                  <c:v>0.3805715782</c:v>
                </c:pt>
                <c:pt idx="266">
                  <c:v>0.4534712636</c:v>
                </c:pt>
                <c:pt idx="267">
                  <c:v>0.3654003994</c:v>
                </c:pt>
                <c:pt idx="268">
                  <c:v>0.4031732056</c:v>
                </c:pt>
                <c:pt idx="269">
                  <c:v>0.4383512611</c:v>
                </c:pt>
                <c:pt idx="270">
                  <c:v>0.5586929944</c:v>
                </c:pt>
                <c:pt idx="271">
                  <c:v>0.4110765353</c:v>
                </c:pt>
                <c:pt idx="272">
                  <c:v>0.4358741802</c:v>
                </c:pt>
                <c:pt idx="273">
                  <c:v>0.3240180297</c:v>
                </c:pt>
                <c:pt idx="274">
                  <c:v>0.3741298429</c:v>
                </c:pt>
                <c:pt idx="275">
                  <c:v>0.4097662268</c:v>
                </c:pt>
                <c:pt idx="276">
                  <c:v>0.3596504402</c:v>
                </c:pt>
                <c:pt idx="277">
                  <c:v>0.5063197094</c:v>
                </c:pt>
                <c:pt idx="278">
                  <c:v>0.3969292933</c:v>
                </c:pt>
                <c:pt idx="279">
                  <c:v>0.5373668418</c:v>
                </c:pt>
                <c:pt idx="280">
                  <c:v>0.3763276984</c:v>
                </c:pt>
                <c:pt idx="281">
                  <c:v>0.4330481883</c:v>
                </c:pt>
                <c:pt idx="282">
                  <c:v>0.4728990237</c:v>
                </c:pt>
                <c:pt idx="283">
                  <c:v>0.3124176141</c:v>
                </c:pt>
                <c:pt idx="284">
                  <c:v>0.413358893</c:v>
                </c:pt>
                <c:pt idx="285">
                  <c:v>0.3417361511</c:v>
                </c:pt>
                <c:pt idx="286">
                  <c:v>0.3461016294</c:v>
                </c:pt>
                <c:pt idx="287">
                  <c:v>0.3894921584</c:v>
                </c:pt>
                <c:pt idx="288">
                  <c:v>0.4500360916</c:v>
                </c:pt>
                <c:pt idx="289">
                  <c:v>0.2693941256</c:v>
                </c:pt>
                <c:pt idx="290">
                  <c:v>0.3731226227</c:v>
                </c:pt>
                <c:pt idx="291">
                  <c:v>0.5393174703</c:v>
                </c:pt>
                <c:pt idx="292">
                  <c:v>0.3334783924</c:v>
                </c:pt>
                <c:pt idx="293">
                  <c:v>0.6037716047</c:v>
                </c:pt>
                <c:pt idx="294">
                  <c:v>0.3996639421</c:v>
                </c:pt>
                <c:pt idx="295">
                  <c:v>0.391646506</c:v>
                </c:pt>
                <c:pt idx="296">
                  <c:v>0.3549293828</c:v>
                </c:pt>
                <c:pt idx="297">
                  <c:v>0.3808934615</c:v>
                </c:pt>
                <c:pt idx="298">
                  <c:v>0.3878650515</c:v>
                </c:pt>
                <c:pt idx="299">
                  <c:v>0.3991802436</c:v>
                </c:pt>
                <c:pt idx="300">
                  <c:v>0.2548060212</c:v>
                </c:pt>
                <c:pt idx="301">
                  <c:v>0.4590757602</c:v>
                </c:pt>
                <c:pt idx="302">
                  <c:v>0.3736112197</c:v>
                </c:pt>
                <c:pt idx="303">
                  <c:v>0.3465657836</c:v>
                </c:pt>
                <c:pt idx="304">
                  <c:v>0.5711326363</c:v>
                </c:pt>
                <c:pt idx="305">
                  <c:v>0.5621575369</c:v>
                </c:pt>
                <c:pt idx="306">
                  <c:v>0.3092541899</c:v>
                </c:pt>
                <c:pt idx="307">
                  <c:v>0.3734553172</c:v>
                </c:pt>
                <c:pt idx="308">
                  <c:v>0.3901669988</c:v>
                </c:pt>
                <c:pt idx="309">
                  <c:v>0.444862284</c:v>
                </c:pt>
                <c:pt idx="310">
                  <c:v>0.343527293</c:v>
                </c:pt>
                <c:pt idx="311">
                  <c:v>0.2891983235</c:v>
                </c:pt>
                <c:pt idx="312">
                  <c:v>0.5552689679</c:v>
                </c:pt>
                <c:pt idx="313">
                  <c:v>0.4230385122</c:v>
                </c:pt>
                <c:pt idx="314">
                  <c:v>0.5958212036</c:v>
                </c:pt>
                <c:pt idx="315">
                  <c:v>0.5023522858</c:v>
                </c:pt>
                <c:pt idx="316">
                  <c:v>0.4358101283</c:v>
                </c:pt>
                <c:pt idx="317">
                  <c:v>0.5200209684</c:v>
                </c:pt>
                <c:pt idx="318">
                  <c:v>0.534216993</c:v>
                </c:pt>
                <c:pt idx="319">
                  <c:v>0.4884192718</c:v>
                </c:pt>
                <c:pt idx="320">
                  <c:v>0.424122</c:v>
                </c:pt>
                <c:pt idx="321">
                  <c:v>0.5581458662</c:v>
                </c:pt>
                <c:pt idx="322">
                  <c:v>0.4874603949</c:v>
                </c:pt>
                <c:pt idx="323">
                  <c:v>0.4474733747</c:v>
                </c:pt>
                <c:pt idx="324">
                  <c:v>0.4823335088</c:v>
                </c:pt>
                <c:pt idx="325">
                  <c:v>0.3266708741</c:v>
                </c:pt>
                <c:pt idx="326">
                  <c:v>0.4990866841</c:v>
                </c:pt>
                <c:pt idx="327">
                  <c:v>0.527830085</c:v>
                </c:pt>
                <c:pt idx="328">
                  <c:v>0.3462770993</c:v>
                </c:pt>
                <c:pt idx="329">
                  <c:v>0.5760590652</c:v>
                </c:pt>
                <c:pt idx="330">
                  <c:v>0.4907674151</c:v>
                </c:pt>
                <c:pt idx="331">
                  <c:v>0.4244656928</c:v>
                </c:pt>
                <c:pt idx="332">
                  <c:v>0.5295037725</c:v>
                </c:pt>
                <c:pt idx="333">
                  <c:v>0.6488769602</c:v>
                </c:pt>
                <c:pt idx="334">
                  <c:v>0.4936498557</c:v>
                </c:pt>
                <c:pt idx="335">
                  <c:v>0.4501715349</c:v>
                </c:pt>
                <c:pt idx="336">
                  <c:v>0.4571798022</c:v>
                </c:pt>
                <c:pt idx="337">
                  <c:v>0.590856717</c:v>
                </c:pt>
                <c:pt idx="338">
                  <c:v>0.5314940732</c:v>
                </c:pt>
                <c:pt idx="339">
                  <c:v>0.4697712924</c:v>
                </c:pt>
                <c:pt idx="340">
                  <c:v>0.4283972319</c:v>
                </c:pt>
                <c:pt idx="341">
                  <c:v>0.4574008581</c:v>
                </c:pt>
                <c:pt idx="342">
                  <c:v>0.5356743713</c:v>
                </c:pt>
                <c:pt idx="343">
                  <c:v>0.5978301009</c:v>
                </c:pt>
                <c:pt idx="344">
                  <c:v>0.4060773941</c:v>
                </c:pt>
                <c:pt idx="345">
                  <c:v>0.4779344937</c:v>
                </c:pt>
                <c:pt idx="346">
                  <c:v>0.3930422237</c:v>
                </c:pt>
                <c:pt idx="347">
                  <c:v>0.5474906706</c:v>
                </c:pt>
                <c:pt idx="348">
                  <c:v>0.6380193876</c:v>
                </c:pt>
                <c:pt idx="349">
                  <c:v>0.40911651</c:v>
                </c:pt>
                <c:pt idx="350">
                  <c:v>0.4765681359</c:v>
                </c:pt>
                <c:pt idx="351">
                  <c:v>0.4159312558</c:v>
                </c:pt>
                <c:pt idx="352">
                  <c:v>0.4131520727</c:v>
                </c:pt>
                <c:pt idx="353">
                  <c:v>0.32279057</c:v>
                </c:pt>
                <c:pt idx="354">
                  <c:v>0.2816727938</c:v>
                </c:pt>
                <c:pt idx="355">
                  <c:v>0.3364974216</c:v>
                </c:pt>
                <c:pt idx="356">
                  <c:v>0.4156321118</c:v>
                </c:pt>
                <c:pt idx="357">
                  <c:v>0.4411234731</c:v>
                </c:pt>
                <c:pt idx="358">
                  <c:v>0.348080806</c:v>
                </c:pt>
                <c:pt idx="359">
                  <c:v>0.369464729</c:v>
                </c:pt>
              </c:numCache>
            </c:numRef>
          </c:yVal>
        </c:ser>
        <c:ser>
          <c:idx val="3"/>
          <c:order val="3"/>
          <c:tx>
            <c:v>Distributed readout</c:v>
          </c:tx>
          <c:spPr>
            <a:solidFill xmlns:a="http://schemas.openxmlformats.org/drawingml/2006/main">
              <a:srgbClr val="BC3441"/>
            </a:solidFill>
            <a:ln xmlns:a="http://schemas.openxmlformats.org/drawingml/2006/main" w="23813">
              <a:solidFill>
                <a:srgbClr val="BC3441"/>
              </a:solidFill>
            </a:ln>
          </c:spPr>
          <c:marker>
            <c:symbol val="none"/>
          </c:marker>
          <c:xVal>
            <c:numRef>
              <c:f>'Chart Data'!$G$2:$G$361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Data'!$H$2:$H$361</c:f>
              <c:numCache>
                <c:formatCode>0.##</c:formatCode>
                <c:ptCount val="360"/>
                <c:pt idx="0">
                  <c:v>0.09873831395</c:v>
                </c:pt>
                <c:pt idx="1">
                  <c:v>-0.02599381161</c:v>
                </c:pt>
                <c:pt idx="2">
                  <c:v>0.01844633159</c:v>
                </c:pt>
                <c:pt idx="3">
                  <c:v>-0.08063983726</c:v>
                </c:pt>
                <c:pt idx="4">
                  <c:v>0.01289639031</c:v>
                </c:pt>
                <c:pt idx="5">
                  <c:v>0.04006153515</c:v>
                </c:pt>
                <c:pt idx="6">
                  <c:v>0.00743179155</c:v>
                </c:pt>
                <c:pt idx="7">
                  <c:v>0.1331471044</c:v>
                </c:pt>
                <c:pt idx="8">
                  <c:v>0.07966308733</c:v>
                </c:pt>
                <c:pt idx="9">
                  <c:v>0.008552838118</c:v>
                </c:pt>
                <c:pt idx="10">
                  <c:v>0.002659841302</c:v>
                </c:pt>
                <c:pt idx="11">
                  <c:v>0.02342335796</c:v>
                </c:pt>
                <c:pt idx="12">
                  <c:v>-0.08201439299</c:v>
                </c:pt>
                <c:pt idx="13">
                  <c:v>-0.03070904539</c:v>
                </c:pt>
                <c:pt idx="14">
                  <c:v>-0.03003715819</c:v>
                </c:pt>
                <c:pt idx="15">
                  <c:v>0.07182404866</c:v>
                </c:pt>
                <c:pt idx="16">
                  <c:v>0.05360795284</c:v>
                </c:pt>
                <c:pt idx="17">
                  <c:v>0.02245920406</c:v>
                </c:pt>
                <c:pt idx="18">
                  <c:v>0.1039480587</c:v>
                </c:pt>
                <c:pt idx="19">
                  <c:v>-0.002391158648</c:v>
                </c:pt>
                <c:pt idx="20">
                  <c:v>-0.01265842239</c:v>
                </c:pt>
                <c:pt idx="21">
                  <c:v>0.002782975472</c:v>
                </c:pt>
                <c:pt idx="22">
                  <c:v>0.1426559616</c:v>
                </c:pt>
                <c:pt idx="23">
                  <c:v>0.04140761623</c:v>
                </c:pt>
                <c:pt idx="24">
                  <c:v>0.06380637748</c:v>
                </c:pt>
                <c:pt idx="25">
                  <c:v>0.1212917387</c:v>
                </c:pt>
                <c:pt idx="26">
                  <c:v>0.06370884134</c:v>
                </c:pt>
                <c:pt idx="27">
                  <c:v>0.118931959</c:v>
                </c:pt>
                <c:pt idx="28">
                  <c:v>0.08075234466</c:v>
                </c:pt>
                <c:pt idx="29">
                  <c:v>0.1613600506</c:v>
                </c:pt>
                <c:pt idx="30">
                  <c:v>0.06571478135</c:v>
                </c:pt>
                <c:pt idx="31">
                  <c:v>0.02759027672</c:v>
                </c:pt>
                <c:pt idx="32">
                  <c:v>-0.004166263242</c:v>
                </c:pt>
                <c:pt idx="33">
                  <c:v>0.06025596548</c:v>
                </c:pt>
                <c:pt idx="34">
                  <c:v>0.1832702639</c:v>
                </c:pt>
                <c:pt idx="35">
                  <c:v>0.06585319656</c:v>
                </c:pt>
                <c:pt idx="36">
                  <c:v>0.1109479275</c:v>
                </c:pt>
                <c:pt idx="37">
                  <c:v>-0.0153494498</c:v>
                </c:pt>
                <c:pt idx="38">
                  <c:v>0.02703960448</c:v>
                </c:pt>
                <c:pt idx="39">
                  <c:v>0.01905340196</c:v>
                </c:pt>
                <c:pt idx="40">
                  <c:v>0.0302357396</c:v>
                </c:pt>
                <c:pt idx="41">
                  <c:v>-0.0130635431</c:v>
                </c:pt>
                <c:pt idx="42">
                  <c:v>0.06424170218</c:v>
                </c:pt>
                <c:pt idx="43">
                  <c:v>-0.0322799131</c:v>
                </c:pt>
                <c:pt idx="44">
                  <c:v>-0.03818063964</c:v>
                </c:pt>
                <c:pt idx="45">
                  <c:v>0.05198353655</c:v>
                </c:pt>
                <c:pt idx="46">
                  <c:v>0.0407164229</c:v>
                </c:pt>
                <c:pt idx="47">
                  <c:v>0.0543413057</c:v>
                </c:pt>
                <c:pt idx="48">
                  <c:v>0.05767508471</c:v>
                </c:pt>
                <c:pt idx="49">
                  <c:v>0.05931259198</c:v>
                </c:pt>
                <c:pt idx="50">
                  <c:v>0.02814317422</c:v>
                </c:pt>
                <c:pt idx="51">
                  <c:v>-0.0673623393</c:v>
                </c:pt>
                <c:pt idx="52">
                  <c:v>-0.06489749238</c:v>
                </c:pt>
                <c:pt idx="53">
                  <c:v>-0.1025246419</c:v>
                </c:pt>
                <c:pt idx="54">
                  <c:v>0.01703215273</c:v>
                </c:pt>
                <c:pt idx="55">
                  <c:v>0.07255618228</c:v>
                </c:pt>
                <c:pt idx="56">
                  <c:v>0.0100581213</c:v>
                </c:pt>
                <c:pt idx="57">
                  <c:v>-0.01327303026</c:v>
                </c:pt>
                <c:pt idx="58">
                  <c:v>-0.01305609223</c:v>
                </c:pt>
                <c:pt idx="59">
                  <c:v>-0.01050735089</c:v>
                </c:pt>
                <c:pt idx="60">
                  <c:v>-0.0105909665</c:v>
                </c:pt>
                <c:pt idx="61">
                  <c:v>0.01906397324</c:v>
                </c:pt>
                <c:pt idx="62">
                  <c:v>0.01837746275</c:v>
                </c:pt>
                <c:pt idx="63">
                  <c:v>-0.0138559814</c:v>
                </c:pt>
                <c:pt idx="64">
                  <c:v>0.004219300297</c:v>
                </c:pt>
                <c:pt idx="65">
                  <c:v>0.1006357138</c:v>
                </c:pt>
                <c:pt idx="66">
                  <c:v>-0.01475671726</c:v>
                </c:pt>
                <c:pt idx="67">
                  <c:v>0.02029279858</c:v>
                </c:pt>
                <c:pt idx="68">
                  <c:v>0.1316685576</c:v>
                </c:pt>
                <c:pt idx="69">
                  <c:v>-0.03289888405</c:v>
                </c:pt>
                <c:pt idx="70">
                  <c:v>0.002542873498</c:v>
                </c:pt>
                <c:pt idx="71">
                  <c:v>-0.01356402807</c:v>
                </c:pt>
                <c:pt idx="72">
                  <c:v>0.0538833294</c:v>
                </c:pt>
                <c:pt idx="73">
                  <c:v>0.0220050546</c:v>
                </c:pt>
                <c:pt idx="74">
                  <c:v>0.1053305019</c:v>
                </c:pt>
                <c:pt idx="75">
                  <c:v>0.05691287816</c:v>
                </c:pt>
                <c:pt idx="76">
                  <c:v>-0.008111135586</c:v>
                </c:pt>
                <c:pt idx="77">
                  <c:v>0.07512807344</c:v>
                </c:pt>
                <c:pt idx="78">
                  <c:v>0.01211659686</c:v>
                </c:pt>
                <c:pt idx="79">
                  <c:v>0.08389214413</c:v>
                </c:pt>
                <c:pt idx="80">
                  <c:v>-0.01474091882</c:v>
                </c:pt>
                <c:pt idx="81">
                  <c:v>0.03193689532</c:v>
                </c:pt>
                <c:pt idx="82">
                  <c:v>0.08375915768</c:v>
                </c:pt>
                <c:pt idx="83">
                  <c:v>0.01254611818</c:v>
                </c:pt>
                <c:pt idx="84">
                  <c:v>-0.01509886931</c:v>
                </c:pt>
                <c:pt idx="85">
                  <c:v>-0.07135522553</c:v>
                </c:pt>
                <c:pt idx="86">
                  <c:v>-0.03852680152</c:v>
                </c:pt>
                <c:pt idx="87">
                  <c:v>0.03846211909</c:v>
                </c:pt>
                <c:pt idx="88">
                  <c:v>0.04270702958</c:v>
                </c:pt>
                <c:pt idx="89">
                  <c:v>0.04865073458</c:v>
                </c:pt>
                <c:pt idx="90">
                  <c:v>-0.07470099862</c:v>
                </c:pt>
                <c:pt idx="91">
                  <c:v>-0.09205956871</c:v>
                </c:pt>
                <c:pt idx="92">
                  <c:v>-0.01771120208</c:v>
                </c:pt>
                <c:pt idx="93">
                  <c:v>0.0002406371001</c:v>
                </c:pt>
                <c:pt idx="94">
                  <c:v>0.06577788436</c:v>
                </c:pt>
                <c:pt idx="95">
                  <c:v>0.06351883662</c:v>
                </c:pt>
                <c:pt idx="96">
                  <c:v>0.04026030452</c:v>
                </c:pt>
                <c:pt idx="97">
                  <c:v>0.07412754271</c:v>
                </c:pt>
                <c:pt idx="98">
                  <c:v>0.02626797212</c:v>
                </c:pt>
                <c:pt idx="99">
                  <c:v>-0.03476469219</c:v>
                </c:pt>
                <c:pt idx="100">
                  <c:v>-0.001558585994</c:v>
                </c:pt>
                <c:pt idx="101">
                  <c:v>0.01037328183</c:v>
                </c:pt>
                <c:pt idx="102">
                  <c:v>0.01224586721</c:v>
                </c:pt>
                <c:pt idx="103">
                  <c:v>0.01819093994</c:v>
                </c:pt>
                <c:pt idx="104">
                  <c:v>0.01951554024</c:v>
                </c:pt>
                <c:pt idx="105">
                  <c:v>0.01796386928</c:v>
                </c:pt>
                <c:pt idx="106">
                  <c:v>0.004765369504</c:v>
                </c:pt>
                <c:pt idx="107">
                  <c:v>-0.0007336186149</c:v>
                </c:pt>
                <c:pt idx="108">
                  <c:v>0.04387657673</c:v>
                </c:pt>
                <c:pt idx="109">
                  <c:v>0.09667444318</c:v>
                </c:pt>
                <c:pt idx="110">
                  <c:v>0.01499552413</c:v>
                </c:pt>
                <c:pt idx="111">
                  <c:v>0.04095331739</c:v>
                </c:pt>
                <c:pt idx="112">
                  <c:v>0.05491539974</c:v>
                </c:pt>
                <c:pt idx="113">
                  <c:v>-0.01775427764</c:v>
                </c:pt>
                <c:pt idx="114">
                  <c:v>0.04593937094</c:v>
                </c:pt>
                <c:pt idx="115">
                  <c:v>0.01084762376</c:v>
                </c:pt>
                <c:pt idx="116">
                  <c:v>0.08728392981</c:v>
                </c:pt>
                <c:pt idx="117">
                  <c:v>0.03690771601</c:v>
                </c:pt>
                <c:pt idx="118">
                  <c:v>0.01152661487</c:v>
                </c:pt>
                <c:pt idx="119">
                  <c:v>0.1088669538</c:v>
                </c:pt>
                <c:pt idx="120">
                  <c:v>-0.04188572183</c:v>
                </c:pt>
                <c:pt idx="121">
                  <c:v>0.04030654824</c:v>
                </c:pt>
                <c:pt idx="122">
                  <c:v>-0.03193901678</c:v>
                </c:pt>
                <c:pt idx="123">
                  <c:v>-0.02851963001</c:v>
                </c:pt>
                <c:pt idx="124">
                  <c:v>-0.002260646792</c:v>
                </c:pt>
                <c:pt idx="125">
                  <c:v>0.06446207385</c:v>
                </c:pt>
                <c:pt idx="126">
                  <c:v>0.09555386145</c:v>
                </c:pt>
                <c:pt idx="127">
                  <c:v>0.1054801117</c:v>
                </c:pt>
                <c:pt idx="128">
                  <c:v>0.1325046314</c:v>
                </c:pt>
                <c:pt idx="129">
                  <c:v>0.0969684363</c:v>
                </c:pt>
                <c:pt idx="130">
                  <c:v>0.06919706952</c:v>
                </c:pt>
                <c:pt idx="131">
                  <c:v>0.05335929762</c:v>
                </c:pt>
                <c:pt idx="132">
                  <c:v>0.05499866223</c:v>
                </c:pt>
                <c:pt idx="133">
                  <c:v>0.04358959027</c:v>
                </c:pt>
                <c:pt idx="134">
                  <c:v>0.05505754177</c:v>
                </c:pt>
                <c:pt idx="135">
                  <c:v>0.1896792239</c:v>
                </c:pt>
                <c:pt idx="136">
                  <c:v>0.1489855841</c:v>
                </c:pt>
                <c:pt idx="137">
                  <c:v>0.07853353788</c:v>
                </c:pt>
                <c:pt idx="138">
                  <c:v>0.02405402492</c:v>
                </c:pt>
                <c:pt idx="139">
                  <c:v>0.1492384571</c:v>
                </c:pt>
                <c:pt idx="140">
                  <c:v>0.1825373918</c:v>
                </c:pt>
                <c:pt idx="141">
                  <c:v>0.05998413507</c:v>
                </c:pt>
                <c:pt idx="142">
                  <c:v>0.1192896937</c:v>
                </c:pt>
                <c:pt idx="143">
                  <c:v>0.1485473372</c:v>
                </c:pt>
                <c:pt idx="144">
                  <c:v>0.05275051979</c:v>
                </c:pt>
                <c:pt idx="145">
                  <c:v>0.1622866723</c:v>
                </c:pt>
                <c:pt idx="146">
                  <c:v>0.03834036518</c:v>
                </c:pt>
                <c:pt idx="147">
                  <c:v>0.09248199168</c:v>
                </c:pt>
                <c:pt idx="148">
                  <c:v>0.1639680277</c:v>
                </c:pt>
                <c:pt idx="149">
                  <c:v>0.2544671909</c:v>
                </c:pt>
                <c:pt idx="150">
                  <c:v>0.1715130005</c:v>
                </c:pt>
                <c:pt idx="151">
                  <c:v>0.2131938298</c:v>
                </c:pt>
                <c:pt idx="152">
                  <c:v>0.2953049566</c:v>
                </c:pt>
                <c:pt idx="153">
                  <c:v>0.193552007</c:v>
                </c:pt>
                <c:pt idx="154">
                  <c:v>0.1319459918</c:v>
                </c:pt>
                <c:pt idx="155">
                  <c:v>0.182005653</c:v>
                </c:pt>
                <c:pt idx="156">
                  <c:v>0.2458684171</c:v>
                </c:pt>
                <c:pt idx="157">
                  <c:v>0.243768077</c:v>
                </c:pt>
                <c:pt idx="158">
                  <c:v>0.2548247746</c:v>
                </c:pt>
                <c:pt idx="159">
                  <c:v>0.2127361298</c:v>
                </c:pt>
                <c:pt idx="160">
                  <c:v>0.2302684299</c:v>
                </c:pt>
                <c:pt idx="161">
                  <c:v>0.3321951781</c:v>
                </c:pt>
                <c:pt idx="162">
                  <c:v>0.2878792507</c:v>
                </c:pt>
                <c:pt idx="163">
                  <c:v>0.2652477395</c:v>
                </c:pt>
                <c:pt idx="164">
                  <c:v>0.2231896672</c:v>
                </c:pt>
                <c:pt idx="165">
                  <c:v>0.2688928912</c:v>
                </c:pt>
                <c:pt idx="166">
                  <c:v>0.2732793003</c:v>
                </c:pt>
                <c:pt idx="167">
                  <c:v>0.2441565664</c:v>
                </c:pt>
                <c:pt idx="168">
                  <c:v>0.2510987087</c:v>
                </c:pt>
                <c:pt idx="169">
                  <c:v>0.2556367307</c:v>
                </c:pt>
                <c:pt idx="170">
                  <c:v>0.4265722949</c:v>
                </c:pt>
                <c:pt idx="171">
                  <c:v>0.2157736174</c:v>
                </c:pt>
                <c:pt idx="172">
                  <c:v>0.2340239713</c:v>
                </c:pt>
                <c:pt idx="173">
                  <c:v>0.3104019118</c:v>
                </c:pt>
                <c:pt idx="174">
                  <c:v>0.317054451</c:v>
                </c:pt>
                <c:pt idx="175">
                  <c:v>0.3029118343</c:v>
                </c:pt>
                <c:pt idx="176">
                  <c:v>0.3344142215</c:v>
                </c:pt>
                <c:pt idx="177">
                  <c:v>0.2785321734</c:v>
                </c:pt>
                <c:pt idx="178">
                  <c:v>0.3678728435</c:v>
                </c:pt>
                <c:pt idx="179">
                  <c:v>0.2926202725</c:v>
                </c:pt>
                <c:pt idx="180">
                  <c:v>0.2796894063</c:v>
                </c:pt>
                <c:pt idx="181">
                  <c:v>0.2445628252</c:v>
                </c:pt>
                <c:pt idx="182">
                  <c:v>0.3495922036</c:v>
                </c:pt>
                <c:pt idx="183">
                  <c:v>0.359456773</c:v>
                </c:pt>
                <c:pt idx="184">
                  <c:v>0.3563884443</c:v>
                </c:pt>
                <c:pt idx="185">
                  <c:v>0.3208016565</c:v>
                </c:pt>
                <c:pt idx="186">
                  <c:v>0.217347342</c:v>
                </c:pt>
                <c:pt idx="187">
                  <c:v>0.3381427568</c:v>
                </c:pt>
                <c:pt idx="188">
                  <c:v>0.2786496667</c:v>
                </c:pt>
                <c:pt idx="189">
                  <c:v>0.4755274634</c:v>
                </c:pt>
                <c:pt idx="190">
                  <c:v>0.3691942313</c:v>
                </c:pt>
                <c:pt idx="191">
                  <c:v>0.4220006759</c:v>
                </c:pt>
                <c:pt idx="192">
                  <c:v>0.3286551062</c:v>
                </c:pt>
                <c:pt idx="193">
                  <c:v>0.2935193586</c:v>
                </c:pt>
                <c:pt idx="194">
                  <c:v>0.4078550826</c:v>
                </c:pt>
                <c:pt idx="195">
                  <c:v>0.2903816926</c:v>
                </c:pt>
                <c:pt idx="196">
                  <c:v>0.3647085151</c:v>
                </c:pt>
                <c:pt idx="197">
                  <c:v>0.3476903811</c:v>
                </c:pt>
                <c:pt idx="198">
                  <c:v>0.3638155721</c:v>
                </c:pt>
                <c:pt idx="199">
                  <c:v>0.4417176181</c:v>
                </c:pt>
                <c:pt idx="200">
                  <c:v>0.4110854089</c:v>
                </c:pt>
                <c:pt idx="201">
                  <c:v>0.5396489694</c:v>
                </c:pt>
                <c:pt idx="202">
                  <c:v>0.3592630435</c:v>
                </c:pt>
                <c:pt idx="203">
                  <c:v>0.3851234148</c:v>
                </c:pt>
                <c:pt idx="204">
                  <c:v>0.3379937454</c:v>
                </c:pt>
                <c:pt idx="205">
                  <c:v>0.3418234426</c:v>
                </c:pt>
                <c:pt idx="206">
                  <c:v>0.3433160964</c:v>
                </c:pt>
                <c:pt idx="207">
                  <c:v>0.4464864665</c:v>
                </c:pt>
                <c:pt idx="208">
                  <c:v>0.3246581807</c:v>
                </c:pt>
                <c:pt idx="209">
                  <c:v>0.4635666038</c:v>
                </c:pt>
                <c:pt idx="210">
                  <c:v>0.4490557534</c:v>
                </c:pt>
                <c:pt idx="211">
                  <c:v>0.2900683949</c:v>
                </c:pt>
                <c:pt idx="212">
                  <c:v>0.3826209174</c:v>
                </c:pt>
                <c:pt idx="213">
                  <c:v>0.3917217904</c:v>
                </c:pt>
                <c:pt idx="214">
                  <c:v>0.4925466073</c:v>
                </c:pt>
                <c:pt idx="215">
                  <c:v>0.4329481812</c:v>
                </c:pt>
                <c:pt idx="216">
                  <c:v>0.4083499814</c:v>
                </c:pt>
                <c:pt idx="217">
                  <c:v>0.4260748958</c:v>
                </c:pt>
                <c:pt idx="218">
                  <c:v>0.3609440432</c:v>
                </c:pt>
                <c:pt idx="219">
                  <c:v>0.4033490209</c:v>
                </c:pt>
                <c:pt idx="220">
                  <c:v>0.4143748924</c:v>
                </c:pt>
                <c:pt idx="221">
                  <c:v>0.3491230136</c:v>
                </c:pt>
                <c:pt idx="222">
                  <c:v>0.4179120676</c:v>
                </c:pt>
                <c:pt idx="223">
                  <c:v>0.3790530508</c:v>
                </c:pt>
                <c:pt idx="224">
                  <c:v>0.3827856541</c:v>
                </c:pt>
                <c:pt idx="225">
                  <c:v>0.4215524946</c:v>
                </c:pt>
                <c:pt idx="226">
                  <c:v>0.3793709114</c:v>
                </c:pt>
                <c:pt idx="227">
                  <c:v>0.3643234562</c:v>
                </c:pt>
                <c:pt idx="228">
                  <c:v>0.3559231503</c:v>
                </c:pt>
                <c:pt idx="229">
                  <c:v>0.3750690618</c:v>
                </c:pt>
                <c:pt idx="230">
                  <c:v>0.3854993364</c:v>
                </c:pt>
                <c:pt idx="231">
                  <c:v>0.3387644121</c:v>
                </c:pt>
                <c:pt idx="232">
                  <c:v>0.4070640164</c:v>
                </c:pt>
                <c:pt idx="233">
                  <c:v>0.4198912319</c:v>
                </c:pt>
                <c:pt idx="234">
                  <c:v>0.4001698985</c:v>
                </c:pt>
                <c:pt idx="235">
                  <c:v>0.4271480471</c:v>
                </c:pt>
                <c:pt idx="236">
                  <c:v>0.4208591975</c:v>
                </c:pt>
                <c:pt idx="237">
                  <c:v>0.4699939367</c:v>
                </c:pt>
                <c:pt idx="238">
                  <c:v>0.4009223478</c:v>
                </c:pt>
                <c:pt idx="239">
                  <c:v>0.5084981661</c:v>
                </c:pt>
                <c:pt idx="240">
                  <c:v>0.2914297584</c:v>
                </c:pt>
                <c:pt idx="241">
                  <c:v>0.4507498373</c:v>
                </c:pt>
                <c:pt idx="242">
                  <c:v>0.4334594003</c:v>
                </c:pt>
                <c:pt idx="243">
                  <c:v>0.4214293796</c:v>
                </c:pt>
                <c:pt idx="244">
                  <c:v>0.4130806965</c:v>
                </c:pt>
                <c:pt idx="245">
                  <c:v>0.3586185616</c:v>
                </c:pt>
                <c:pt idx="246">
                  <c:v>0.3401766964</c:v>
                </c:pt>
                <c:pt idx="247">
                  <c:v>0.4322725536</c:v>
                </c:pt>
                <c:pt idx="248">
                  <c:v>0.4983005318</c:v>
                </c:pt>
                <c:pt idx="249">
                  <c:v>0.4695039982</c:v>
                </c:pt>
                <c:pt idx="250">
                  <c:v>0.420010924</c:v>
                </c:pt>
                <c:pt idx="251">
                  <c:v>0.3802513131</c:v>
                </c:pt>
                <c:pt idx="252">
                  <c:v>0.4761039233</c:v>
                </c:pt>
                <c:pt idx="253">
                  <c:v>0.4747926962</c:v>
                </c:pt>
                <c:pt idx="254">
                  <c:v>0.4897989506</c:v>
                </c:pt>
                <c:pt idx="255">
                  <c:v>0.3827052986</c:v>
                </c:pt>
                <c:pt idx="256">
                  <c:v>0.3799135664</c:v>
                </c:pt>
                <c:pt idx="257">
                  <c:v>0.4654939608</c:v>
                </c:pt>
                <c:pt idx="258">
                  <c:v>0.3911099568</c:v>
                </c:pt>
                <c:pt idx="259">
                  <c:v>0.4093826688</c:v>
                </c:pt>
                <c:pt idx="260">
                  <c:v>0.4193178908</c:v>
                </c:pt>
                <c:pt idx="261">
                  <c:v>0.3041266208</c:v>
                </c:pt>
                <c:pt idx="262">
                  <c:v>0.4454702613</c:v>
                </c:pt>
                <c:pt idx="263">
                  <c:v>0.3742791417</c:v>
                </c:pt>
                <c:pt idx="264">
                  <c:v>0.3722089797</c:v>
                </c:pt>
                <c:pt idx="265">
                  <c:v>0.4576025434</c:v>
                </c:pt>
                <c:pt idx="266">
                  <c:v>0.3916995241</c:v>
                </c:pt>
                <c:pt idx="267">
                  <c:v>0.3538534082</c:v>
                </c:pt>
                <c:pt idx="268">
                  <c:v>0.3912788138</c:v>
                </c:pt>
                <c:pt idx="269">
                  <c:v>0.3920553004</c:v>
                </c:pt>
                <c:pt idx="270">
                  <c:v>0.4028226717</c:v>
                </c:pt>
                <c:pt idx="271">
                  <c:v>0.5613862041</c:v>
                </c:pt>
                <c:pt idx="272">
                  <c:v>0.4406480893</c:v>
                </c:pt>
                <c:pt idx="273">
                  <c:v>0.4020376473</c:v>
                </c:pt>
                <c:pt idx="274">
                  <c:v>0.4347760168</c:v>
                </c:pt>
                <c:pt idx="275">
                  <c:v>0.4476715011</c:v>
                </c:pt>
                <c:pt idx="276">
                  <c:v>0.4854140877</c:v>
                </c:pt>
                <c:pt idx="277">
                  <c:v>0.3843540195</c:v>
                </c:pt>
                <c:pt idx="278">
                  <c:v>0.4166202087</c:v>
                </c:pt>
                <c:pt idx="279">
                  <c:v>0.4186889397</c:v>
                </c:pt>
                <c:pt idx="280">
                  <c:v>0.3522087916</c:v>
                </c:pt>
                <c:pt idx="281">
                  <c:v>0.4122337692</c:v>
                </c:pt>
                <c:pt idx="282">
                  <c:v>0.3980402512</c:v>
                </c:pt>
                <c:pt idx="283">
                  <c:v>0.4268984636</c:v>
                </c:pt>
                <c:pt idx="284">
                  <c:v>0.4257066083</c:v>
                </c:pt>
                <c:pt idx="285">
                  <c:v>0.3636290285</c:v>
                </c:pt>
                <c:pt idx="286">
                  <c:v>0.4556756232</c:v>
                </c:pt>
                <c:pt idx="287">
                  <c:v>0.3741398955</c:v>
                </c:pt>
                <c:pt idx="288">
                  <c:v>0.2996658963</c:v>
                </c:pt>
                <c:pt idx="289">
                  <c:v>0.3141487772</c:v>
                </c:pt>
                <c:pt idx="290">
                  <c:v>0.4347305405</c:v>
                </c:pt>
                <c:pt idx="291">
                  <c:v>0.4666807203</c:v>
                </c:pt>
                <c:pt idx="292">
                  <c:v>0.3743180806</c:v>
                </c:pt>
                <c:pt idx="293">
                  <c:v>0.4393264922</c:v>
                </c:pt>
                <c:pt idx="294">
                  <c:v>0.3156302189</c:v>
                </c:pt>
                <c:pt idx="295">
                  <c:v>0.4323331918</c:v>
                </c:pt>
                <c:pt idx="296">
                  <c:v>0.3385854056</c:v>
                </c:pt>
                <c:pt idx="297">
                  <c:v>0.4257809643</c:v>
                </c:pt>
                <c:pt idx="298">
                  <c:v>0.3216587353</c:v>
                </c:pt>
                <c:pt idx="299">
                  <c:v>0.358072211</c:v>
                </c:pt>
                <c:pt idx="300">
                  <c:v>0.3729416801</c:v>
                </c:pt>
                <c:pt idx="301">
                  <c:v>0.4232154129</c:v>
                </c:pt>
                <c:pt idx="302">
                  <c:v>0.3934858678</c:v>
                </c:pt>
                <c:pt idx="303">
                  <c:v>0.4116781856</c:v>
                </c:pt>
                <c:pt idx="304">
                  <c:v>0.4418223046</c:v>
                </c:pt>
                <c:pt idx="305">
                  <c:v>0.3847474334</c:v>
                </c:pt>
                <c:pt idx="306">
                  <c:v>0.3180649285</c:v>
                </c:pt>
                <c:pt idx="307">
                  <c:v>0.3587908095</c:v>
                </c:pt>
                <c:pt idx="308">
                  <c:v>0.4216630493</c:v>
                </c:pt>
                <c:pt idx="309">
                  <c:v>0.2883325439</c:v>
                </c:pt>
                <c:pt idx="310">
                  <c:v>0.393147379</c:v>
                </c:pt>
                <c:pt idx="311">
                  <c:v>0.4535421315</c:v>
                </c:pt>
                <c:pt idx="312">
                  <c:v>0.4022283013</c:v>
                </c:pt>
                <c:pt idx="313">
                  <c:v>0.4042391287</c:v>
                </c:pt>
                <c:pt idx="314">
                  <c:v>0.4689357927</c:v>
                </c:pt>
                <c:pt idx="315">
                  <c:v>0.4891234235</c:v>
                </c:pt>
                <c:pt idx="316">
                  <c:v>0.4216617888</c:v>
                </c:pt>
                <c:pt idx="317">
                  <c:v>0.3579096596</c:v>
                </c:pt>
                <c:pt idx="318">
                  <c:v>0.4332767541</c:v>
                </c:pt>
                <c:pt idx="319">
                  <c:v>0.4645956058</c:v>
                </c:pt>
                <c:pt idx="320">
                  <c:v>0.4873724748</c:v>
                </c:pt>
                <c:pt idx="321">
                  <c:v>0.4324981244</c:v>
                </c:pt>
                <c:pt idx="322">
                  <c:v>0.4349451823</c:v>
                </c:pt>
                <c:pt idx="323">
                  <c:v>0.4086999121</c:v>
                </c:pt>
                <c:pt idx="324">
                  <c:v>0.4905942624</c:v>
                </c:pt>
                <c:pt idx="325">
                  <c:v>0.4716832293</c:v>
                </c:pt>
                <c:pt idx="326">
                  <c:v>0.5340677865</c:v>
                </c:pt>
                <c:pt idx="327">
                  <c:v>0.4767189562</c:v>
                </c:pt>
                <c:pt idx="328">
                  <c:v>0.4366463823</c:v>
                </c:pt>
                <c:pt idx="329">
                  <c:v>0.4613547277</c:v>
                </c:pt>
                <c:pt idx="330">
                  <c:v>0.4561362012</c:v>
                </c:pt>
                <c:pt idx="331">
                  <c:v>0.4263540811</c:v>
                </c:pt>
                <c:pt idx="332">
                  <c:v>0.3977289091</c:v>
                </c:pt>
                <c:pt idx="333">
                  <c:v>0.3715711058</c:v>
                </c:pt>
                <c:pt idx="334">
                  <c:v>0.4479961857</c:v>
                </c:pt>
                <c:pt idx="335">
                  <c:v>0.4390370976</c:v>
                </c:pt>
                <c:pt idx="336">
                  <c:v>0.3956199084</c:v>
                </c:pt>
                <c:pt idx="337">
                  <c:v>0.4106775609</c:v>
                </c:pt>
                <c:pt idx="338">
                  <c:v>0.4524193497</c:v>
                </c:pt>
                <c:pt idx="339">
                  <c:v>0.4821947807</c:v>
                </c:pt>
                <c:pt idx="340">
                  <c:v>0.4404179214</c:v>
                </c:pt>
                <c:pt idx="341">
                  <c:v>0.4248466477</c:v>
                </c:pt>
                <c:pt idx="342">
                  <c:v>0.3344586023</c:v>
                </c:pt>
                <c:pt idx="343">
                  <c:v>0.4515749924</c:v>
                </c:pt>
                <c:pt idx="344">
                  <c:v>0.4522885582</c:v>
                </c:pt>
                <c:pt idx="345">
                  <c:v>0.4044944139</c:v>
                </c:pt>
                <c:pt idx="346">
                  <c:v>0.3577430239</c:v>
                </c:pt>
                <c:pt idx="347">
                  <c:v>0.3433886395</c:v>
                </c:pt>
                <c:pt idx="348">
                  <c:v>0.332795535</c:v>
                </c:pt>
                <c:pt idx="349">
                  <c:v>0.4519329156</c:v>
                </c:pt>
                <c:pt idx="350">
                  <c:v>0.4408431567</c:v>
                </c:pt>
                <c:pt idx="351">
                  <c:v>0.330832928</c:v>
                </c:pt>
                <c:pt idx="352">
                  <c:v>0.3988447523</c:v>
                </c:pt>
                <c:pt idx="353">
                  <c:v>0.4257338762</c:v>
                </c:pt>
                <c:pt idx="354">
                  <c:v>0.4652442176</c:v>
                </c:pt>
                <c:pt idx="355">
                  <c:v>0.4044998712</c:v>
                </c:pt>
                <c:pt idx="356">
                  <c:v>0.3110710663</c:v>
                </c:pt>
                <c:pt idx="357">
                  <c:v>0.4387762026</c:v>
                </c:pt>
                <c:pt idx="358">
                  <c:v>0.4098835722</c:v>
                </c:pt>
                <c:pt idx="359">
                  <c:v>0.4641363286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NaCl change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13">
            <a:extLst xmlns:a="http://schemas.openxmlformats.org/drawingml/2006/main">
              <a:ext uri="{FF2B5EF4-FFF2-40B4-BE49-F238E27FC236}">
                <a16:creationId xmlns:a16="http://schemas.microsoft.com/office/drawing/2014/main" id="{20E96F62-CA83-49E1-AC90-F9840F65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chemeClr val="dk1"/>
                </a:solidFill>
              </a:rPr>
              <a:t/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87" name="Google Shape;87;p13">
            <a:extLst xmlns:a="http://schemas.openxmlformats.org/drawingml/2006/main">
              <a:ext uri="{FF2B5EF4-FFF2-40B4-BE49-F238E27FC236}">
                <a16:creationId xmlns:a16="http://schemas.microsoft.com/office/drawing/2014/main" id="{56AF455D-6AD6-486C-9F50-888CC59C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4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B7B7B7"/>
                </a:solidFill>
              </a:rPr>
              <a:t/>
            </a:r>
            <a:endParaRPr sz="2000">
              <a:solidFill>
                <a:srgbClr val="B7B7B7"/>
              </a:solidFill>
            </a:endParaRPr>
          </a:p>
        </p:txBody>
      </p:sp>
      <p:sp>
        <p:nvSpPr>
          <p:cNvPr id="88" name="Google Shape;88;p13">
            <a:extLst xmlns:a="http://schemas.openxmlformats.org/drawingml/2006/main">
              <a:ext uri="{FF2B5EF4-FFF2-40B4-BE49-F238E27FC236}">
                <a16:creationId xmlns:a16="http://schemas.microsoft.com/office/drawing/2014/main" id="{6AAE4D99-FF21-4022-96CB-C850C80F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4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B7B7B7"/>
                </a:solidFill>
              </a:rPr>
              <a:t/>
            </a:r>
            <a:endParaRPr sz="2000">
              <a:solidFill>
                <a:srgbClr val="B7B7B7"/>
              </a:solidFill>
            </a:endParaRPr>
          </a:p>
        </p:txBody>
      </p:sp>
      <p:sp>
        <p:nvSpPr>
          <p:cNvPr id="89" name="Google Shape;89;p13">
            <a:extLst xmlns:a="http://schemas.openxmlformats.org/drawingml/2006/main">
              <a:ext uri="{FF2B5EF4-FFF2-40B4-BE49-F238E27FC236}">
                <a16:creationId xmlns:a16="http://schemas.microsoft.com/office/drawing/2014/main" id="{5A2D2C19-9382-464D-92F2-ABC185CF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B7B7B7"/>
                </a:solidFill>
              </a:rPr>
              <a:t/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0" name="Google Shape;90;p13">
            <a:extLst xmlns:a="http://schemas.openxmlformats.org/drawingml/2006/main">
              <a:ext uri="{FF2B5EF4-FFF2-40B4-BE49-F238E27FC236}">
                <a16:creationId xmlns:a16="http://schemas.microsoft.com/office/drawing/2014/main" id="{9B065FA9-940A-440F-B439-3192675D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chemeClr val="dk1"/>
                </a:solidFill>
              </a:rPr>
              <a:t/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91" name="Team 7">
            <a:extLst xmlns:a="http://schemas.openxmlformats.org/drawingml/2006/main">
              <a:ext uri="{FF2B5EF4-FFF2-40B4-BE49-F238E27FC236}">
                <a16:creationId xmlns:a16="http://schemas.microsoft.com/office/drawing/2014/main" id="{F2622E9A-65C1-4EB9-83B5-090B5E4A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867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7</a:t>
            </a:r>
          </a:p>
        </p:txBody>
      </p:sp>
      <p:sp>
        <p:nvSpPr>
          <p:cNvPr id="92" name="Quantum sensing for water-quality changes">
            <a:extLst xmlns:a="http://schemas.openxmlformats.org/drawingml/2006/main">
              <a:ext uri="{FF2B5EF4-FFF2-40B4-BE49-F238E27FC236}">
                <a16:creationId xmlns:a16="http://schemas.microsoft.com/office/drawing/2014/main" id="{A20BAE27-9CB4-40DD-9565-AF61D695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65656"/>
                </a:solidFill>
                <a:latin typeface="Arial"/>
                <a:ea typeface="Arial"/>
                <a:cs typeface="Arial"/>
              </a:rPr>
              <a:t>Quantum sensing for water-quality changes</a:t>
            </a:r>
          </a:p>
        </p:txBody>
      </p:sp>
      <p:sp>
        <p:nvSpPr>
          <p:cNvPr id="93" name="A continuous-variable simulation of a dissolv">
            <a:extLst xmlns:a="http://schemas.openxmlformats.org/drawingml/2006/main">
              <a:ext uri="{FF2B5EF4-FFF2-40B4-BE49-F238E27FC236}">
                <a16:creationId xmlns:a16="http://schemas.microsoft.com/office/drawing/2014/main" id="{EFB3D71E-2D51-4E3F-BA6A-A65A0DD5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95575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continuous-variable simulation of a dissolved-salt proxy</a:t>
            </a:r>
          </a:p>
        </p:txBody>
      </p:sp>
      <p:sp>
        <p:nvSpPr>
          <p:cNvPr id="94" name="28% lower modeled total error in a controlled">
            <a:extLst xmlns:a="http://schemas.openxmlformats.org/drawingml/2006/main">
              <a:ext uri="{FF2B5EF4-FFF2-40B4-BE49-F238E27FC236}">
                <a16:creationId xmlns:a16="http://schemas.microsoft.com/office/drawing/2014/main" id="{8D9C1C98-302F-467A-B2D3-453B99D4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28% lower modeled total error in a controlled 16-tap pilot</a:t>
            </a:r>
          </a:p>
        </p:txBody>
      </p:sp>
      <p:sp>
        <p:nvSpPr>
          <p:cNvPr id="95" name="NYUAD Hackathon • Research prototype • Octobe">
            <a:extLst xmlns:a="http://schemas.openxmlformats.org/drawingml/2006/main">
              <a:ext uri="{FF2B5EF4-FFF2-40B4-BE49-F238E27FC236}">
                <a16:creationId xmlns:a16="http://schemas.microsoft.com/office/drawing/2014/main" id="{14046FFB-0DB5-45FE-9FB4-230AA353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NYUAD Hackathon • Research prototype • October 2026</a:t>
            </a:r>
          </a:p>
        </p:txBody>
      </p:sp>
      <p:sp>
        <p:nvSpPr>
          <p:cNvPr id="96" name="Roster, affiliations, team photo and team log">
            <a:extLst xmlns:a="http://schemas.openxmlformats.org/drawingml/2006/main">
              <a:ext uri="{FF2B5EF4-FFF2-40B4-BE49-F238E27FC236}">
                <a16:creationId xmlns:a16="http://schemas.microsoft.com/office/drawing/2014/main" id="{38059992-B674-45C5-87B6-E3867FE8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785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Roster, affiliations, team photo and team logo to be added</a:t>
            </a:r>
          </a:p>
        </p:txBody>
      </p:sp>
      <p:sp>
        <p:nvSpPr>
          <p:cNvPr id="97" name="1 / 14">
            <a:extLst xmlns:a="http://schemas.openxmlformats.org/drawingml/2006/main">
              <a:ext uri="{FF2B5EF4-FFF2-40B4-BE49-F238E27FC236}">
                <a16:creationId xmlns:a16="http://schemas.microsoft.com/office/drawing/2014/main" id="{971C8989-6AF5-4198-BA90-6D0132AD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 / 14</a:t>
            </a:r>
          </a:p>
        </p:txBody>
      </p:sp>
    </p:spTree>
    <p:extLst>
      <p:ext uri="{BB962C8B-B14F-4D97-AF65-F5344CB8AC3E}">
        <p14:creationId xmlns:p14="http://schemas.microsoft.com/office/powerpoint/2010/main" val="1980912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14">
            <a:extLst xmlns:a="http://schemas.openxmlformats.org/drawingml/2006/main">
              <a:ext uri="{FF2B5EF4-FFF2-40B4-BE49-F238E27FC236}">
                <a16:creationId xmlns:a16="http://schemas.microsoft.com/office/drawing/2014/main" id="{EDCDE263-E095-4DBB-8ACE-3D7B9460863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3600" b="1">
                <a:solidFill>
                  <a:schemeClr val="dk1"/>
                </a:solidFill>
              </a:rPr>
              <a:t/>
            </a:r>
            <a:endParaRPr sz="3600" b="1"/>
          </a:p>
        </p:txBody>
      </p:sp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78BC09D8-294E-4B10-B307-2DE11E6160D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3600" b="1">
                <a:solidFill>
                  <a:schemeClr val="dk1"/>
                </a:solidFill>
              </a:rPr>
              <a:t/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97" name="Google Shape;97;p14">
            <a:extLst xmlns:a="http://schemas.openxmlformats.org/drawingml/2006/main">
              <a:ext uri="{FF2B5EF4-FFF2-40B4-BE49-F238E27FC236}">
                <a16:creationId xmlns:a16="http://schemas.microsoft.com/office/drawing/2014/main" id="{81626A84-3F1C-430E-9918-75C23EF89BD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600" b="1"/>
              <a:t/>
            </a:r>
            <a:endParaRPr sz="1600" b="1"/>
          </a:p>
        </p:txBody>
      </p:sp>
      <p:sp>
        <p:nvSpPr>
          <p:cNvPr id="98" name="Google Shape;98;p14">
            <a:extLst xmlns:a="http://schemas.openxmlformats.org/drawingml/2006/main">
              <a:ext uri="{FF2B5EF4-FFF2-40B4-BE49-F238E27FC236}">
                <a16:creationId xmlns:a16="http://schemas.microsoft.com/office/drawing/2014/main" id="{5E7B0E86-8D68-4A0E-A2C0-882411138DA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3600" b="1"/>
          </a:p>
        </p:txBody>
      </p:sp>
      <p:sp>
        <p:nvSpPr>
          <p:cNvPr id="99" name="The problem / the solution">
            <a:extLst xmlns:a="http://schemas.openxmlformats.org/drawingml/2006/main">
              <a:ext uri="{FF2B5EF4-FFF2-40B4-BE49-F238E27FC236}">
                <a16:creationId xmlns:a16="http://schemas.microsoft.com/office/drawing/2014/main" id="{71AAACF3-363E-473F-83BA-D8829265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problem / the solution</a:t>
            </a:r>
          </a:p>
        </p:txBody>
      </p:sp>
      <p:sp>
        <p:nvSpPr>
          <p:cNvPr id="100" name="SDG 6 relevance • Market / audience">
            <a:extLst xmlns:a="http://schemas.openxmlformats.org/drawingml/2006/main">
              <a:ext uri="{FF2B5EF4-FFF2-40B4-BE49-F238E27FC236}">
                <a16:creationId xmlns:a16="http://schemas.microsoft.com/office/drawing/2014/main" id="{CAE5802F-5DC2-4BFD-9390-4A891CF0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SDG 6 relevance • Market / audience</a:t>
            </a:r>
          </a:p>
        </p:txBody>
      </p:sp>
      <p:sp>
        <p:nvSpPr>
          <p:cNvPr id="101" name="User: a treatment or reuse operator investiga">
            <a:extLst xmlns:a="http://schemas.openxmlformats.org/drawingml/2006/main">
              <a:ext uri="{FF2B5EF4-FFF2-40B4-BE49-F238E27FC236}">
                <a16:creationId xmlns:a16="http://schemas.microsoft.com/office/drawing/2014/main" id="{FD9AF1D2-3C12-4BA1-A5FA-B852AA91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User: a treatment or reuse operator investigating small changes across sampling taps.</a:t>
            </a:r>
          </a:p>
        </p:txBody>
      </p:sp>
      <p:sp>
        <p:nvSpPr>
          <p:cNvPr id="102" name="Solution: estimate the mean dissolved-salt ch">
            <a:extLst xmlns:a="http://schemas.openxmlformats.org/drawingml/2006/main">
              <a:ext uri="{FF2B5EF4-FFF2-40B4-BE49-F238E27FC236}">
                <a16:creationId xmlns:a16="http://schemas.microsoft.com/office/drawing/2014/main" id="{6C39FB57-31D0-40E4-A820-914EF0BF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Solution: estimate the mean dissolved-salt change with correlated optical readouts.</a:t>
            </a:r>
          </a:p>
        </p:txBody>
      </p:sp>
      <p:sp>
        <p:nvSpPr>
          <p:cNvPr id="103" name="Value hypothesis: detect a validated change s">
            <a:extLst xmlns:a="http://schemas.openxmlformats.org/drawingml/2006/main">
              <a:ext uri="{FF2B5EF4-FFF2-40B4-BE49-F238E27FC236}">
                <a16:creationId xmlns:a16="http://schemas.microsoft.com/office/drawing/2014/main" id="{09548993-6DC5-450B-B083-C797AF2C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Value hypothesis: detect a validated change sooner and trigger confirmatory testing.</a:t>
            </a:r>
          </a:p>
        </p:txBody>
      </p:sp>
      <p:sp>
        <p:nvSpPr>
          <p:cNvPr id="104" name="Scope: NaCl-equivalent change screening; poll">
            <a:extLst xmlns:a="http://schemas.openxmlformats.org/drawingml/2006/main">
              <a:ext uri="{FF2B5EF4-FFF2-40B4-BE49-F238E27FC236}">
                <a16:creationId xmlns:a16="http://schemas.microsoft.com/office/drawing/2014/main" id="{C5A0BFD4-A24F-4AF2-8807-57F2E970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Scope: NaCl-equivalent change screening; pollutant identity remains unresolved.</a:t>
            </a:r>
          </a:p>
        </p:txBody>
      </p:sp>
      <p:sp>
        <p:nvSpPr>
          <p:cNvPr id="105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6E9BCDC8-5B48-4A4B-B9C3-D25FA316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06" name="2 / 14">
            <a:extLst xmlns:a="http://schemas.openxmlformats.org/drawingml/2006/main">
              <a:ext uri="{FF2B5EF4-FFF2-40B4-BE49-F238E27FC236}">
                <a16:creationId xmlns:a16="http://schemas.microsoft.com/office/drawing/2014/main" id="{E5A84A32-AFB0-43AE-8A28-5E2FBF36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 / 14</a:t>
            </a:r>
          </a:p>
        </p:txBody>
      </p:sp>
    </p:spTree>
    <p:extLst>
      <p:ext uri="{BB962C8B-B14F-4D97-AF65-F5344CB8AC3E}">
        <p14:creationId xmlns:p14="http://schemas.microsoft.com/office/powerpoint/2010/main" val="690407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15">
            <a:extLst xmlns:a="http://schemas.openxmlformats.org/drawingml/2006/main">
              <a:ext uri="{FF2B5EF4-FFF2-40B4-BE49-F238E27FC236}">
                <a16:creationId xmlns:a16="http://schemas.microsoft.com/office/drawing/2014/main" id="{31BF6B5A-EFA2-4230-A602-99B2E6C202E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/>
              <a:t/>
            </a:r>
            <a:endParaRPr sz="1200" b="1"/>
          </a:p>
        </p:txBody>
      </p:sp>
      <p:sp>
        <p:nvSpPr>
          <p:cNvPr id="104" name="Google Shape;104;p15">
            <a:extLst xmlns:a="http://schemas.openxmlformats.org/drawingml/2006/main">
              <a:ext uri="{FF2B5EF4-FFF2-40B4-BE49-F238E27FC236}">
                <a16:creationId xmlns:a16="http://schemas.microsoft.com/office/drawing/2014/main" id="{BEA78FAD-6D45-4B4E-AF17-17758D892A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/>
              <a:t/>
            </a:r>
            <a:endParaRPr sz="1800">
              <a:solidFill>
                <a:srgbClr val="B7B7B7"/>
              </a:solidFill>
            </a:endParaRPr>
          </a:p>
        </p:txBody>
      </p:sp>
      <p:sp>
        <p:nvSpPr>
          <p:cNvPr id="105" name="Google Shape;105;p15">
            <a:extLst xmlns:a="http://schemas.openxmlformats.org/drawingml/2006/main">
              <a:ext uri="{FF2B5EF4-FFF2-40B4-BE49-F238E27FC236}">
                <a16:creationId xmlns:a16="http://schemas.microsoft.com/office/drawing/2014/main" id="{FB7E61C9-6234-4F8E-BE04-D3FF8ABC393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/>
              <a:t/>
            </a:r>
            <a:endParaRPr sz="1800" i="0" u="none" cap="none">
              <a:solidFill>
                <a:srgbClr val="B7B7B7"/>
              </a:solidFill>
            </a:endParaRPr>
          </a:p>
        </p:txBody>
      </p:sp>
      <p:sp>
        <p:nvSpPr>
          <p:cNvPr id="106" name="Hack stack and measurement model">
            <a:extLst xmlns:a="http://schemas.openxmlformats.org/drawingml/2006/main">
              <a:ext uri="{FF2B5EF4-FFF2-40B4-BE49-F238E27FC236}">
                <a16:creationId xmlns:a16="http://schemas.microsoft.com/office/drawing/2014/main" id="{42DD5712-DDDB-486F-99AA-8AD8C095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Hack stack and measurement model</a:t>
            </a:r>
          </a:p>
        </p:txBody>
      </p:sp>
      <p:sp>
        <p:nvSpPr>
          <p:cNvPr id="107" name="Squeezed source → sample taps → homodyne → cl">
            <a:extLst xmlns:a="http://schemas.openxmlformats.org/drawingml/2006/main">
              <a:ext uri="{FF2B5EF4-FFF2-40B4-BE49-F238E27FC236}">
                <a16:creationId xmlns:a16="http://schemas.microsoft.com/office/drawing/2014/main" id="{1AB9E1DF-A2EF-4B84-88C2-5313673E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Squeezed source → sample taps → homodyne → classical estimator</a:t>
            </a:r>
          </a:p>
        </p:txBody>
      </p:sp>
      <p:sp>
        <p:nvSpPr>
          <p:cNvPr id="108" name="Input: arbitrary local concentration changes,">
            <a:extLst xmlns:a="http://schemas.openxmlformats.org/drawingml/2006/main">
              <a:ext uri="{FF2B5EF4-FFF2-40B4-BE49-F238E27FC236}">
                <a16:creationId xmlns:a16="http://schemas.microsoft.com/office/drawing/2014/main" id="{1B41DB26-4974-40EB-8E8A-5648EBA7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Input: arbitrary local concentration changes, link losses and a fixed probe budget.</a:t>
            </a:r>
          </a:p>
        </p:txBody>
      </p:sp>
      <p:sp>
        <p:nvSpPr>
          <p:cNvPr id="109" name="Algorithm: Gaussian covariance propagation; m">
            <a:extLst xmlns:a="http://schemas.openxmlformats.org/drawingml/2006/main">
              <a:ext uri="{FF2B5EF4-FFF2-40B4-BE49-F238E27FC236}">
                <a16:creationId xmlns:a16="http://schemas.microsoft.com/office/drawing/2014/main" id="{9E7443B2-DF8A-449F-A259-2DE52CA9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Algorithm: Gaussian covariance propagation; mean estimate q̂ = Σ yᵢ / M.</a:t>
            </a:r>
          </a:p>
        </p:txBody>
      </p:sp>
      <p:sp>
        <p:nvSpPr>
          <p:cNvPr id="110" name="Compare coherent probes, independent squeezer">
            <a:extLst xmlns:a="http://schemas.openxmlformats.org/drawingml/2006/main">
              <a:ext uri="{FF2B5EF4-FFF2-40B4-BE49-F238E27FC236}">
                <a16:creationId xmlns:a16="http://schemas.microsoft.com/office/drawing/2014/main" id="{452E1F4F-A6EE-40AA-AC5F-66D93B16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Compare coherent probes, independent squeezers and one distributed squeezed state.</a:t>
            </a:r>
          </a:p>
        </p:txBody>
      </p:sp>
      <p:sp>
        <p:nvSpPr>
          <p:cNvPr id="111" name="Classical simulator; the proposed advantage i">
            <a:extLst xmlns:a="http://schemas.openxmlformats.org/drawingml/2006/main">
              <a:ext uri="{FF2B5EF4-FFF2-40B4-BE49-F238E27FC236}">
                <a16:creationId xmlns:a16="http://schemas.microsoft.com/office/drawing/2014/main" id="{64F42719-CF6F-4B8F-A3D3-E02D379E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Classical simulator; the proposed advantage is quantum sensing, not a computing speedup.</a:t>
            </a:r>
          </a:p>
        </p:txBody>
      </p:sp>
      <p:sp>
        <p:nvSpPr>
          <p:cNvPr id="112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A7B85DEE-CF68-4E43-BD59-C7920C36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13" name="3 / 14">
            <a:extLst xmlns:a="http://schemas.openxmlformats.org/drawingml/2006/main">
              <a:ext uri="{FF2B5EF4-FFF2-40B4-BE49-F238E27FC236}">
                <a16:creationId xmlns:a16="http://schemas.microsoft.com/office/drawing/2014/main" id="{B3028589-755B-4DC3-8A9B-C275A56C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 / 14</a:t>
            </a:r>
          </a:p>
        </p:txBody>
      </p:sp>
    </p:spTree>
    <p:extLst>
      <p:ext uri="{BB962C8B-B14F-4D97-AF65-F5344CB8AC3E}">
        <p14:creationId xmlns:p14="http://schemas.microsoft.com/office/powerpoint/2010/main" val="1947227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B15DDAAD-C186-4A63-92A7-15DA9624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DC069CC0-180C-4F6E-89B7-BCD3F54CC3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/>
              <a:t/>
            </a:r>
            <a:endParaRPr sz="3600" b="1"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94B130E7-F240-4F33-9F76-86817BABE5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640"/>
              </a:spcBef>
              <a:spcAft>
                <a:spcPts val="0"/>
              </a:spcAft>
              <a:buNone/>
            </a:pPr>
            <a:r>
              <a:rPr sz="1000" b="1"/>
              <a:t/>
            </a:r>
            <a:endParaRPr sz="1000" b="1"/>
          </a:p>
        </p:txBody>
      </p:sp>
      <p:sp>
        <p:nvSpPr>
          <p:cNvPr id="113" name="28% lower total error in the pilot">
            <a:extLst xmlns:a="http://schemas.openxmlformats.org/drawingml/2006/main">
              <a:ext uri="{FF2B5EF4-FFF2-40B4-BE49-F238E27FC236}">
                <a16:creationId xmlns:a16="http://schemas.microsoft.com/office/drawing/2014/main" id="{37AA26D7-4390-48D4-BF56-40A783E7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28% lower total error in the pilot</a:t>
            </a:r>
          </a:p>
        </p:txBody>
      </p:sp>
      <p:sp>
        <p:nvSpPr>
          <p:cNvPr id="114" name="16 taps • 100 m links • 10 nW/node • 1 s • 50">
            <a:extLst xmlns:a="http://schemas.openxmlformats.org/drawingml/2006/main">
              <a:ext uri="{FF2B5EF4-FFF2-40B4-BE49-F238E27FC236}">
                <a16:creationId xmlns:a16="http://schemas.microsoft.com/office/drawing/2014/main" id="{CF30649B-D148-4F4B-A8A3-062A06D6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16 taps • 100 m links • 10 nW/node • 1 s • 50 µK common residual</a:t>
            </a:r>
          </a:p>
        </p:txBody>
      </p:sp>
      <p:graphicFrame>
        <p:nvGraphicFramePr>
          <p:cNvPr id="12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923cd164a54a35"/>
          </a:graphicData>
        </a:graphic>
      </p:graphicFrame>
      <p:sp>
        <p:nvSpPr>
          <p:cNvPr id="116" name="Coherent 0.0921 → distributed 0.0664 mg/kg to">
            <a:extLst xmlns:a="http://schemas.openxmlformats.org/drawingml/2006/main">
              <a:ext uri="{FF2B5EF4-FFF2-40B4-BE49-F238E27FC236}">
                <a16:creationId xmlns:a16="http://schemas.microsoft.com/office/drawing/2014/main" id="{4FFD1256-CF78-4D20-8BDE-F7776C11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Coherent 0.0921 → distributed 0.0664 mg/kg total RMSE</a:t>
            </a:r>
          </a:p>
        </p:txBody>
      </p:sp>
      <p:sp>
        <p:nvSpPr>
          <p:cNvPr id="117" name="16.6% lower RMSE than independent squeezing; ">
            <a:extLst xmlns:a="http://schemas.openxmlformats.org/drawingml/2006/main">
              <a:ext uri="{FF2B5EF4-FFF2-40B4-BE49-F238E27FC236}">
                <a16:creationId xmlns:a16="http://schemas.microsoft.com/office/drawing/2014/main" id="{47665EE4-A6A3-4D57-94EA-648F9AE7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16.6% lower RMSE than independent squeezing; same launched probe photons</a:t>
            </a:r>
          </a:p>
        </p:txBody>
      </p:sp>
      <p:sp>
        <p:nvSpPr>
          <p:cNvPr id="118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DB86CB88-F505-4755-AEB3-733DB645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19" name="4 / 14">
            <a:extLst xmlns:a="http://schemas.openxmlformats.org/drawingml/2006/main">
              <a:ext uri="{FF2B5EF4-FFF2-40B4-BE49-F238E27FC236}">
                <a16:creationId xmlns:a16="http://schemas.microsoft.com/office/drawing/2014/main" id="{63C9C473-413B-4858-A602-174F3246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 / 14</a:t>
            </a:r>
          </a:p>
        </p:txBody>
      </p:sp>
    </p:spTree>
    <p:extLst>
      <p:ext uri="{BB962C8B-B14F-4D97-AF65-F5344CB8AC3E}">
        <p14:creationId xmlns:p14="http://schemas.microsoft.com/office/powerpoint/2010/main" val="13839293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17">
            <a:extLst xmlns:a="http://schemas.openxmlformats.org/drawingml/2006/main">
              <a:ext uri="{FF2B5EF4-FFF2-40B4-BE49-F238E27FC236}">
                <a16:creationId xmlns:a16="http://schemas.microsoft.com/office/drawing/2014/main" id="{74721479-191C-4296-9324-ADB2F488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D5551E6D-54E4-46CF-8019-FB2E0482D2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/>
              <a:t/>
            </a:r>
            <a:endParaRPr sz="3600" b="1"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60F4D634-3A92-42E2-A4F9-649F0D9E6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000" b="1"/>
          </a:p>
        </p:txBody>
      </p:sp>
      <p:sp>
        <p:nvSpPr>
          <p:cNvPr id="120" name="Ideal scaling has resource conditions">
            <a:extLst xmlns:a="http://schemas.openxmlformats.org/drawingml/2006/main">
              <a:ext uri="{FF2B5EF4-FFF2-40B4-BE49-F238E27FC236}">
                <a16:creationId xmlns:a16="http://schemas.microsoft.com/office/drawing/2014/main" id="{A132DD33-9F57-43D3-81C7-45B499D3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Ideal scaling has resource conditions</a:t>
            </a:r>
          </a:p>
        </p:txBody>
      </p:sp>
      <p:sp>
        <p:nvSpPr>
          <p:cNvPr id="121" name="Lossless reference • Growing total squeezing ">
            <a:extLst xmlns:a="http://schemas.openxmlformats.org/drawingml/2006/main">
              <a:ext uri="{FF2B5EF4-FFF2-40B4-BE49-F238E27FC236}">
                <a16:creationId xmlns:a16="http://schemas.microsoft.com/office/drawing/2014/main" id="{94740F08-A488-4727-BBC6-33B1E443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Lossless reference • Growing total squeezing • No practical source cap</a:t>
            </a:r>
          </a:p>
        </p:txBody>
      </p:sp>
      <p:graphicFrame>
        <p:nvGraphicFramePr>
          <p:cNvPr id="132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7a7ba6443643cf"/>
          </a:graphicData>
        </a:graphic>
      </p:graphicFrame>
      <p:sp>
        <p:nvSpPr>
          <p:cNvPr id="123" name="Fitted RMS slope: −0.953 distributed versus −">
            <a:extLst xmlns:a="http://schemas.openxmlformats.org/drawingml/2006/main">
              <a:ext uri="{FF2B5EF4-FFF2-40B4-BE49-F238E27FC236}">
                <a16:creationId xmlns:a16="http://schemas.microsoft.com/office/drawing/2014/main" id="{65ADD927-B24F-41FC-B154-F156E439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Fitted RMS slope: −0.953 distributed versus −0.500 coherent</a:t>
            </a:r>
          </a:p>
        </p:txBody>
      </p:sp>
      <p:sp>
        <p:nvSpPr>
          <p:cNvPr id="124" name="Loss and a finite source cap remove the asymp">
            <a:extLst xmlns:a="http://schemas.openxmlformats.org/drawingml/2006/main">
              <a:ext uri="{FF2B5EF4-FFF2-40B4-BE49-F238E27FC236}">
                <a16:creationId xmlns:a16="http://schemas.microsoft.com/office/drawing/2014/main" id="{602BDF81-964C-4EAA-A8A7-AF18D180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Loss and a finite source cap remove the asymptotic exponent advantage</a:t>
            </a:r>
          </a:p>
        </p:txBody>
      </p:sp>
      <p:sp>
        <p:nvSpPr>
          <p:cNvPr id="125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D4F560FA-7837-418B-8020-C98DD920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26" name="5 / 14">
            <a:extLst xmlns:a="http://schemas.openxmlformats.org/drawingml/2006/main">
              <a:ext uri="{FF2B5EF4-FFF2-40B4-BE49-F238E27FC236}">
                <a16:creationId xmlns:a16="http://schemas.microsoft.com/office/drawing/2014/main" id="{561D108F-DB28-4698-BC77-0DDF295A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 / 14</a:t>
            </a:r>
          </a:p>
        </p:txBody>
      </p:sp>
    </p:spTree>
    <p:extLst>
      <p:ext uri="{BB962C8B-B14F-4D97-AF65-F5344CB8AC3E}">
        <p14:creationId xmlns:p14="http://schemas.microsoft.com/office/powerpoint/2010/main" val="6278873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B3A8EA0-45D0-4CEE-8DA2-ED6994A90AD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Regional gain shrinks to 1.11×">
            <a:extLst xmlns:a="http://schemas.openxmlformats.org/drawingml/2006/main">
              <a:ext uri="{FF2B5EF4-FFF2-40B4-BE49-F238E27FC236}">
                <a16:creationId xmlns:a16="http://schemas.microsoft.com/office/drawing/2014/main" id="{A8A2E7BC-7189-4CE3-9762-87DAFDA8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Regional gain shrinks to 1.11×</a:t>
            </a:r>
          </a:p>
        </p:txBody>
      </p:sp>
      <p:sp>
        <p:nvSpPr>
          <p:cNvPr id="126" name="64 distinct supplied coordinates • Assumed ro">
            <a:extLst xmlns:a="http://schemas.openxmlformats.org/drawingml/2006/main">
              <a:ext uri="{FF2B5EF4-FFF2-40B4-BE49-F238E27FC236}">
                <a16:creationId xmlns:a16="http://schemas.microsoft.com/office/drawing/2014/main" id="{0B028856-3887-42AC-945D-15A96FD7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64 distinct supplied coordinates • Assumed routes • Optimized coherent baseline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6d1ded8dd44c3e"/>
          </a:graphicData>
        </a:graphic>
      </p:graphicFrame>
      <p:sp>
        <p:nvSpPr>
          <p:cNvPr id="128" name="Mean transmission 0.371; longer links replace">
            <a:extLst xmlns:a="http://schemas.openxmlformats.org/drawingml/2006/main">
              <a:ext uri="{FF2B5EF4-FFF2-40B4-BE49-F238E27FC236}">
                <a16:creationId xmlns:a16="http://schemas.microsoft.com/office/drawing/2014/main" id="{D818D1AF-2221-4211-9F60-AB99091B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Mean transmission 0.371; longer links replace squeezing with vacuum noise</a:t>
            </a:r>
          </a:p>
        </p:txBody>
      </p:sp>
      <p:sp>
        <p:nvSpPr>
          <p:cNvPr id="129" name="Total RMSE: optimized coherent 0.0729 → distr">
            <a:extLst xmlns:a="http://schemas.openxmlformats.org/drawingml/2006/main">
              <a:ext uri="{FF2B5EF4-FFF2-40B4-BE49-F238E27FC236}">
                <a16:creationId xmlns:a16="http://schemas.microsoft.com/office/drawing/2014/main" id="{9607C934-360E-44D3-BD2C-CE362247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Total RMSE: optimized coherent 0.0729 → distributed 0.0655 mg/kg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C5B4DEEB-B540-4AF3-A65D-F01CCB9A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6 / 14">
            <a:extLst xmlns:a="http://schemas.openxmlformats.org/drawingml/2006/main">
              <a:ext uri="{FF2B5EF4-FFF2-40B4-BE49-F238E27FC236}">
                <a16:creationId xmlns:a16="http://schemas.microsoft.com/office/drawing/2014/main" id="{A701895E-D4A6-45F5-B7B5-4E15852E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 / 14</a:t>
            </a:r>
          </a:p>
        </p:txBody>
      </p:sp>
    </p:spTree>
    <p:extLst>
      <p:ext uri="{BB962C8B-B14F-4D97-AF65-F5344CB8AC3E}">
        <p14:creationId xmlns:p14="http://schemas.microsoft.com/office/powerpoint/2010/main" val="8807732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B3A8EA0-45D0-4CEE-8DA2-ED6994A90AD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Temperature can erase the benefit">
            <a:extLst xmlns:a="http://schemas.openxmlformats.org/drawingml/2006/main">
              <a:ext uri="{FF2B5EF4-FFF2-40B4-BE49-F238E27FC236}">
                <a16:creationId xmlns:a16="http://schemas.microsoft.com/office/drawing/2014/main" id="{E6190B77-C610-4C75-809E-B2AA5848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Temperature can erase the benefit</a:t>
            </a:r>
          </a:p>
        </p:txBody>
      </p:sp>
      <p:sp>
        <p:nvSpPr>
          <p:cNvPr id="126" name="Common drift does not average away across mor">
            <a:extLst xmlns:a="http://schemas.openxmlformats.org/drawingml/2006/main">
              <a:ext uri="{FF2B5EF4-FFF2-40B4-BE49-F238E27FC236}">
                <a16:creationId xmlns:a16="http://schemas.microsoft.com/office/drawing/2014/main" id="{EC467821-DC34-4B4F-B000-135BA653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Common drift does not average away across more sensors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6b31e78ae54b79"/>
          </a:graphicData>
        </a:graphic>
      </p:graphicFrame>
      <p:sp>
        <p:nvSpPr>
          <p:cNvPr id="128" name="10 mK residual → about 9.137 mg/kg error for ">
            <a:extLst xmlns:a="http://schemas.openxmlformats.org/drawingml/2006/main">
              <a:ext uri="{FF2B5EF4-FFF2-40B4-BE49-F238E27FC236}">
                <a16:creationId xmlns:a16="http://schemas.microsoft.com/office/drawing/2014/main" id="{3ABB3B1A-F459-40A7-87C2-77945F9C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10 mK residual → about 9.137 mg/kg error for either strategy</a:t>
            </a:r>
          </a:p>
        </p:txBody>
      </p:sp>
      <p:sp>
        <p:nvSpPr>
          <p:cNvPr id="129" name="More classical probe power also narrows the a">
            <a:extLst xmlns:a="http://schemas.openxmlformats.org/drawingml/2006/main">
              <a:ext uri="{FF2B5EF4-FFF2-40B4-BE49-F238E27FC236}">
                <a16:creationId xmlns:a16="http://schemas.microsoft.com/office/drawing/2014/main" id="{23A56161-61E5-4FC8-8F7F-8839F461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More classical probe power also narrows the advantage: validate the low-dose need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2B857D87-76A7-42FF-B56F-FF2583AA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7 / 14">
            <a:extLst xmlns:a="http://schemas.openxmlformats.org/drawingml/2006/main">
              <a:ext uri="{FF2B5EF4-FFF2-40B4-BE49-F238E27FC236}">
                <a16:creationId xmlns:a16="http://schemas.microsoft.com/office/drawing/2014/main" id="{FE158D5B-87B5-4F2E-A0F8-50F368FB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 / 14</a:t>
            </a:r>
          </a:p>
        </p:txBody>
      </p:sp>
    </p:spTree>
    <p:extLst>
      <p:ext uri="{BB962C8B-B14F-4D97-AF65-F5344CB8AC3E}">
        <p14:creationId xmlns:p14="http://schemas.microsoft.com/office/powerpoint/2010/main" val="8807732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B3A8EA0-45D0-4CEE-8DA2-ED6994A90AD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A matched detection comparison">
            <a:extLst xmlns:a="http://schemas.openxmlformats.org/drawingml/2006/main">
              <a:ext uri="{FF2B5EF4-FFF2-40B4-BE49-F238E27FC236}">
                <a16:creationId xmlns:a16="http://schemas.microsoft.com/office/drawing/2014/main" id="{91FFD48D-96C6-490B-8AD6-0376310C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matched detection comparison</a:t>
            </a:r>
          </a:p>
        </p:txBody>
      </p:sp>
      <p:sp>
        <p:nvSpPr>
          <p:cNvPr id="126" name="0.15 mg/kg step • 16 taps • 1 s • 1% false al">
            <a:extLst xmlns:a="http://schemas.openxmlformats.org/drawingml/2006/main">
              <a:ext uri="{FF2B5EF4-FFF2-40B4-BE49-F238E27FC236}">
                <a16:creationId xmlns:a16="http://schemas.microsoft.com/office/drawing/2014/main" id="{F5E52649-4096-4DE4-A538-E7AF40F7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0.15 mg/kg step • 16 taps • 1 s • 1% false alarm per decision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3352844bc445cd"/>
          </a:graphicData>
        </a:graphic>
      </p:graphicFrame>
      <p:sp>
        <p:nvSpPr>
          <p:cNvPr id="128" name="Detection probability rises from 24.3% to 47.">
            <a:extLst xmlns:a="http://schemas.openxmlformats.org/drawingml/2006/main">
              <a:ext uri="{FF2B5EF4-FFF2-40B4-BE49-F238E27FC236}">
                <a16:creationId xmlns:a16="http://schemas.microsoft.com/office/drawing/2014/main" id="{7287F80F-1712-4DAA-B455-4128A4D8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Detection probability rises from 24.3% to 47.3% under the model</a:t>
            </a:r>
          </a:p>
        </p:txBody>
      </p:sp>
      <p:sp>
        <p:nvSpPr>
          <p:cNvPr id="129" name="1% at 1 Hz means 36 expected flagged windows/">
            <a:extLst xmlns:a="http://schemas.openxmlformats.org/drawingml/2006/main">
              <a:ext uri="{FF2B5EF4-FFF2-40B4-BE49-F238E27FC236}">
                <a16:creationId xmlns:a16="http://schemas.microsoft.com/office/drawing/2014/main" id="{F3699FEC-217F-4BCE-8C5B-50BDD1C3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1% at 1 Hz means 36 expected flagged windows/hour: an alarm policy is still needed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79148A9A-F6B5-4E99-B662-073358FC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8 / 14">
            <a:extLst xmlns:a="http://schemas.openxmlformats.org/drawingml/2006/main">
              <a:ext uri="{FF2B5EF4-FFF2-40B4-BE49-F238E27FC236}">
                <a16:creationId xmlns:a16="http://schemas.microsoft.com/office/drawing/2014/main" id="{2E2E6B7E-8A75-46AB-B504-746A62BC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 / 14</a:t>
            </a:r>
          </a:p>
        </p:txBody>
      </p:sp>
    </p:spTree>
    <p:extLst>
      <p:ext uri="{BB962C8B-B14F-4D97-AF65-F5344CB8AC3E}">
        <p14:creationId xmlns:p14="http://schemas.microsoft.com/office/powerpoint/2010/main" val="880773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B3A8EA0-45D0-4CEE-8DA2-ED6994A90AD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Demo: continuous monitoring">
            <a:extLst xmlns:a="http://schemas.openxmlformats.org/drawingml/2006/main">
              <a:ext uri="{FF2B5EF4-FFF2-40B4-BE49-F238E27FC236}">
                <a16:creationId xmlns:a16="http://schemas.microsoft.com/office/drawing/2014/main" id="{ED049065-5613-4426-B16A-D7A41E95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Demo: continuous monitoring</a:t>
            </a:r>
          </a:p>
        </p:txBody>
      </p:sp>
      <p:sp>
        <p:nvSpPr>
          <p:cNvPr id="126" name="Synthetic unequal arrivals • Shared drift • E">
            <a:extLst xmlns:a="http://schemas.openxmlformats.org/drawingml/2006/main">
              <a:ext uri="{FF2B5EF4-FFF2-40B4-BE49-F238E27FC236}">
                <a16:creationId xmlns:a16="http://schemas.microsoft.com/office/drawing/2014/main" id="{9B561F92-5CBB-4BFD-9023-7CD45FE2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Synthetic unequal arrivals • Shared drift • Explicit sensor lag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e6f0c80f414045"/>
          </a:graphicData>
        </a:graphic>
      </p:graphicFrame>
      <p:sp>
        <p:nvSpPr>
          <p:cNvPr id="128" name="The quantum mean is cleaner; neither method r">
            <a:extLst xmlns:a="http://schemas.openxmlformats.org/drawingml/2006/main">
              <a:ext uri="{FF2B5EF4-FFF2-40B4-BE49-F238E27FC236}">
                <a16:creationId xmlns:a16="http://schemas.microsoft.com/office/drawing/2014/main" id="{FA8B7079-A357-46D0-82F1-187B90C7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The quantum mean is cleaner; neither method removes lag or identifies a chemical</a:t>
            </a:r>
          </a:p>
        </p:txBody>
      </p:sp>
      <p:sp>
        <p:nvSpPr>
          <p:cNvPr id="129" name="Demo: compare truth, filtered response and ob">
            <a:extLst xmlns:a="http://schemas.openxmlformats.org/drawingml/2006/main">
              <a:ext uri="{FF2B5EF4-FFF2-40B4-BE49-F238E27FC236}">
                <a16:creationId xmlns:a16="http://schemas.microsoft.com/office/drawing/2014/main" id="{8DC7BFF3-1CC1-44F6-8A22-75D1C694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Demo: compare truth, filtered response and observations in the figure gallery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80FB52EA-A336-4AF7-9700-57B84AB7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9 / 14">
            <a:extLst xmlns:a="http://schemas.openxmlformats.org/drawingml/2006/main">
              <a:ext uri="{FF2B5EF4-FFF2-40B4-BE49-F238E27FC236}">
                <a16:creationId xmlns:a16="http://schemas.microsoft.com/office/drawing/2014/main" id="{5C6BB547-D939-421D-A04D-C3521708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 / 14</a:t>
            </a:r>
          </a:p>
        </p:txBody>
      </p:sp>
    </p:spTree>
    <p:extLst>
      <p:ext uri="{BB962C8B-B14F-4D97-AF65-F5344CB8AC3E}">
        <p14:creationId xmlns:p14="http://schemas.microsoft.com/office/powerpoint/2010/main" val="8807732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B3A8EA0-45D0-4CEE-8DA2-ED6994A90AD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Measured anchors / design assumptions">
            <a:extLst xmlns:a="http://schemas.openxmlformats.org/drawingml/2006/main">
              <a:ext uri="{FF2B5EF4-FFF2-40B4-BE49-F238E27FC236}">
                <a16:creationId xmlns:a16="http://schemas.microsoft.com/office/drawing/2014/main" id="{34B8A519-F3B6-4D81-B084-CB5A2EF0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Measured anchors / design assumptions</a:t>
            </a:r>
          </a:p>
        </p:txBody>
      </p:sp>
      <p:sp>
        <p:nvSpPr>
          <p:cNvPr id="126" name="Sources establish a mechanism; the complete w">
            <a:extLst xmlns:a="http://schemas.openxmlformats.org/drawingml/2006/main">
              <a:ext uri="{FF2B5EF4-FFF2-40B4-BE49-F238E27FC236}">
                <a16:creationId xmlns:a16="http://schemas.microsoft.com/office/drawing/2014/main" id="{D37597BD-04BA-400E-A6A5-7A6DAEEE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Sources establish a mechanism; the complete water device remains unvalidated</a:t>
            </a:r>
          </a:p>
        </p:txBody>
      </p:sp>
      <p:sp>
        <p:nvSpPr>
          <p:cNvPr id="127" name="Measured anchors: NaCl index slope, telecom s">
            <a:extLst xmlns:a="http://schemas.openxmlformats.org/drawingml/2006/main">
              <a:ext uri="{FF2B5EF4-FFF2-40B4-BE49-F238E27FC236}">
                <a16:creationId xmlns:a16="http://schemas.microsoft.com/office/drawing/2014/main" id="{EAFFE2B4-EE76-48B7-ACF3-6B6BC8ED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Measured anchors: NaCl index slope, telecom squeezing, fiber attenuation, water dn/dT.</a:t>
            </a:r>
          </a:p>
        </p:txBody>
      </p:sp>
      <p:sp>
        <p:nvSpPr>
          <p:cNvPr id="128" name="Design targets: 10 µm interaction, 10 dB cap,">
            <a:extLst xmlns:a="http://schemas.openxmlformats.org/drawingml/2006/main">
              <a:ext uri="{FF2B5EF4-FFF2-40B4-BE49-F238E27FC236}">
                <a16:creationId xmlns:a16="http://schemas.microsoft.com/office/drawing/2014/main" id="{11317729-CC44-4E64-976C-BF0692B5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 targets: 10 µm interaction, 10 dB cap, 1 MHz mode rate, 50 µK residual.</a:t>
            </a:r>
          </a:p>
        </p:txBody>
      </p:sp>
      <p:sp>
        <p:nvSpPr>
          <p:cNvPr id="129" name="Supplied sensing experiment: RF air measureme">
            <a:extLst xmlns:a="http://schemas.openxmlformats.org/drawingml/2006/main">
              <a:ext uri="{FF2B5EF4-FFF2-40B4-BE49-F238E27FC236}">
                <a16:creationId xmlns:a16="http://schemas.microsoft.com/office/drawing/2014/main" id="{6FC2B16F-81D9-4826-89C0-B2901009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Supplied sensing experiment: RF air measurement, not slow water calibration.</a:t>
            </a:r>
          </a:p>
        </p:txBody>
      </p:sp>
      <p:sp>
        <p:nvSpPr>
          <p:cNvPr id="130" name="Water QML paper: baseline discipline; no QML ">
            <a:extLst xmlns:a="http://schemas.openxmlformats.org/drawingml/2006/main">
              <a:ext uri="{FF2B5EF4-FFF2-40B4-BE49-F238E27FC236}">
                <a16:creationId xmlns:a16="http://schemas.microsoft.com/office/drawing/2014/main" id="{C9C0F4D5-B56D-4802-8AE7-EB2FE564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Water QML paper: baseline discipline; no QML advantage claimed here.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9F0320FF-877A-4DCD-AAF5-32BCA466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0 / 14">
            <a:extLst xmlns:a="http://schemas.openxmlformats.org/drawingml/2006/main">
              <a:ext uri="{FF2B5EF4-FFF2-40B4-BE49-F238E27FC236}">
                <a16:creationId xmlns:a16="http://schemas.microsoft.com/office/drawing/2014/main" id="{9B2D6AB7-0266-46F1-AB53-DA650EFE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</p:spTree>
    <p:extLst>
      <p:ext uri="{BB962C8B-B14F-4D97-AF65-F5344CB8AC3E}">
        <p14:creationId xmlns:p14="http://schemas.microsoft.com/office/powerpoint/2010/main" val="8807732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B3A8EA0-45D0-4CEE-8DA2-ED6994A90AD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Business sustainability and scalability">
            <a:extLst xmlns:a="http://schemas.openxmlformats.org/drawingml/2006/main">
              <a:ext uri="{FF2B5EF4-FFF2-40B4-BE49-F238E27FC236}">
                <a16:creationId xmlns:a16="http://schemas.microsoft.com/office/drawing/2014/main" id="{4F826EBA-8FB9-4697-9E6B-C47AC5FC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Business sustainability and scalability</a:t>
            </a:r>
          </a:p>
        </p:txBody>
      </p:sp>
      <p:sp>
        <p:nvSpPr>
          <p:cNvPr id="126" name="Start with a controlled plant laboratory">
            <a:extLst xmlns:a="http://schemas.openxmlformats.org/drawingml/2006/main">
              <a:ext uri="{FF2B5EF4-FFF2-40B4-BE49-F238E27FC236}">
                <a16:creationId xmlns:a16="http://schemas.microsoft.com/office/drawing/2014/main" id="{31C0CB6C-C876-40DF-BF94-2C3A7307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Start with a controlled plant laboratory</a:t>
            </a:r>
          </a:p>
        </p:txBody>
      </p:sp>
      <p:sp>
        <p:nvSpPr>
          <p:cNvPr id="127" name="Alternative: conventional conductivity or a s">
            <a:extLst xmlns:a="http://schemas.openxmlformats.org/drawingml/2006/main">
              <a:ext uri="{FF2B5EF4-FFF2-40B4-BE49-F238E27FC236}">
                <a16:creationId xmlns:a16="http://schemas.microsoft.com/office/drawing/2014/main" id="{0A8ED741-8ECA-4C55-821C-17CD92B6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Alternative: conventional conductivity or a stronger coherent optical probe.</a:t>
            </a:r>
          </a:p>
        </p:txBody>
      </p:sp>
      <p:sp>
        <p:nvSpPr>
          <p:cNvPr id="128" name="Possible path: a paid research pilot, then a ">
            <a:extLst xmlns:a="http://schemas.openxmlformats.org/drawingml/2006/main">
              <a:ext uri="{FF2B5EF4-FFF2-40B4-BE49-F238E27FC236}">
                <a16:creationId xmlns:a16="http://schemas.microsoft.com/office/drawing/2014/main" id="{43570A20-F8D1-4BCE-991B-BF261675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Possible path: a paid research pilot, then a calibrated monitoring module.</a:t>
            </a:r>
          </a:p>
        </p:txBody>
      </p:sp>
      <p:sp>
        <p:nvSpPr>
          <p:cNvPr id="129" name="Scale only after surveyed routes, measured dr">
            <a:extLst xmlns:a="http://schemas.openxmlformats.org/drawingml/2006/main">
              <a:ext uri="{FF2B5EF4-FFF2-40B4-BE49-F238E27FC236}">
                <a16:creationId xmlns:a16="http://schemas.microsoft.com/office/drawing/2014/main" id="{80720922-961B-467E-8570-DDD403E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Scale only after surveyed routes, measured drift and useful detection justify cost.</a:t>
            </a:r>
          </a:p>
        </p:txBody>
      </p:sp>
      <p:sp>
        <p:nvSpPr>
          <p:cNvPr id="130" name="No verified customer, pricing, partner commit">
            <a:extLst xmlns:a="http://schemas.openxmlformats.org/drawingml/2006/main">
              <a:ext uri="{FF2B5EF4-FFF2-40B4-BE49-F238E27FC236}">
                <a16:creationId xmlns:a16="http://schemas.microsoft.com/office/drawing/2014/main" id="{7D3FF70C-1B7A-4D2E-9875-6879A51E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No verified customer, pricing, partner commitment or net energy saving yet.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923E4159-9F6E-42B7-807E-3DDBAA6F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1 / 14">
            <a:extLst xmlns:a="http://schemas.openxmlformats.org/drawingml/2006/main">
              <a:ext uri="{FF2B5EF4-FFF2-40B4-BE49-F238E27FC236}">
                <a16:creationId xmlns:a16="http://schemas.microsoft.com/office/drawing/2014/main" id="{DB07FFCE-2976-4938-B407-A76040D1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8807732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B3A8EA0-45D0-4CEE-8DA2-ED6994A90AD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Next steps and decision gates">
            <a:extLst xmlns:a="http://schemas.openxmlformats.org/drawingml/2006/main">
              <a:ext uri="{FF2B5EF4-FFF2-40B4-BE49-F238E27FC236}">
                <a16:creationId xmlns:a16="http://schemas.microsoft.com/office/drawing/2014/main" id="{7FF95D75-5F08-452B-AB4C-4728FC21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steps and decision gates</a:t>
            </a:r>
          </a:p>
        </p:txBody>
      </p:sp>
      <p:sp>
        <p:nvSpPr>
          <p:cNvPr id="126" name="A measured advantage must survive practical a">
            <a:extLst xmlns:a="http://schemas.openxmlformats.org/drawingml/2006/main">
              <a:ext uri="{FF2B5EF4-FFF2-40B4-BE49-F238E27FC236}">
                <a16:creationId xmlns:a16="http://schemas.microsoft.com/office/drawing/2014/main" id="{33DFF3EE-F0FE-48B1-B86B-7C522A72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A measured advantage must survive practical alternatives</a:t>
            </a:r>
          </a:p>
        </p:txBody>
      </p:sp>
      <p:sp>
        <p:nvSpPr>
          <p:cNvPr id="127" name="1  Calibrate one water cell: slope, bias, tem">
            <a:extLst xmlns:a="http://schemas.openxmlformats.org/drawingml/2006/main">
              <a:ext uri="{FF2B5EF4-FFF2-40B4-BE49-F238E27FC236}">
                <a16:creationId xmlns:a16="http://schemas.microsoft.com/office/drawing/2014/main" id="{1A309B14-3945-4035-A6B6-944F6CFD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  Calibrate one water cell: slope, bias, temperature response and transmission.</a:t>
            </a:r>
          </a:p>
        </p:txBody>
      </p:sp>
      <p:sp>
        <p:nvSpPr>
          <p:cNvPr id="128" name="2  Test four taps with blind salt changes and">
            <a:extLst xmlns:a="http://schemas.openxmlformats.org/drawingml/2006/main">
              <a:ext uri="{FF2B5EF4-FFF2-40B4-BE49-F238E27FC236}">
                <a16:creationId xmlns:a16="http://schemas.microsoft.com/office/drawing/2014/main" id="{A5234439-D532-4C67-97B7-BF4F0B89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  Test four taps with blind salt changes and matched coherent/squeezed budgets.</a:t>
            </a:r>
          </a:p>
        </p:txBody>
      </p:sp>
      <p:sp>
        <p:nvSpPr>
          <p:cNvPr id="129" name="3  Measure full energy, false alarms and dete">
            <a:extLst xmlns:a="http://schemas.openxmlformats.org/drawingml/2006/main">
              <a:ext uri="{FF2B5EF4-FFF2-40B4-BE49-F238E27FC236}">
                <a16:creationId xmlns:a16="http://schemas.microsoft.com/office/drawing/2014/main" id="{8554ED17-F2E1-4534-9477-47DC67C4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  Measure full energy, false alarms and detection delay before a 16-tap pilot.</a:t>
            </a:r>
          </a:p>
        </p:txBody>
      </p:sp>
      <p:sp>
        <p:nvSpPr>
          <p:cNvPr id="130" name="Proceed only if useful detection improves und">
            <a:extLst xmlns:a="http://schemas.openxmlformats.org/drawingml/2006/main">
              <a:ext uri="{FF2B5EF4-FFF2-40B4-BE49-F238E27FC236}">
                <a16:creationId xmlns:a16="http://schemas.microsoft.com/office/drawing/2014/main" id="{FDB8808E-C92A-4856-A406-AF784EC2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Proceed only if useful detection improves under an operator-relevant constraint.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CF2BCFE3-90F0-40D4-9D13-23101F40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2 / 14">
            <a:extLst xmlns:a="http://schemas.openxmlformats.org/drawingml/2006/main">
              <a:ext uri="{FF2B5EF4-FFF2-40B4-BE49-F238E27FC236}">
                <a16:creationId xmlns:a16="http://schemas.microsoft.com/office/drawing/2014/main" id="{33D55F2F-FFB8-4D8E-BEBD-0804F624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8807732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B3A8EA0-45D0-4CEE-8DA2-ED6994A90AD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Three measurable claims">
            <a:extLst xmlns:a="http://schemas.openxmlformats.org/drawingml/2006/main">
              <a:ext uri="{FF2B5EF4-FFF2-40B4-BE49-F238E27FC236}">
                <a16:creationId xmlns:a16="http://schemas.microsoft.com/office/drawing/2014/main" id="{41042B70-21BD-454D-9A13-0D937130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measurable claims</a:t>
            </a:r>
          </a:p>
        </p:txBody>
      </p:sp>
      <p:sp>
        <p:nvSpPr>
          <p:cNvPr id="126" name="Simulation evidence today • Operational outco">
            <a:extLst xmlns:a="http://schemas.openxmlformats.org/drawingml/2006/main">
              <a:ext uri="{FF2B5EF4-FFF2-40B4-BE49-F238E27FC236}">
                <a16:creationId xmlns:a16="http://schemas.microsoft.com/office/drawing/2014/main" id="{42D0B65F-733A-463D-9A51-EFAFE390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Simulation evidence today • Operational outcomes to measure next</a:t>
            </a:r>
          </a:p>
        </p:txBody>
      </p:sp>
      <p:sp>
        <p:nvSpPr>
          <p:cNvPr id="127" name="Estimation: 27.92% lower total RMSE at matche">
            <a:extLst xmlns:a="http://schemas.openxmlformats.org/drawingml/2006/main">
              <a:ext uri="{FF2B5EF4-FFF2-40B4-BE49-F238E27FC236}">
                <a16:creationId xmlns:a16="http://schemas.microsoft.com/office/drawing/2014/main" id="{41C222A6-4710-484D-8AD4-8D9AD440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Estimation: 27.92% lower total RMSE at matched launched probe photons.</a:t>
            </a:r>
          </a:p>
        </p:txBody>
      </p:sp>
      <p:sp>
        <p:nvSpPr>
          <p:cNvPr id="128" name="Water monitoring: 24.3% → 47.3% detection of ">
            <a:extLst xmlns:a="http://schemas.openxmlformats.org/drawingml/2006/main">
              <a:ext uri="{FF2B5EF4-FFF2-40B4-BE49-F238E27FC236}">
                <a16:creationId xmlns:a16="http://schemas.microsoft.com/office/drawing/2014/main" id="{A09850A3-8726-45D7-85A9-2AE6D809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Water monitoring: 24.3% → 47.3% detection of the specified salt-proxy step.</a:t>
            </a:r>
          </a:p>
        </p:txBody>
      </p:sp>
      <p:sp>
        <p:nvSpPr>
          <p:cNvPr id="129" name="Resource use: 160 nJ probe energy per pilot w">
            <a:extLst xmlns:a="http://schemas.openxmlformats.org/drawingml/2006/main">
              <a:ext uri="{FF2B5EF4-FFF2-40B4-BE49-F238E27FC236}">
                <a16:creationId xmlns:a16="http://schemas.microsoft.com/office/drawing/2014/main" id="{32ED974B-E39D-49AC-BA3D-4BF1E63D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Resource use: 160 nJ probe energy per pilot window for both strategies.</a:t>
            </a:r>
          </a:p>
        </p:txBody>
      </p:sp>
      <p:sp>
        <p:nvSpPr>
          <p:cNvPr id="130" name="Liters saved, wall-plug energy and field adva">
            <a:extLst xmlns:a="http://schemas.openxmlformats.org/drawingml/2006/main">
              <a:ext uri="{FF2B5EF4-FFF2-40B4-BE49-F238E27FC236}">
                <a16:creationId xmlns:a16="http://schemas.microsoft.com/office/drawing/2014/main" id="{E690A6C9-DFF7-49C1-8CB1-ED7667A5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Liters saved, wall-plug energy and field advantage remain unmeasured.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849B71D2-8FEA-4C6B-899E-FE0468AB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3 / 14">
            <a:extLst xmlns:a="http://schemas.openxmlformats.org/drawingml/2006/main">
              <a:ext uri="{FF2B5EF4-FFF2-40B4-BE49-F238E27FC236}">
                <a16:creationId xmlns:a16="http://schemas.microsoft.com/office/drawing/2014/main" id="{47F7E63A-5D13-4FC4-B859-B4874CA3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8807732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2B3A8EA0-45D0-4CEE-8DA2-ED6994A90AD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Evidence and judge questions">
            <a:extLst xmlns:a="http://schemas.openxmlformats.org/drawingml/2006/main">
              <a:ext uri="{FF2B5EF4-FFF2-40B4-BE49-F238E27FC236}">
                <a16:creationId xmlns:a16="http://schemas.microsoft.com/office/drawing/2014/main" id="{2FB8C023-E711-495F-B8C8-862BE2F5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and judge questions</a:t>
            </a:r>
          </a:p>
        </p:txBody>
      </p:sp>
      <p:sp>
        <p:nvSpPr>
          <p:cNvPr id="126" name="Appendix • Full derivation, ten experiments a">
            <a:extLst xmlns:a="http://schemas.openxmlformats.org/drawingml/2006/main">
              <a:ext uri="{FF2B5EF4-FFF2-40B4-BE49-F238E27FC236}">
                <a16:creationId xmlns:a16="http://schemas.microsoft.com/office/drawing/2014/main" id="{0B206698-D157-486F-A9F3-34D08FD5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Appendix • Full derivation, ten experiments and source register in the report</a:t>
            </a:r>
          </a:p>
        </p:txBody>
      </p:sp>
      <p:sp>
        <p:nvSpPr>
          <p:cNvPr id="127" name="Why quantum? Correlated readouts improve the ">
            <a:extLst xmlns:a="http://schemas.openxmlformats.org/drawingml/2006/main">
              <a:ext uri="{FF2B5EF4-FFF2-40B4-BE49-F238E27FC236}">
                <a16:creationId xmlns:a16="http://schemas.microsoft.com/office/drawing/2014/main" id="{635E4C44-FD29-44E2-9278-ED3567AC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quantum? Correlated readouts improve the specified mean under a dose budget.</a:t>
            </a:r>
          </a:p>
        </p:txBody>
      </p:sp>
      <p:sp>
        <p:nvSpPr>
          <p:cNvPr id="128" name="Why not more classical light? It is a serious">
            <a:extLst xmlns:a="http://schemas.openxmlformats.org/drawingml/2006/main">
              <a:ext uri="{FF2B5EF4-FFF2-40B4-BE49-F238E27FC236}">
                <a16:creationId xmlns:a16="http://schemas.microsoft.com/office/drawing/2014/main" id="{F15C8FC8-6545-4595-95DB-5DCC9FB9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not more classical light? It is a serious alternative, included in the sweep.</a:t>
            </a:r>
          </a:p>
        </p:txBody>
      </p:sp>
      <p:sp>
        <p:nvSpPr>
          <p:cNvPr id="129" name="What is proven? Internal model checks; no har">
            <a:extLst xmlns:a="http://schemas.openxmlformats.org/drawingml/2006/main">
              <a:ext uri="{FF2B5EF4-FFF2-40B4-BE49-F238E27FC236}">
                <a16:creationId xmlns:a16="http://schemas.microsoft.com/office/drawing/2014/main" id="{1B05AE68-219B-4861-9703-C53D7B8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is proven? Internal model checks; no hardware or field claim.</a:t>
            </a:r>
          </a:p>
        </p:txBody>
      </p:sp>
      <p:sp>
        <p:nvSpPr>
          <p:cNvPr id="130" name="What is missing? Chemical specificity, low-fr">
            <a:extLst xmlns:a="http://schemas.openxmlformats.org/drawingml/2006/main">
              <a:ext uri="{FF2B5EF4-FFF2-40B4-BE49-F238E27FC236}">
                <a16:creationId xmlns:a16="http://schemas.microsoft.com/office/drawing/2014/main" id="{889DBAEC-C843-4560-8C4E-0873447E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What is missing? Chemical specificity, low-frequency stability, total cost and energy.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276096AD-9075-4D89-9055-5D8B2352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4 / 14">
            <a:extLst xmlns:a="http://schemas.openxmlformats.org/drawingml/2006/main">
              <a:ext uri="{FF2B5EF4-FFF2-40B4-BE49-F238E27FC236}">
                <a16:creationId xmlns:a16="http://schemas.microsoft.com/office/drawing/2014/main" id="{6BD70DF2-725B-491F-9AB8-5558D116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880773254"/>
      </p:ext>
    </p:extLst>
  </p:cSld>
</p:sld>
</file>

<file path=ppt/theme/theme1.xml><?xml version="1.0" encoding="utf-8"?>
<a:theme xmlns:a="http://schemas.openxmlformats.org/drawingml/2006/main" name="NYUAD Hackathon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2026-10-06T16:38:54.6930000Z</dcterms:created>
  <dcterms:modified xsi:type="dcterms:W3CDTF">2026-10-06T16:38:54.6930000Z</dcterms:modified>
</coreProperties>
</file>