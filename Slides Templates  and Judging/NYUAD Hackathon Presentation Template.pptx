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0"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20cbbff307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20cbbff3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b974cb5f_2_8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g2b974cb5f_2_8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b974cb5f_0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g2b974cb5f_0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b974cb5f_0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b974cb5f_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58da4bbb51_13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58da4bbb51_1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b974cb5f_2_10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g2b974cb5f_2_10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685800" y="1597819"/>
            <a:ext cx="7772400" cy="1102519"/>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1400"/>
              <a:buFont typeface="Calibri"/>
              <a:buNone/>
              <a:defRPr/>
            </a:lvl1pPr>
            <a:lvl2pPr indent="-88900" lvl="1" marL="0" marR="0" rtl="0" algn="l">
              <a:spcBef>
                <a:spcPts val="0"/>
              </a:spcBef>
              <a:spcAft>
                <a:spcPts val="0"/>
              </a:spcAft>
              <a:buSzPts val="1400"/>
              <a:buChar char="○"/>
              <a:defRPr/>
            </a:lvl2pPr>
            <a:lvl3pPr indent="-88900" lvl="2" marL="0" marR="0" rtl="0" algn="l">
              <a:spcBef>
                <a:spcPts val="0"/>
              </a:spcBef>
              <a:spcAft>
                <a:spcPts val="0"/>
              </a:spcAft>
              <a:buSzPts val="1400"/>
              <a:buChar char="■"/>
              <a:defRPr/>
            </a:lvl3pPr>
            <a:lvl4pPr indent="-88900" lvl="3" marL="0" marR="0" rtl="0" algn="l">
              <a:spcBef>
                <a:spcPts val="0"/>
              </a:spcBef>
              <a:spcAft>
                <a:spcPts val="0"/>
              </a:spcAft>
              <a:buSzPts val="1400"/>
              <a:buChar char="●"/>
              <a:defRPr/>
            </a:lvl4pPr>
            <a:lvl5pPr indent="-88900" lvl="4" marL="0" marR="0" rtl="0" algn="l">
              <a:spcBef>
                <a:spcPts val="0"/>
              </a:spcBef>
              <a:spcAft>
                <a:spcPts val="0"/>
              </a:spcAft>
              <a:buSzPts val="1400"/>
              <a:buChar char="○"/>
              <a:defRPr/>
            </a:lvl5pPr>
            <a:lvl6pPr indent="-88900" lvl="5" marL="0" marR="0" rtl="0" algn="l">
              <a:spcBef>
                <a:spcPts val="0"/>
              </a:spcBef>
              <a:spcAft>
                <a:spcPts val="0"/>
              </a:spcAft>
              <a:buSzPts val="1400"/>
              <a:buChar char="■"/>
              <a:defRPr/>
            </a:lvl6pPr>
            <a:lvl7pPr indent="-88900" lvl="6" marL="0" marR="0" rtl="0" algn="l">
              <a:spcBef>
                <a:spcPts val="0"/>
              </a:spcBef>
              <a:spcAft>
                <a:spcPts val="0"/>
              </a:spcAft>
              <a:buSzPts val="1400"/>
              <a:buChar char="●"/>
              <a:defRPr/>
            </a:lvl7pPr>
            <a:lvl8pPr indent="-88900" lvl="7" marL="0" marR="0" rtl="0" algn="l">
              <a:spcBef>
                <a:spcPts val="0"/>
              </a:spcBef>
              <a:spcAft>
                <a:spcPts val="0"/>
              </a:spcAft>
              <a:buSzPts val="1400"/>
              <a:buChar char="○"/>
              <a:defRPr/>
            </a:lvl8pPr>
            <a:lvl9pPr indent="-88900" lvl="8" marL="0" marR="0" rtl="0" algn="l">
              <a:spcBef>
                <a:spcPts val="0"/>
              </a:spcBef>
              <a:spcAft>
                <a:spcPts val="0"/>
              </a:spcAft>
              <a:buSzPts val="1400"/>
              <a:buChar char="■"/>
              <a:defRPr/>
            </a:lvl9pPr>
          </a:lstStyle>
          <a:p/>
        </p:txBody>
      </p:sp>
      <p:sp>
        <p:nvSpPr>
          <p:cNvPr id="15" name="Google Shape;15;p2"/>
          <p:cNvSpPr txBox="1"/>
          <p:nvPr>
            <p:ph idx="1" type="subTitle"/>
          </p:nvPr>
        </p:nvSpPr>
        <p:spPr>
          <a:xfrm>
            <a:off x="1371600" y="2914650"/>
            <a:ext cx="6400800" cy="1314450"/>
          </a:xfrm>
          <a:prstGeom prst="rect">
            <a:avLst/>
          </a:prstGeom>
          <a:noFill/>
          <a:ln>
            <a:noFill/>
          </a:ln>
        </p:spPr>
        <p:txBody>
          <a:bodyPr anchorCtr="0" anchor="t" bIns="91425" lIns="91425" spcFirstLastPara="1" rIns="91425" wrap="square" tIns="91425">
            <a:noAutofit/>
          </a:bodyPr>
          <a:lstStyle>
            <a:lvl1pPr indent="0" lvl="0" marL="0" marR="0" rtl="0" algn="ctr">
              <a:spcBef>
                <a:spcPts val="640"/>
              </a:spcBef>
              <a:spcAft>
                <a:spcPts val="0"/>
              </a:spcAft>
              <a:buClr>
                <a:srgbClr val="888888"/>
              </a:buClr>
              <a:buSzPts val="1400"/>
              <a:buFont typeface="Calibri"/>
              <a:buNone/>
              <a:defRPr/>
            </a:lvl1pPr>
            <a:lvl2pPr indent="0" lvl="1" marL="457200" marR="0" rtl="0" algn="ctr">
              <a:spcBef>
                <a:spcPts val="560"/>
              </a:spcBef>
              <a:spcAft>
                <a:spcPts val="0"/>
              </a:spcAft>
              <a:buClr>
                <a:srgbClr val="888888"/>
              </a:buClr>
              <a:buSzPts val="1400"/>
              <a:buFont typeface="Calibri"/>
              <a:buNone/>
              <a:defRPr/>
            </a:lvl2pPr>
            <a:lvl3pPr indent="0" lvl="2" marL="914400" marR="0" rtl="0" algn="ctr">
              <a:spcBef>
                <a:spcPts val="480"/>
              </a:spcBef>
              <a:spcAft>
                <a:spcPts val="0"/>
              </a:spcAft>
              <a:buClr>
                <a:srgbClr val="888888"/>
              </a:buClr>
              <a:buSzPts val="1400"/>
              <a:buFont typeface="Calibri"/>
              <a:buNone/>
              <a:defRPr/>
            </a:lvl3pPr>
            <a:lvl4pPr indent="0" lvl="3" marL="1371600" marR="0" rtl="0" algn="ctr">
              <a:spcBef>
                <a:spcPts val="400"/>
              </a:spcBef>
              <a:spcAft>
                <a:spcPts val="0"/>
              </a:spcAft>
              <a:buClr>
                <a:srgbClr val="888888"/>
              </a:buClr>
              <a:buSzPts val="1400"/>
              <a:buFont typeface="Calibri"/>
              <a:buNone/>
              <a:defRPr/>
            </a:lvl4pPr>
            <a:lvl5pPr indent="0" lvl="4" marL="1828800" marR="0" rtl="0" algn="ctr">
              <a:spcBef>
                <a:spcPts val="400"/>
              </a:spcBef>
              <a:spcAft>
                <a:spcPts val="0"/>
              </a:spcAft>
              <a:buClr>
                <a:srgbClr val="888888"/>
              </a:buClr>
              <a:buSzPts val="1400"/>
              <a:buFont typeface="Calibri"/>
              <a:buNone/>
              <a:defRPr/>
            </a:lvl5pPr>
            <a:lvl6pPr indent="0" lvl="5" marL="2286000" marR="0" rtl="0" algn="ctr">
              <a:spcBef>
                <a:spcPts val="400"/>
              </a:spcBef>
              <a:spcAft>
                <a:spcPts val="0"/>
              </a:spcAft>
              <a:buClr>
                <a:srgbClr val="888888"/>
              </a:buClr>
              <a:buSzPts val="1400"/>
              <a:buFont typeface="Calibri"/>
              <a:buNone/>
              <a:defRPr/>
            </a:lvl6pPr>
            <a:lvl7pPr indent="0" lvl="6" marL="2743200" marR="0" rtl="0" algn="ctr">
              <a:spcBef>
                <a:spcPts val="400"/>
              </a:spcBef>
              <a:spcAft>
                <a:spcPts val="0"/>
              </a:spcAft>
              <a:buClr>
                <a:srgbClr val="888888"/>
              </a:buClr>
              <a:buSzPts val="1400"/>
              <a:buFont typeface="Calibri"/>
              <a:buNone/>
              <a:defRPr/>
            </a:lvl7pPr>
            <a:lvl8pPr indent="0" lvl="7" marL="3200400" marR="0" rtl="0" algn="ctr">
              <a:spcBef>
                <a:spcPts val="400"/>
              </a:spcBef>
              <a:spcAft>
                <a:spcPts val="0"/>
              </a:spcAft>
              <a:buClr>
                <a:srgbClr val="888888"/>
              </a:buClr>
              <a:buSzPts val="1400"/>
              <a:buFont typeface="Calibri"/>
              <a:buNone/>
              <a:defRPr/>
            </a:lvl8pPr>
            <a:lvl9pPr indent="0" lvl="8" marL="3657600" marR="0" rtl="0" algn="ctr">
              <a:spcBef>
                <a:spcPts val="400"/>
              </a:spcBef>
              <a:spcAft>
                <a:spcPts val="0"/>
              </a:spcAft>
              <a:buClr>
                <a:srgbClr val="888888"/>
              </a:buClr>
              <a:buSzPts val="1400"/>
              <a:buFont typeface="Calibri"/>
              <a:buNone/>
              <a:defRPr/>
            </a:lvl9pPr>
          </a:lstStyle>
          <a:p/>
        </p:txBody>
      </p:sp>
      <p:sp>
        <p:nvSpPr>
          <p:cNvPr id="16" name="Google Shape;16;p2"/>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17" name="Google Shape;17;p2"/>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88900" lvl="0" marL="0" marR="0" rtl="0" algn="ctr">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18" name="Google Shape;18;p2"/>
          <p:cNvSpPr txBox="1"/>
          <p:nvPr>
            <p:ph idx="12" type="sldNum"/>
          </p:nvPr>
        </p:nvSpPr>
        <p:spPr>
          <a:xfrm>
            <a:off x="6553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r">
              <a:buNone/>
              <a:defRPr/>
            </a:lvl1pPr>
            <a:lvl2pPr indent="0" lvl="1" marL="0" marR="0" rtl="0" algn="r">
              <a:buNone/>
              <a:defRPr/>
            </a:lvl2pPr>
            <a:lvl3pPr indent="0" lvl="2" marL="0" marR="0" rtl="0" algn="r">
              <a:buNone/>
              <a:defRPr/>
            </a:lvl3pPr>
            <a:lvl4pPr indent="0" lvl="3" marL="0" marR="0" rtl="0" algn="r">
              <a:buNone/>
              <a:defRPr/>
            </a:lvl4pPr>
            <a:lvl5pPr indent="0" lvl="4" marL="0" marR="0" rtl="0" algn="r">
              <a:buNone/>
              <a:defRPr/>
            </a:lvl5pPr>
            <a:lvl6pPr indent="0" lvl="5" marL="0" marR="0" rtl="0" algn="r">
              <a:buNone/>
              <a:defRPr/>
            </a:lvl6pPr>
            <a:lvl7pPr indent="0" lvl="6" marL="0" marR="0" rtl="0" algn="r">
              <a:buNone/>
              <a:defRPr/>
            </a:lvl7pPr>
            <a:lvl8pPr indent="0" lvl="7" marL="0" marR="0" rtl="0" algn="r">
              <a:buNone/>
              <a:defRPr/>
            </a:lvl8pPr>
            <a:lvl9pPr indent="0" lvl="8" marL="0" marR="0" rtl="0" algn="r">
              <a:buNone/>
              <a:defRPr/>
            </a:lvl9pPr>
          </a:lstStyle>
          <a:p>
            <a:pPr indent="-88900" lvl="0" marL="0" rtl="0" algn="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a:p>
          <a:p>
            <a:pPr indent="-88900" lvl="2" marL="914400" rtl="0" algn="l">
              <a:spcBef>
                <a:spcPts val="0"/>
              </a:spcBef>
              <a:spcAft>
                <a:spcPts val="0"/>
              </a:spcAft>
              <a:buSzPts val="1400"/>
              <a:buChar char="■"/>
            </a:pPr>
            <a:r>
              <a:t/>
            </a:r>
            <a:endParaRPr/>
          </a:p>
          <a:p>
            <a:pPr indent="-88900" lvl="3" marL="1371600" rtl="0" algn="l">
              <a:spcBef>
                <a:spcPts val="0"/>
              </a:spcBef>
              <a:spcAft>
                <a:spcPts val="0"/>
              </a:spcAft>
              <a:buSzPts val="1400"/>
              <a:buChar char="●"/>
            </a:pPr>
            <a:r>
              <a:t/>
            </a:r>
            <a:endParaRPr/>
          </a:p>
          <a:p>
            <a:pPr indent="-88900" lvl="4" marL="1828800" rtl="0" algn="l">
              <a:spcBef>
                <a:spcPts val="0"/>
              </a:spcBef>
              <a:spcAft>
                <a:spcPts val="0"/>
              </a:spcAft>
              <a:buSzPts val="1400"/>
              <a:buChar char="○"/>
            </a:pPr>
            <a:r>
              <a:t/>
            </a:r>
            <a:endParaRPr/>
          </a:p>
          <a:p>
            <a:pPr indent="-88900" lvl="5" marL="2286000" rtl="0" algn="l">
              <a:spcBef>
                <a:spcPts val="0"/>
              </a:spcBef>
              <a:spcAft>
                <a:spcPts val="0"/>
              </a:spcAft>
              <a:buSzPts val="1400"/>
              <a:buChar char="■"/>
            </a:pPr>
            <a:r>
              <a:t/>
            </a:r>
            <a:endParaRPr/>
          </a:p>
          <a:p>
            <a:pPr indent="-88900" lvl="6" marL="2743200" rtl="0" algn="l">
              <a:spcBef>
                <a:spcPts val="0"/>
              </a:spcBef>
              <a:spcAft>
                <a:spcPts val="0"/>
              </a:spcAft>
              <a:buSzPts val="1400"/>
              <a:buChar char="●"/>
            </a:pPr>
            <a:r>
              <a:t/>
            </a:r>
            <a:endParaRPr/>
          </a:p>
          <a:p>
            <a:pPr indent="-88900" lvl="7" marL="3200400" rtl="0" algn="l">
              <a:spcBef>
                <a:spcPts val="0"/>
              </a:spcBef>
              <a:spcAft>
                <a:spcPts val="0"/>
              </a:spcAft>
              <a:buSzPts val="1400"/>
              <a:buChar char="○"/>
            </a:pPr>
            <a:r>
              <a:t/>
            </a:r>
            <a:endParaRPr/>
          </a:p>
          <a:p>
            <a:pPr indent="-88900" lvl="8" marL="3657600" rtl="0" algn="l">
              <a:spcBef>
                <a:spcPts val="0"/>
              </a:spcBef>
              <a:spcAft>
                <a:spcPts val="0"/>
              </a:spcAft>
              <a:buSzPts val="1400"/>
              <a:buChar char="■"/>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457200" y="205978"/>
            <a:ext cx="8229600" cy="85725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dk1"/>
              </a:buClr>
              <a:buSzPts val="1400"/>
              <a:buFont typeface="Calibri"/>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21" name="Google Shape;21;p3"/>
          <p:cNvSpPr txBox="1"/>
          <p:nvPr>
            <p:ph idx="1" type="body"/>
          </p:nvPr>
        </p:nvSpPr>
        <p:spPr>
          <a:xfrm>
            <a:off x="457200" y="1200150"/>
            <a:ext cx="8229600" cy="3394472"/>
          </a:xfrm>
          <a:prstGeom prst="rect">
            <a:avLst/>
          </a:prstGeom>
          <a:noFill/>
          <a:ln>
            <a:noFill/>
          </a:ln>
        </p:spPr>
        <p:txBody>
          <a:bodyPr anchorCtr="0" anchor="t" bIns="91425" lIns="91425" spcFirstLastPara="1" rIns="91425" wrap="square" tIns="91425">
            <a:noAutofit/>
          </a:bodyPr>
          <a:lstStyle>
            <a:lvl1pPr indent="-317500" lvl="0" marL="457200" rtl="0" algn="l">
              <a:spcBef>
                <a:spcPts val="640"/>
              </a:spcBef>
              <a:spcAft>
                <a:spcPts val="0"/>
              </a:spcAft>
              <a:buClr>
                <a:schemeClr val="dk1"/>
              </a:buClr>
              <a:buSzPts val="1400"/>
              <a:buFont typeface="Calibri"/>
              <a:buChar char="•"/>
              <a:defRPr/>
            </a:lvl1pPr>
            <a:lvl2pPr indent="-317500" lvl="1" marL="914400" rtl="0" algn="l">
              <a:spcBef>
                <a:spcPts val="560"/>
              </a:spcBef>
              <a:spcAft>
                <a:spcPts val="0"/>
              </a:spcAft>
              <a:buClr>
                <a:schemeClr val="dk1"/>
              </a:buClr>
              <a:buSzPts val="1400"/>
              <a:buFont typeface="Calibri"/>
              <a:buChar char="–"/>
              <a:defRPr/>
            </a:lvl2pPr>
            <a:lvl3pPr indent="-317500" lvl="2" marL="1371600" rtl="0" algn="l">
              <a:spcBef>
                <a:spcPts val="480"/>
              </a:spcBef>
              <a:spcAft>
                <a:spcPts val="0"/>
              </a:spcAft>
              <a:buClr>
                <a:schemeClr val="dk1"/>
              </a:buClr>
              <a:buSzPts val="1400"/>
              <a:buFont typeface="Calibri"/>
              <a:buChar char="•"/>
              <a:defRPr/>
            </a:lvl3pPr>
            <a:lvl4pPr indent="-317500" lvl="3" marL="1828800" rtl="0" algn="l">
              <a:spcBef>
                <a:spcPts val="400"/>
              </a:spcBef>
              <a:spcAft>
                <a:spcPts val="0"/>
              </a:spcAft>
              <a:buClr>
                <a:schemeClr val="dk1"/>
              </a:buClr>
              <a:buSzPts val="1400"/>
              <a:buFont typeface="Calibri"/>
              <a:buChar char="–"/>
              <a:defRPr/>
            </a:lvl4pPr>
            <a:lvl5pPr indent="-317500" lvl="4" marL="2286000" rtl="0" algn="l">
              <a:spcBef>
                <a:spcPts val="400"/>
              </a:spcBef>
              <a:spcAft>
                <a:spcPts val="0"/>
              </a:spcAft>
              <a:buClr>
                <a:schemeClr val="dk1"/>
              </a:buClr>
              <a:buSzPts val="1400"/>
              <a:buFont typeface="Calibri"/>
              <a:buChar char="»"/>
              <a:defRPr/>
            </a:lvl5pPr>
            <a:lvl6pPr indent="-317500" lvl="5" marL="2743200" rtl="0" algn="l">
              <a:spcBef>
                <a:spcPts val="400"/>
              </a:spcBef>
              <a:spcAft>
                <a:spcPts val="0"/>
              </a:spcAft>
              <a:buClr>
                <a:schemeClr val="dk1"/>
              </a:buClr>
              <a:buSzPts val="1400"/>
              <a:buFont typeface="Calibri"/>
              <a:buChar char="•"/>
              <a:defRPr/>
            </a:lvl6pPr>
            <a:lvl7pPr indent="-317500" lvl="6" marL="3200400" rtl="0" algn="l">
              <a:spcBef>
                <a:spcPts val="400"/>
              </a:spcBef>
              <a:spcAft>
                <a:spcPts val="0"/>
              </a:spcAft>
              <a:buClr>
                <a:schemeClr val="dk1"/>
              </a:buClr>
              <a:buSzPts val="1400"/>
              <a:buFont typeface="Calibri"/>
              <a:buChar char="•"/>
              <a:defRPr/>
            </a:lvl7pPr>
            <a:lvl8pPr indent="-317500" lvl="7" marL="3657600" rtl="0" algn="l">
              <a:spcBef>
                <a:spcPts val="400"/>
              </a:spcBef>
              <a:spcAft>
                <a:spcPts val="0"/>
              </a:spcAft>
              <a:buClr>
                <a:schemeClr val="dk1"/>
              </a:buClr>
              <a:buSzPts val="1400"/>
              <a:buFont typeface="Calibri"/>
              <a:buChar char="•"/>
              <a:defRPr/>
            </a:lvl8pPr>
            <a:lvl9pPr indent="-317500" lvl="8" marL="4114800" rtl="0" algn="l">
              <a:spcBef>
                <a:spcPts val="400"/>
              </a:spcBef>
              <a:spcAft>
                <a:spcPts val="0"/>
              </a:spcAft>
              <a:buClr>
                <a:schemeClr val="dk1"/>
              </a:buClr>
              <a:buSzPts val="1400"/>
              <a:buFont typeface="Calibri"/>
              <a:buChar char="•"/>
              <a:defRPr/>
            </a:lvl9pPr>
          </a:lstStyle>
          <a:p/>
        </p:txBody>
      </p:sp>
      <p:sp>
        <p:nvSpPr>
          <p:cNvPr id="22" name="Google Shape;22;p3"/>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23" name="Google Shape;23;p3"/>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88900" lvl="0" marL="0" marR="0" rtl="0" algn="ctr">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24" name="Google Shape;24;p3"/>
          <p:cNvSpPr txBox="1"/>
          <p:nvPr>
            <p:ph idx="12" type="sldNum"/>
          </p:nvPr>
        </p:nvSpPr>
        <p:spPr>
          <a:xfrm>
            <a:off x="6553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r">
              <a:buNone/>
              <a:defRPr/>
            </a:lvl1pPr>
            <a:lvl2pPr indent="0" lvl="1" marL="0" marR="0" rtl="0" algn="r">
              <a:buNone/>
              <a:defRPr/>
            </a:lvl2pPr>
            <a:lvl3pPr indent="0" lvl="2" marL="0" marR="0" rtl="0" algn="r">
              <a:buNone/>
              <a:defRPr/>
            </a:lvl3pPr>
            <a:lvl4pPr indent="0" lvl="3" marL="0" marR="0" rtl="0" algn="r">
              <a:buNone/>
              <a:defRPr/>
            </a:lvl4pPr>
            <a:lvl5pPr indent="0" lvl="4" marL="0" marR="0" rtl="0" algn="r">
              <a:buNone/>
              <a:defRPr/>
            </a:lvl5pPr>
            <a:lvl6pPr indent="0" lvl="5" marL="0" marR="0" rtl="0" algn="r">
              <a:buNone/>
              <a:defRPr/>
            </a:lvl6pPr>
            <a:lvl7pPr indent="0" lvl="6" marL="0" marR="0" rtl="0" algn="r">
              <a:buNone/>
              <a:defRPr/>
            </a:lvl7pPr>
            <a:lvl8pPr indent="0" lvl="7" marL="0" marR="0" rtl="0" algn="r">
              <a:buNone/>
              <a:defRPr/>
            </a:lvl8pPr>
            <a:lvl9pPr indent="0" lvl="8" marL="0" marR="0" rtl="0" algn="r">
              <a:buNone/>
              <a:defRPr/>
            </a:lvl9pPr>
          </a:lstStyle>
          <a:p>
            <a:pPr indent="-88900" lvl="0" marL="0" rtl="0" algn="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a:p>
          <a:p>
            <a:pPr indent="-88900" lvl="2" marL="914400" rtl="0" algn="l">
              <a:spcBef>
                <a:spcPts val="0"/>
              </a:spcBef>
              <a:spcAft>
                <a:spcPts val="0"/>
              </a:spcAft>
              <a:buSzPts val="1400"/>
              <a:buChar char="■"/>
            </a:pPr>
            <a:r>
              <a:t/>
            </a:r>
            <a:endParaRPr/>
          </a:p>
          <a:p>
            <a:pPr indent="-88900" lvl="3" marL="1371600" rtl="0" algn="l">
              <a:spcBef>
                <a:spcPts val="0"/>
              </a:spcBef>
              <a:spcAft>
                <a:spcPts val="0"/>
              </a:spcAft>
              <a:buSzPts val="1400"/>
              <a:buChar char="●"/>
            </a:pPr>
            <a:r>
              <a:t/>
            </a:r>
            <a:endParaRPr/>
          </a:p>
          <a:p>
            <a:pPr indent="-88900" lvl="4" marL="1828800" rtl="0" algn="l">
              <a:spcBef>
                <a:spcPts val="0"/>
              </a:spcBef>
              <a:spcAft>
                <a:spcPts val="0"/>
              </a:spcAft>
              <a:buSzPts val="1400"/>
              <a:buChar char="○"/>
            </a:pPr>
            <a:r>
              <a:t/>
            </a:r>
            <a:endParaRPr/>
          </a:p>
          <a:p>
            <a:pPr indent="-88900" lvl="5" marL="2286000" rtl="0" algn="l">
              <a:spcBef>
                <a:spcPts val="0"/>
              </a:spcBef>
              <a:spcAft>
                <a:spcPts val="0"/>
              </a:spcAft>
              <a:buSzPts val="1400"/>
              <a:buChar char="■"/>
            </a:pPr>
            <a:r>
              <a:t/>
            </a:r>
            <a:endParaRPr/>
          </a:p>
          <a:p>
            <a:pPr indent="-88900" lvl="6" marL="2743200" rtl="0" algn="l">
              <a:spcBef>
                <a:spcPts val="0"/>
              </a:spcBef>
              <a:spcAft>
                <a:spcPts val="0"/>
              </a:spcAft>
              <a:buSzPts val="1400"/>
              <a:buChar char="●"/>
            </a:pPr>
            <a:r>
              <a:t/>
            </a:r>
            <a:endParaRPr/>
          </a:p>
          <a:p>
            <a:pPr indent="-88900" lvl="7" marL="3200400" rtl="0" algn="l">
              <a:spcBef>
                <a:spcPts val="0"/>
              </a:spcBef>
              <a:spcAft>
                <a:spcPts val="0"/>
              </a:spcAft>
              <a:buSzPts val="1400"/>
              <a:buChar char="○"/>
            </a:pPr>
            <a:r>
              <a:t/>
            </a:r>
            <a:endParaRPr/>
          </a:p>
          <a:p>
            <a:pPr indent="-88900" lvl="8" marL="3657600" rtl="0" algn="l">
              <a:spcBef>
                <a:spcPts val="0"/>
              </a:spcBef>
              <a:spcAft>
                <a:spcPts val="0"/>
              </a:spcAft>
              <a:buSzPts val="1400"/>
              <a:buChar char="■"/>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tête de section" type="secHead">
  <p:cSld name="SECTION_HEADER">
    <p:spTree>
      <p:nvGrpSpPr>
        <p:cNvPr id="25" name="Shape 25"/>
        <p:cNvGrpSpPr/>
        <p:nvPr/>
      </p:nvGrpSpPr>
      <p:grpSpPr>
        <a:xfrm>
          <a:off x="0" y="0"/>
          <a:ext cx="0" cy="0"/>
          <a:chOff x="0" y="0"/>
          <a:chExt cx="0" cy="0"/>
        </a:xfrm>
      </p:grpSpPr>
      <p:sp>
        <p:nvSpPr>
          <p:cNvPr id="26" name="Google Shape;26;p4"/>
          <p:cNvSpPr txBox="1"/>
          <p:nvPr>
            <p:ph type="title"/>
          </p:nvPr>
        </p:nvSpPr>
        <p:spPr>
          <a:xfrm>
            <a:off x="722313" y="3305175"/>
            <a:ext cx="7772400" cy="1021556"/>
          </a:xfrm>
          <a:prstGeom prst="rect">
            <a:avLst/>
          </a:prstGeom>
          <a:noFill/>
          <a:ln>
            <a:noFill/>
          </a:ln>
        </p:spPr>
        <p:txBody>
          <a:bodyPr anchorCtr="0" anchor="t" bIns="91425" lIns="91425" spcFirstLastPara="1" rIns="91425" wrap="square" tIns="91425">
            <a:noAutofit/>
          </a:bodyPr>
          <a:lstStyle>
            <a:lvl1pPr lvl="0" rtl="0" algn="l">
              <a:spcBef>
                <a:spcPts val="0"/>
              </a:spcBef>
              <a:spcAft>
                <a:spcPts val="0"/>
              </a:spcAft>
              <a:buSzPts val="1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27" name="Google Shape;27;p4"/>
          <p:cNvSpPr txBox="1"/>
          <p:nvPr>
            <p:ph idx="1" type="body"/>
          </p:nvPr>
        </p:nvSpPr>
        <p:spPr>
          <a:xfrm>
            <a:off x="722313" y="2180035"/>
            <a:ext cx="7772400" cy="1125140"/>
          </a:xfrm>
          <a:prstGeom prst="rect">
            <a:avLst/>
          </a:prstGeom>
          <a:noFill/>
          <a:ln>
            <a:noFill/>
          </a:ln>
        </p:spPr>
        <p:txBody>
          <a:bodyPr anchorCtr="0" anchor="b" bIns="91425" lIns="91425" spcFirstLastPara="1" rIns="91425" wrap="square" tIns="91425">
            <a:noAutofit/>
          </a:bodyPr>
          <a:lstStyle>
            <a:lvl1pPr indent="-228600" lvl="0" marL="457200" rtl="0">
              <a:spcBef>
                <a:spcPts val="640"/>
              </a:spcBef>
              <a:spcAft>
                <a:spcPts val="0"/>
              </a:spcAft>
              <a:buClr>
                <a:srgbClr val="888888"/>
              </a:buClr>
              <a:buSzPts val="1400"/>
              <a:buFont typeface="Calibri"/>
              <a:buNone/>
              <a:defRPr/>
            </a:lvl1pPr>
            <a:lvl2pPr indent="-228600" lvl="1" marL="914400" rtl="0">
              <a:spcBef>
                <a:spcPts val="560"/>
              </a:spcBef>
              <a:spcAft>
                <a:spcPts val="0"/>
              </a:spcAft>
              <a:buClr>
                <a:srgbClr val="888888"/>
              </a:buClr>
              <a:buSzPts val="1400"/>
              <a:buFont typeface="Calibri"/>
              <a:buNone/>
              <a:defRPr/>
            </a:lvl2pPr>
            <a:lvl3pPr indent="-228600" lvl="2" marL="1371600" rtl="0">
              <a:spcBef>
                <a:spcPts val="480"/>
              </a:spcBef>
              <a:spcAft>
                <a:spcPts val="0"/>
              </a:spcAft>
              <a:buClr>
                <a:srgbClr val="888888"/>
              </a:buClr>
              <a:buSzPts val="1400"/>
              <a:buFont typeface="Calibri"/>
              <a:buNone/>
              <a:defRPr/>
            </a:lvl3pPr>
            <a:lvl4pPr indent="-228600" lvl="3" marL="1828800" rtl="0">
              <a:spcBef>
                <a:spcPts val="400"/>
              </a:spcBef>
              <a:spcAft>
                <a:spcPts val="0"/>
              </a:spcAft>
              <a:buClr>
                <a:srgbClr val="888888"/>
              </a:buClr>
              <a:buSzPts val="1400"/>
              <a:buFont typeface="Calibri"/>
              <a:buNone/>
              <a:defRPr/>
            </a:lvl4pPr>
            <a:lvl5pPr indent="-228600" lvl="4" marL="2286000" rtl="0">
              <a:spcBef>
                <a:spcPts val="400"/>
              </a:spcBef>
              <a:spcAft>
                <a:spcPts val="0"/>
              </a:spcAft>
              <a:buClr>
                <a:srgbClr val="888888"/>
              </a:buClr>
              <a:buSzPts val="1400"/>
              <a:buFont typeface="Calibri"/>
              <a:buNone/>
              <a:defRPr/>
            </a:lvl5pPr>
            <a:lvl6pPr indent="-228600" lvl="5" marL="2743200" rtl="0">
              <a:spcBef>
                <a:spcPts val="400"/>
              </a:spcBef>
              <a:spcAft>
                <a:spcPts val="0"/>
              </a:spcAft>
              <a:buClr>
                <a:srgbClr val="888888"/>
              </a:buClr>
              <a:buSzPts val="1400"/>
              <a:buFont typeface="Calibri"/>
              <a:buNone/>
              <a:defRPr/>
            </a:lvl6pPr>
            <a:lvl7pPr indent="-228600" lvl="6" marL="3200400" rtl="0">
              <a:spcBef>
                <a:spcPts val="400"/>
              </a:spcBef>
              <a:spcAft>
                <a:spcPts val="0"/>
              </a:spcAft>
              <a:buClr>
                <a:srgbClr val="888888"/>
              </a:buClr>
              <a:buSzPts val="1400"/>
              <a:buFont typeface="Calibri"/>
              <a:buNone/>
              <a:defRPr/>
            </a:lvl7pPr>
            <a:lvl8pPr indent="-228600" lvl="7" marL="3657600" rtl="0">
              <a:spcBef>
                <a:spcPts val="400"/>
              </a:spcBef>
              <a:spcAft>
                <a:spcPts val="0"/>
              </a:spcAft>
              <a:buClr>
                <a:srgbClr val="888888"/>
              </a:buClr>
              <a:buSzPts val="1400"/>
              <a:buFont typeface="Calibri"/>
              <a:buNone/>
              <a:defRPr/>
            </a:lvl8pPr>
            <a:lvl9pPr indent="-228600" lvl="8" marL="4114800" rtl="0">
              <a:spcBef>
                <a:spcPts val="400"/>
              </a:spcBef>
              <a:spcAft>
                <a:spcPts val="0"/>
              </a:spcAft>
              <a:buClr>
                <a:srgbClr val="888888"/>
              </a:buClr>
              <a:buSzPts val="1400"/>
              <a:buFont typeface="Calibri"/>
              <a:buNone/>
              <a:defRPr/>
            </a:lvl9pPr>
          </a:lstStyle>
          <a:p/>
        </p:txBody>
      </p:sp>
      <p:sp>
        <p:nvSpPr>
          <p:cNvPr id="28" name="Google Shape;28;p4"/>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29" name="Google Shape;29;p4"/>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88900" lvl="0" marL="0" marR="0" rtl="0" algn="ctr">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30" name="Google Shape;30;p4"/>
          <p:cNvSpPr txBox="1"/>
          <p:nvPr>
            <p:ph idx="12" type="sldNum"/>
          </p:nvPr>
        </p:nvSpPr>
        <p:spPr>
          <a:xfrm>
            <a:off x="6553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r">
              <a:buNone/>
              <a:defRPr/>
            </a:lvl1pPr>
            <a:lvl2pPr indent="0" lvl="1" marL="0" marR="0" rtl="0" algn="r">
              <a:buNone/>
              <a:defRPr/>
            </a:lvl2pPr>
            <a:lvl3pPr indent="0" lvl="2" marL="0" marR="0" rtl="0" algn="r">
              <a:buNone/>
              <a:defRPr/>
            </a:lvl3pPr>
            <a:lvl4pPr indent="0" lvl="3" marL="0" marR="0" rtl="0" algn="r">
              <a:buNone/>
              <a:defRPr/>
            </a:lvl4pPr>
            <a:lvl5pPr indent="0" lvl="4" marL="0" marR="0" rtl="0" algn="r">
              <a:buNone/>
              <a:defRPr/>
            </a:lvl5pPr>
            <a:lvl6pPr indent="0" lvl="5" marL="0" marR="0" rtl="0" algn="r">
              <a:buNone/>
              <a:defRPr/>
            </a:lvl6pPr>
            <a:lvl7pPr indent="0" lvl="6" marL="0" marR="0" rtl="0" algn="r">
              <a:buNone/>
              <a:defRPr/>
            </a:lvl7pPr>
            <a:lvl8pPr indent="0" lvl="7" marL="0" marR="0" rtl="0" algn="r">
              <a:buNone/>
              <a:defRPr/>
            </a:lvl8pPr>
            <a:lvl9pPr indent="0" lvl="8" marL="0" marR="0" rtl="0" algn="r">
              <a:buNone/>
              <a:defRPr/>
            </a:lvl9pPr>
          </a:lstStyle>
          <a:p>
            <a:pPr indent="-88900" lvl="0" marL="0" rtl="0" algn="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a:p>
          <a:p>
            <a:pPr indent="-88900" lvl="2" marL="914400" rtl="0" algn="l">
              <a:spcBef>
                <a:spcPts val="0"/>
              </a:spcBef>
              <a:spcAft>
                <a:spcPts val="0"/>
              </a:spcAft>
              <a:buSzPts val="1400"/>
              <a:buChar char="■"/>
            </a:pPr>
            <a:r>
              <a:t/>
            </a:r>
            <a:endParaRPr/>
          </a:p>
          <a:p>
            <a:pPr indent="-88900" lvl="3" marL="1371600" rtl="0" algn="l">
              <a:spcBef>
                <a:spcPts val="0"/>
              </a:spcBef>
              <a:spcAft>
                <a:spcPts val="0"/>
              </a:spcAft>
              <a:buSzPts val="1400"/>
              <a:buChar char="●"/>
            </a:pPr>
            <a:r>
              <a:t/>
            </a:r>
            <a:endParaRPr/>
          </a:p>
          <a:p>
            <a:pPr indent="-88900" lvl="4" marL="1828800" rtl="0" algn="l">
              <a:spcBef>
                <a:spcPts val="0"/>
              </a:spcBef>
              <a:spcAft>
                <a:spcPts val="0"/>
              </a:spcAft>
              <a:buSzPts val="1400"/>
              <a:buChar char="○"/>
            </a:pPr>
            <a:r>
              <a:t/>
            </a:r>
            <a:endParaRPr/>
          </a:p>
          <a:p>
            <a:pPr indent="-88900" lvl="5" marL="2286000" rtl="0" algn="l">
              <a:spcBef>
                <a:spcPts val="0"/>
              </a:spcBef>
              <a:spcAft>
                <a:spcPts val="0"/>
              </a:spcAft>
              <a:buSzPts val="1400"/>
              <a:buChar char="■"/>
            </a:pPr>
            <a:r>
              <a:t/>
            </a:r>
            <a:endParaRPr/>
          </a:p>
          <a:p>
            <a:pPr indent="-88900" lvl="6" marL="2743200" rtl="0" algn="l">
              <a:spcBef>
                <a:spcPts val="0"/>
              </a:spcBef>
              <a:spcAft>
                <a:spcPts val="0"/>
              </a:spcAft>
              <a:buSzPts val="1400"/>
              <a:buChar char="●"/>
            </a:pPr>
            <a:r>
              <a:t/>
            </a:r>
            <a:endParaRPr/>
          </a:p>
          <a:p>
            <a:pPr indent="-88900" lvl="7" marL="3200400" rtl="0" algn="l">
              <a:spcBef>
                <a:spcPts val="0"/>
              </a:spcBef>
              <a:spcAft>
                <a:spcPts val="0"/>
              </a:spcAft>
              <a:buSzPts val="1400"/>
              <a:buChar char="○"/>
            </a:pPr>
            <a:r>
              <a:t/>
            </a:r>
            <a:endParaRPr/>
          </a:p>
          <a:p>
            <a:pPr indent="-88900" lvl="8" marL="3657600" rtl="0" algn="l">
              <a:spcBef>
                <a:spcPts val="0"/>
              </a:spcBef>
              <a:spcAft>
                <a:spcPts val="0"/>
              </a:spcAft>
              <a:buSzPts val="1400"/>
              <a:buChar char="■"/>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31" name="Shape 31"/>
        <p:cNvGrpSpPr/>
        <p:nvPr/>
      </p:nvGrpSpPr>
      <p:grpSpPr>
        <a:xfrm>
          <a:off x="0" y="0"/>
          <a:ext cx="0" cy="0"/>
          <a:chOff x="0" y="0"/>
          <a:chExt cx="0" cy="0"/>
        </a:xfrm>
      </p:grpSpPr>
      <p:sp>
        <p:nvSpPr>
          <p:cNvPr id="32" name="Google Shape;32;p5"/>
          <p:cNvSpPr txBox="1"/>
          <p:nvPr>
            <p:ph type="title"/>
          </p:nvPr>
        </p:nvSpPr>
        <p:spPr>
          <a:xfrm>
            <a:off x="457200" y="205978"/>
            <a:ext cx="8229600" cy="85725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dk1"/>
              </a:buClr>
              <a:buSzPts val="1400"/>
              <a:buFont typeface="Calibri"/>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33" name="Google Shape;33;p5"/>
          <p:cNvSpPr txBox="1"/>
          <p:nvPr>
            <p:ph idx="1" type="body"/>
          </p:nvPr>
        </p:nvSpPr>
        <p:spPr>
          <a:xfrm>
            <a:off x="457200" y="1200150"/>
            <a:ext cx="4038600" cy="3394472"/>
          </a:xfrm>
          <a:prstGeom prst="rect">
            <a:avLst/>
          </a:prstGeom>
          <a:noFill/>
          <a:ln>
            <a:noFill/>
          </a:ln>
        </p:spPr>
        <p:txBody>
          <a:bodyPr anchorCtr="0" anchor="t" bIns="91425" lIns="91425" spcFirstLastPara="1" rIns="91425" wrap="square" tIns="91425">
            <a:noAutofit/>
          </a:bodyPr>
          <a:lstStyle>
            <a:lvl1pPr indent="-317500" lvl="0" marL="457200" rtl="0">
              <a:spcBef>
                <a:spcPts val="640"/>
              </a:spcBef>
              <a:spcAft>
                <a:spcPts val="0"/>
              </a:spcAft>
              <a:buSzPts val="1400"/>
              <a:buChar char="•"/>
              <a:defRPr/>
            </a:lvl1pPr>
            <a:lvl2pPr indent="-317500" lvl="1" marL="914400" rtl="0">
              <a:spcBef>
                <a:spcPts val="560"/>
              </a:spcBef>
              <a:spcAft>
                <a:spcPts val="0"/>
              </a:spcAft>
              <a:buSzPts val="1400"/>
              <a:buChar char="–"/>
              <a:defRPr/>
            </a:lvl2pPr>
            <a:lvl3pPr indent="-317500" lvl="2" marL="1371600" rtl="0">
              <a:spcBef>
                <a:spcPts val="480"/>
              </a:spcBef>
              <a:spcAft>
                <a:spcPts val="0"/>
              </a:spcAft>
              <a:buSzPts val="1400"/>
              <a:buChar char="•"/>
              <a:defRPr/>
            </a:lvl3pPr>
            <a:lvl4pPr indent="-317500" lvl="3" marL="1828800" rtl="0">
              <a:spcBef>
                <a:spcPts val="400"/>
              </a:spcBef>
              <a:spcAft>
                <a:spcPts val="0"/>
              </a:spcAft>
              <a:buSzPts val="1400"/>
              <a:buChar char="–"/>
              <a:defRPr/>
            </a:lvl4pPr>
            <a:lvl5pPr indent="-317500" lvl="4" marL="2286000" rtl="0">
              <a:spcBef>
                <a:spcPts val="400"/>
              </a:spcBef>
              <a:spcAft>
                <a:spcPts val="0"/>
              </a:spcAft>
              <a:buSzPts val="1400"/>
              <a:buChar char="»"/>
              <a:defRPr/>
            </a:lvl5pPr>
            <a:lvl6pPr indent="-317500" lvl="5" marL="2743200" rtl="0">
              <a:spcBef>
                <a:spcPts val="400"/>
              </a:spcBef>
              <a:spcAft>
                <a:spcPts val="0"/>
              </a:spcAft>
              <a:buSzPts val="1400"/>
              <a:buChar char="•"/>
              <a:defRPr/>
            </a:lvl6pPr>
            <a:lvl7pPr indent="-317500" lvl="6" marL="3200400" rtl="0">
              <a:spcBef>
                <a:spcPts val="400"/>
              </a:spcBef>
              <a:spcAft>
                <a:spcPts val="0"/>
              </a:spcAft>
              <a:buSzPts val="1400"/>
              <a:buChar char="•"/>
              <a:defRPr/>
            </a:lvl7pPr>
            <a:lvl8pPr indent="-317500" lvl="7" marL="3657600" rtl="0">
              <a:spcBef>
                <a:spcPts val="400"/>
              </a:spcBef>
              <a:spcAft>
                <a:spcPts val="0"/>
              </a:spcAft>
              <a:buSzPts val="1400"/>
              <a:buChar char="•"/>
              <a:defRPr/>
            </a:lvl8pPr>
            <a:lvl9pPr indent="-317500" lvl="8" marL="4114800" rtl="0">
              <a:spcBef>
                <a:spcPts val="400"/>
              </a:spcBef>
              <a:spcAft>
                <a:spcPts val="0"/>
              </a:spcAft>
              <a:buSzPts val="1400"/>
              <a:buChar char="•"/>
              <a:defRPr/>
            </a:lvl9pPr>
          </a:lstStyle>
          <a:p/>
        </p:txBody>
      </p:sp>
      <p:sp>
        <p:nvSpPr>
          <p:cNvPr id="34" name="Google Shape;34;p5"/>
          <p:cNvSpPr txBox="1"/>
          <p:nvPr>
            <p:ph idx="2" type="body"/>
          </p:nvPr>
        </p:nvSpPr>
        <p:spPr>
          <a:xfrm>
            <a:off x="4648200" y="1200150"/>
            <a:ext cx="4038600" cy="3394472"/>
          </a:xfrm>
          <a:prstGeom prst="rect">
            <a:avLst/>
          </a:prstGeom>
          <a:noFill/>
          <a:ln>
            <a:noFill/>
          </a:ln>
        </p:spPr>
        <p:txBody>
          <a:bodyPr anchorCtr="0" anchor="t" bIns="91425" lIns="91425" spcFirstLastPara="1" rIns="91425" wrap="square" tIns="91425">
            <a:noAutofit/>
          </a:bodyPr>
          <a:lstStyle>
            <a:lvl1pPr indent="-317500" lvl="0" marL="457200" rtl="0">
              <a:spcBef>
                <a:spcPts val="640"/>
              </a:spcBef>
              <a:spcAft>
                <a:spcPts val="0"/>
              </a:spcAft>
              <a:buSzPts val="1400"/>
              <a:buChar char="•"/>
              <a:defRPr/>
            </a:lvl1pPr>
            <a:lvl2pPr indent="-317500" lvl="1" marL="914400" rtl="0">
              <a:spcBef>
                <a:spcPts val="560"/>
              </a:spcBef>
              <a:spcAft>
                <a:spcPts val="0"/>
              </a:spcAft>
              <a:buSzPts val="1400"/>
              <a:buChar char="–"/>
              <a:defRPr/>
            </a:lvl2pPr>
            <a:lvl3pPr indent="-317500" lvl="2" marL="1371600" rtl="0">
              <a:spcBef>
                <a:spcPts val="480"/>
              </a:spcBef>
              <a:spcAft>
                <a:spcPts val="0"/>
              </a:spcAft>
              <a:buSzPts val="1400"/>
              <a:buChar char="•"/>
              <a:defRPr/>
            </a:lvl3pPr>
            <a:lvl4pPr indent="-317500" lvl="3" marL="1828800" rtl="0">
              <a:spcBef>
                <a:spcPts val="400"/>
              </a:spcBef>
              <a:spcAft>
                <a:spcPts val="0"/>
              </a:spcAft>
              <a:buSzPts val="1400"/>
              <a:buChar char="–"/>
              <a:defRPr/>
            </a:lvl4pPr>
            <a:lvl5pPr indent="-317500" lvl="4" marL="2286000" rtl="0">
              <a:spcBef>
                <a:spcPts val="400"/>
              </a:spcBef>
              <a:spcAft>
                <a:spcPts val="0"/>
              </a:spcAft>
              <a:buSzPts val="1400"/>
              <a:buChar char="»"/>
              <a:defRPr/>
            </a:lvl5pPr>
            <a:lvl6pPr indent="-317500" lvl="5" marL="2743200" rtl="0">
              <a:spcBef>
                <a:spcPts val="400"/>
              </a:spcBef>
              <a:spcAft>
                <a:spcPts val="0"/>
              </a:spcAft>
              <a:buSzPts val="1400"/>
              <a:buChar char="•"/>
              <a:defRPr/>
            </a:lvl6pPr>
            <a:lvl7pPr indent="-317500" lvl="6" marL="3200400" rtl="0">
              <a:spcBef>
                <a:spcPts val="400"/>
              </a:spcBef>
              <a:spcAft>
                <a:spcPts val="0"/>
              </a:spcAft>
              <a:buSzPts val="1400"/>
              <a:buChar char="•"/>
              <a:defRPr/>
            </a:lvl7pPr>
            <a:lvl8pPr indent="-317500" lvl="7" marL="3657600" rtl="0">
              <a:spcBef>
                <a:spcPts val="400"/>
              </a:spcBef>
              <a:spcAft>
                <a:spcPts val="0"/>
              </a:spcAft>
              <a:buSzPts val="1400"/>
              <a:buChar char="•"/>
              <a:defRPr/>
            </a:lvl8pPr>
            <a:lvl9pPr indent="-317500" lvl="8" marL="4114800" rtl="0">
              <a:spcBef>
                <a:spcPts val="400"/>
              </a:spcBef>
              <a:spcAft>
                <a:spcPts val="0"/>
              </a:spcAft>
              <a:buSzPts val="1400"/>
              <a:buChar char="•"/>
              <a:defRPr/>
            </a:lvl9pPr>
          </a:lstStyle>
          <a:p/>
        </p:txBody>
      </p:sp>
      <p:sp>
        <p:nvSpPr>
          <p:cNvPr id="35" name="Google Shape;35;p5"/>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36" name="Google Shape;36;p5"/>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88900" lvl="0" marL="0" marR="0" rtl="0" algn="ctr">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37" name="Google Shape;37;p5"/>
          <p:cNvSpPr txBox="1"/>
          <p:nvPr>
            <p:ph idx="12" type="sldNum"/>
          </p:nvPr>
        </p:nvSpPr>
        <p:spPr>
          <a:xfrm>
            <a:off x="6553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r">
              <a:buNone/>
              <a:defRPr/>
            </a:lvl1pPr>
            <a:lvl2pPr indent="0" lvl="1" marL="0" marR="0" rtl="0" algn="r">
              <a:buNone/>
              <a:defRPr/>
            </a:lvl2pPr>
            <a:lvl3pPr indent="0" lvl="2" marL="0" marR="0" rtl="0" algn="r">
              <a:buNone/>
              <a:defRPr/>
            </a:lvl3pPr>
            <a:lvl4pPr indent="0" lvl="3" marL="0" marR="0" rtl="0" algn="r">
              <a:buNone/>
              <a:defRPr/>
            </a:lvl4pPr>
            <a:lvl5pPr indent="0" lvl="4" marL="0" marR="0" rtl="0" algn="r">
              <a:buNone/>
              <a:defRPr/>
            </a:lvl5pPr>
            <a:lvl6pPr indent="0" lvl="5" marL="0" marR="0" rtl="0" algn="r">
              <a:buNone/>
              <a:defRPr/>
            </a:lvl6pPr>
            <a:lvl7pPr indent="0" lvl="6" marL="0" marR="0" rtl="0" algn="r">
              <a:buNone/>
              <a:defRPr/>
            </a:lvl7pPr>
            <a:lvl8pPr indent="0" lvl="7" marL="0" marR="0" rtl="0" algn="r">
              <a:buNone/>
              <a:defRPr/>
            </a:lvl8pPr>
            <a:lvl9pPr indent="0" lvl="8" marL="0" marR="0" rtl="0" algn="r">
              <a:buNone/>
              <a:defRPr/>
            </a:lvl9pPr>
          </a:lstStyle>
          <a:p>
            <a:pPr indent="-88900" lvl="0" marL="0" rtl="0" algn="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a:p>
          <a:p>
            <a:pPr indent="-88900" lvl="2" marL="914400" rtl="0" algn="l">
              <a:spcBef>
                <a:spcPts val="0"/>
              </a:spcBef>
              <a:spcAft>
                <a:spcPts val="0"/>
              </a:spcAft>
              <a:buSzPts val="1400"/>
              <a:buChar char="■"/>
            </a:pPr>
            <a:r>
              <a:t/>
            </a:r>
            <a:endParaRPr/>
          </a:p>
          <a:p>
            <a:pPr indent="-88900" lvl="3" marL="1371600" rtl="0" algn="l">
              <a:spcBef>
                <a:spcPts val="0"/>
              </a:spcBef>
              <a:spcAft>
                <a:spcPts val="0"/>
              </a:spcAft>
              <a:buSzPts val="1400"/>
              <a:buChar char="●"/>
            </a:pPr>
            <a:r>
              <a:t/>
            </a:r>
            <a:endParaRPr/>
          </a:p>
          <a:p>
            <a:pPr indent="-88900" lvl="4" marL="1828800" rtl="0" algn="l">
              <a:spcBef>
                <a:spcPts val="0"/>
              </a:spcBef>
              <a:spcAft>
                <a:spcPts val="0"/>
              </a:spcAft>
              <a:buSzPts val="1400"/>
              <a:buChar char="○"/>
            </a:pPr>
            <a:r>
              <a:t/>
            </a:r>
            <a:endParaRPr/>
          </a:p>
          <a:p>
            <a:pPr indent="-88900" lvl="5" marL="2286000" rtl="0" algn="l">
              <a:spcBef>
                <a:spcPts val="0"/>
              </a:spcBef>
              <a:spcAft>
                <a:spcPts val="0"/>
              </a:spcAft>
              <a:buSzPts val="1400"/>
              <a:buChar char="■"/>
            </a:pPr>
            <a:r>
              <a:t/>
            </a:r>
            <a:endParaRPr/>
          </a:p>
          <a:p>
            <a:pPr indent="-88900" lvl="6" marL="2743200" rtl="0" algn="l">
              <a:spcBef>
                <a:spcPts val="0"/>
              </a:spcBef>
              <a:spcAft>
                <a:spcPts val="0"/>
              </a:spcAft>
              <a:buSzPts val="1400"/>
              <a:buChar char="●"/>
            </a:pPr>
            <a:r>
              <a:t/>
            </a:r>
            <a:endParaRPr/>
          </a:p>
          <a:p>
            <a:pPr indent="-88900" lvl="7" marL="3200400" rtl="0" algn="l">
              <a:spcBef>
                <a:spcPts val="0"/>
              </a:spcBef>
              <a:spcAft>
                <a:spcPts val="0"/>
              </a:spcAft>
              <a:buSzPts val="1400"/>
              <a:buChar char="○"/>
            </a:pPr>
            <a:r>
              <a:t/>
            </a:r>
            <a:endParaRPr/>
          </a:p>
          <a:p>
            <a:pPr indent="-88900" lvl="8" marL="3657600" rtl="0" algn="l">
              <a:spcBef>
                <a:spcPts val="0"/>
              </a:spcBef>
              <a:spcAft>
                <a:spcPts val="0"/>
              </a:spcAft>
              <a:buSzPts val="1400"/>
              <a:buChar char="■"/>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38" name="Shape 38"/>
        <p:cNvGrpSpPr/>
        <p:nvPr/>
      </p:nvGrpSpPr>
      <p:grpSpPr>
        <a:xfrm>
          <a:off x="0" y="0"/>
          <a:ext cx="0" cy="0"/>
          <a:chOff x="0" y="0"/>
          <a:chExt cx="0" cy="0"/>
        </a:xfrm>
      </p:grpSpPr>
      <p:sp>
        <p:nvSpPr>
          <p:cNvPr id="39" name="Google Shape;39;p6"/>
          <p:cNvSpPr txBox="1"/>
          <p:nvPr>
            <p:ph type="title"/>
          </p:nvPr>
        </p:nvSpPr>
        <p:spPr>
          <a:xfrm>
            <a:off x="457200" y="205978"/>
            <a:ext cx="8229600" cy="85725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40" name="Google Shape;40;p6"/>
          <p:cNvSpPr txBox="1"/>
          <p:nvPr>
            <p:ph idx="1" type="body"/>
          </p:nvPr>
        </p:nvSpPr>
        <p:spPr>
          <a:xfrm>
            <a:off x="457200" y="1151335"/>
            <a:ext cx="4040188" cy="479822"/>
          </a:xfrm>
          <a:prstGeom prst="rect">
            <a:avLst/>
          </a:prstGeom>
          <a:noFill/>
          <a:ln>
            <a:noFill/>
          </a:ln>
        </p:spPr>
        <p:txBody>
          <a:bodyPr anchorCtr="0" anchor="b" bIns="91425" lIns="91425" spcFirstLastPara="1" rIns="91425" wrap="square" tIns="91425">
            <a:noAutofit/>
          </a:bodyPr>
          <a:lstStyle>
            <a:lvl1pPr indent="-228600" lvl="0" marL="457200" rtl="0">
              <a:spcBef>
                <a:spcPts val="640"/>
              </a:spcBef>
              <a:spcAft>
                <a:spcPts val="0"/>
              </a:spcAft>
              <a:buSzPts val="1400"/>
              <a:buFont typeface="Calibri"/>
              <a:buNone/>
              <a:defRPr/>
            </a:lvl1pPr>
            <a:lvl2pPr indent="-228600" lvl="1" marL="914400" rtl="0">
              <a:spcBef>
                <a:spcPts val="560"/>
              </a:spcBef>
              <a:spcAft>
                <a:spcPts val="0"/>
              </a:spcAft>
              <a:buSzPts val="1400"/>
              <a:buFont typeface="Calibri"/>
              <a:buNone/>
              <a:defRPr/>
            </a:lvl2pPr>
            <a:lvl3pPr indent="-228600" lvl="2" marL="1371600" rtl="0">
              <a:spcBef>
                <a:spcPts val="480"/>
              </a:spcBef>
              <a:spcAft>
                <a:spcPts val="0"/>
              </a:spcAft>
              <a:buSzPts val="1400"/>
              <a:buFont typeface="Calibri"/>
              <a:buNone/>
              <a:defRPr/>
            </a:lvl3pPr>
            <a:lvl4pPr indent="-228600" lvl="3" marL="1828800" rtl="0">
              <a:spcBef>
                <a:spcPts val="400"/>
              </a:spcBef>
              <a:spcAft>
                <a:spcPts val="0"/>
              </a:spcAft>
              <a:buSzPts val="1400"/>
              <a:buFont typeface="Calibri"/>
              <a:buNone/>
              <a:defRPr/>
            </a:lvl4pPr>
            <a:lvl5pPr indent="-228600" lvl="4" marL="2286000" rtl="0">
              <a:spcBef>
                <a:spcPts val="400"/>
              </a:spcBef>
              <a:spcAft>
                <a:spcPts val="0"/>
              </a:spcAft>
              <a:buSzPts val="1400"/>
              <a:buFont typeface="Calibri"/>
              <a:buNone/>
              <a:defRPr/>
            </a:lvl5pPr>
            <a:lvl6pPr indent="-228600" lvl="5" marL="2743200" rtl="0">
              <a:spcBef>
                <a:spcPts val="400"/>
              </a:spcBef>
              <a:spcAft>
                <a:spcPts val="0"/>
              </a:spcAft>
              <a:buSzPts val="1400"/>
              <a:buFont typeface="Calibri"/>
              <a:buNone/>
              <a:defRPr/>
            </a:lvl6pPr>
            <a:lvl7pPr indent="-228600" lvl="6" marL="3200400" rtl="0">
              <a:spcBef>
                <a:spcPts val="400"/>
              </a:spcBef>
              <a:spcAft>
                <a:spcPts val="0"/>
              </a:spcAft>
              <a:buSzPts val="1400"/>
              <a:buFont typeface="Calibri"/>
              <a:buNone/>
              <a:defRPr/>
            </a:lvl7pPr>
            <a:lvl8pPr indent="-228600" lvl="7" marL="3657600" rtl="0">
              <a:spcBef>
                <a:spcPts val="400"/>
              </a:spcBef>
              <a:spcAft>
                <a:spcPts val="0"/>
              </a:spcAft>
              <a:buSzPts val="1400"/>
              <a:buFont typeface="Calibri"/>
              <a:buNone/>
              <a:defRPr/>
            </a:lvl8pPr>
            <a:lvl9pPr indent="-228600" lvl="8" marL="4114800" rtl="0">
              <a:spcBef>
                <a:spcPts val="400"/>
              </a:spcBef>
              <a:spcAft>
                <a:spcPts val="0"/>
              </a:spcAft>
              <a:buSzPts val="1400"/>
              <a:buFont typeface="Calibri"/>
              <a:buNone/>
              <a:defRPr/>
            </a:lvl9pPr>
          </a:lstStyle>
          <a:p/>
        </p:txBody>
      </p:sp>
      <p:sp>
        <p:nvSpPr>
          <p:cNvPr id="41" name="Google Shape;41;p6"/>
          <p:cNvSpPr txBox="1"/>
          <p:nvPr>
            <p:ph idx="2" type="body"/>
          </p:nvPr>
        </p:nvSpPr>
        <p:spPr>
          <a:xfrm>
            <a:off x="457200" y="1631156"/>
            <a:ext cx="4040188" cy="2963466"/>
          </a:xfrm>
          <a:prstGeom prst="rect">
            <a:avLst/>
          </a:prstGeom>
          <a:noFill/>
          <a:ln>
            <a:noFill/>
          </a:ln>
        </p:spPr>
        <p:txBody>
          <a:bodyPr anchorCtr="0" anchor="t" bIns="91425" lIns="91425" spcFirstLastPara="1" rIns="91425" wrap="square" tIns="91425">
            <a:noAutofit/>
          </a:bodyPr>
          <a:lstStyle>
            <a:lvl1pPr indent="-317500" lvl="0" marL="457200" rtl="0">
              <a:spcBef>
                <a:spcPts val="640"/>
              </a:spcBef>
              <a:spcAft>
                <a:spcPts val="0"/>
              </a:spcAft>
              <a:buSzPts val="1400"/>
              <a:buChar char="•"/>
              <a:defRPr/>
            </a:lvl1pPr>
            <a:lvl2pPr indent="-317500" lvl="1" marL="914400" rtl="0">
              <a:spcBef>
                <a:spcPts val="560"/>
              </a:spcBef>
              <a:spcAft>
                <a:spcPts val="0"/>
              </a:spcAft>
              <a:buSzPts val="1400"/>
              <a:buChar char="–"/>
              <a:defRPr/>
            </a:lvl2pPr>
            <a:lvl3pPr indent="-317500" lvl="2" marL="1371600" rtl="0">
              <a:spcBef>
                <a:spcPts val="480"/>
              </a:spcBef>
              <a:spcAft>
                <a:spcPts val="0"/>
              </a:spcAft>
              <a:buSzPts val="1400"/>
              <a:buChar char="•"/>
              <a:defRPr/>
            </a:lvl3pPr>
            <a:lvl4pPr indent="-317500" lvl="3" marL="1828800" rtl="0">
              <a:spcBef>
                <a:spcPts val="400"/>
              </a:spcBef>
              <a:spcAft>
                <a:spcPts val="0"/>
              </a:spcAft>
              <a:buSzPts val="1400"/>
              <a:buChar char="–"/>
              <a:defRPr/>
            </a:lvl4pPr>
            <a:lvl5pPr indent="-317500" lvl="4" marL="2286000" rtl="0">
              <a:spcBef>
                <a:spcPts val="400"/>
              </a:spcBef>
              <a:spcAft>
                <a:spcPts val="0"/>
              </a:spcAft>
              <a:buSzPts val="1400"/>
              <a:buChar char="»"/>
              <a:defRPr/>
            </a:lvl5pPr>
            <a:lvl6pPr indent="-317500" lvl="5" marL="2743200" rtl="0">
              <a:spcBef>
                <a:spcPts val="400"/>
              </a:spcBef>
              <a:spcAft>
                <a:spcPts val="0"/>
              </a:spcAft>
              <a:buSzPts val="1400"/>
              <a:buChar char="•"/>
              <a:defRPr/>
            </a:lvl6pPr>
            <a:lvl7pPr indent="-317500" lvl="6" marL="3200400" rtl="0">
              <a:spcBef>
                <a:spcPts val="400"/>
              </a:spcBef>
              <a:spcAft>
                <a:spcPts val="0"/>
              </a:spcAft>
              <a:buSzPts val="1400"/>
              <a:buChar char="•"/>
              <a:defRPr/>
            </a:lvl7pPr>
            <a:lvl8pPr indent="-317500" lvl="7" marL="3657600" rtl="0">
              <a:spcBef>
                <a:spcPts val="400"/>
              </a:spcBef>
              <a:spcAft>
                <a:spcPts val="0"/>
              </a:spcAft>
              <a:buSzPts val="1400"/>
              <a:buChar char="•"/>
              <a:defRPr/>
            </a:lvl8pPr>
            <a:lvl9pPr indent="-317500" lvl="8" marL="4114800" rtl="0">
              <a:spcBef>
                <a:spcPts val="400"/>
              </a:spcBef>
              <a:spcAft>
                <a:spcPts val="0"/>
              </a:spcAft>
              <a:buSzPts val="1400"/>
              <a:buChar char="•"/>
              <a:defRPr/>
            </a:lvl9pPr>
          </a:lstStyle>
          <a:p/>
        </p:txBody>
      </p:sp>
      <p:sp>
        <p:nvSpPr>
          <p:cNvPr id="42" name="Google Shape;42;p6"/>
          <p:cNvSpPr txBox="1"/>
          <p:nvPr>
            <p:ph idx="3" type="body"/>
          </p:nvPr>
        </p:nvSpPr>
        <p:spPr>
          <a:xfrm>
            <a:off x="4645025" y="1151335"/>
            <a:ext cx="4041775" cy="479822"/>
          </a:xfrm>
          <a:prstGeom prst="rect">
            <a:avLst/>
          </a:prstGeom>
          <a:noFill/>
          <a:ln>
            <a:noFill/>
          </a:ln>
        </p:spPr>
        <p:txBody>
          <a:bodyPr anchorCtr="0" anchor="b" bIns="91425" lIns="91425" spcFirstLastPara="1" rIns="91425" wrap="square" tIns="91425">
            <a:noAutofit/>
          </a:bodyPr>
          <a:lstStyle>
            <a:lvl1pPr indent="-228600" lvl="0" marL="457200" rtl="0">
              <a:spcBef>
                <a:spcPts val="640"/>
              </a:spcBef>
              <a:spcAft>
                <a:spcPts val="0"/>
              </a:spcAft>
              <a:buSzPts val="1400"/>
              <a:buFont typeface="Calibri"/>
              <a:buNone/>
              <a:defRPr/>
            </a:lvl1pPr>
            <a:lvl2pPr indent="-228600" lvl="1" marL="914400" rtl="0">
              <a:spcBef>
                <a:spcPts val="560"/>
              </a:spcBef>
              <a:spcAft>
                <a:spcPts val="0"/>
              </a:spcAft>
              <a:buSzPts val="1400"/>
              <a:buFont typeface="Calibri"/>
              <a:buNone/>
              <a:defRPr/>
            </a:lvl2pPr>
            <a:lvl3pPr indent="-228600" lvl="2" marL="1371600" rtl="0">
              <a:spcBef>
                <a:spcPts val="480"/>
              </a:spcBef>
              <a:spcAft>
                <a:spcPts val="0"/>
              </a:spcAft>
              <a:buSzPts val="1400"/>
              <a:buFont typeface="Calibri"/>
              <a:buNone/>
              <a:defRPr/>
            </a:lvl3pPr>
            <a:lvl4pPr indent="-228600" lvl="3" marL="1828800" rtl="0">
              <a:spcBef>
                <a:spcPts val="400"/>
              </a:spcBef>
              <a:spcAft>
                <a:spcPts val="0"/>
              </a:spcAft>
              <a:buSzPts val="1400"/>
              <a:buFont typeface="Calibri"/>
              <a:buNone/>
              <a:defRPr/>
            </a:lvl4pPr>
            <a:lvl5pPr indent="-228600" lvl="4" marL="2286000" rtl="0">
              <a:spcBef>
                <a:spcPts val="400"/>
              </a:spcBef>
              <a:spcAft>
                <a:spcPts val="0"/>
              </a:spcAft>
              <a:buSzPts val="1400"/>
              <a:buFont typeface="Calibri"/>
              <a:buNone/>
              <a:defRPr/>
            </a:lvl5pPr>
            <a:lvl6pPr indent="-228600" lvl="5" marL="2743200" rtl="0">
              <a:spcBef>
                <a:spcPts val="400"/>
              </a:spcBef>
              <a:spcAft>
                <a:spcPts val="0"/>
              </a:spcAft>
              <a:buSzPts val="1400"/>
              <a:buFont typeface="Calibri"/>
              <a:buNone/>
              <a:defRPr/>
            </a:lvl6pPr>
            <a:lvl7pPr indent="-228600" lvl="6" marL="3200400" rtl="0">
              <a:spcBef>
                <a:spcPts val="400"/>
              </a:spcBef>
              <a:spcAft>
                <a:spcPts val="0"/>
              </a:spcAft>
              <a:buSzPts val="1400"/>
              <a:buFont typeface="Calibri"/>
              <a:buNone/>
              <a:defRPr/>
            </a:lvl7pPr>
            <a:lvl8pPr indent="-228600" lvl="7" marL="3657600" rtl="0">
              <a:spcBef>
                <a:spcPts val="400"/>
              </a:spcBef>
              <a:spcAft>
                <a:spcPts val="0"/>
              </a:spcAft>
              <a:buSzPts val="1400"/>
              <a:buFont typeface="Calibri"/>
              <a:buNone/>
              <a:defRPr/>
            </a:lvl8pPr>
            <a:lvl9pPr indent="-228600" lvl="8" marL="4114800" rtl="0">
              <a:spcBef>
                <a:spcPts val="400"/>
              </a:spcBef>
              <a:spcAft>
                <a:spcPts val="0"/>
              </a:spcAft>
              <a:buSzPts val="1400"/>
              <a:buFont typeface="Calibri"/>
              <a:buNone/>
              <a:defRPr/>
            </a:lvl9pPr>
          </a:lstStyle>
          <a:p/>
        </p:txBody>
      </p:sp>
      <p:sp>
        <p:nvSpPr>
          <p:cNvPr id="43" name="Google Shape;43;p6"/>
          <p:cNvSpPr txBox="1"/>
          <p:nvPr>
            <p:ph idx="4" type="body"/>
          </p:nvPr>
        </p:nvSpPr>
        <p:spPr>
          <a:xfrm>
            <a:off x="4645025" y="1631156"/>
            <a:ext cx="4041775" cy="2963466"/>
          </a:xfrm>
          <a:prstGeom prst="rect">
            <a:avLst/>
          </a:prstGeom>
          <a:noFill/>
          <a:ln>
            <a:noFill/>
          </a:ln>
        </p:spPr>
        <p:txBody>
          <a:bodyPr anchorCtr="0" anchor="t" bIns="91425" lIns="91425" spcFirstLastPara="1" rIns="91425" wrap="square" tIns="91425">
            <a:noAutofit/>
          </a:bodyPr>
          <a:lstStyle>
            <a:lvl1pPr indent="-317500" lvl="0" marL="457200" rtl="0">
              <a:spcBef>
                <a:spcPts val="640"/>
              </a:spcBef>
              <a:spcAft>
                <a:spcPts val="0"/>
              </a:spcAft>
              <a:buSzPts val="1400"/>
              <a:buChar char="•"/>
              <a:defRPr/>
            </a:lvl1pPr>
            <a:lvl2pPr indent="-317500" lvl="1" marL="914400" rtl="0">
              <a:spcBef>
                <a:spcPts val="560"/>
              </a:spcBef>
              <a:spcAft>
                <a:spcPts val="0"/>
              </a:spcAft>
              <a:buSzPts val="1400"/>
              <a:buChar char="–"/>
              <a:defRPr/>
            </a:lvl2pPr>
            <a:lvl3pPr indent="-317500" lvl="2" marL="1371600" rtl="0">
              <a:spcBef>
                <a:spcPts val="480"/>
              </a:spcBef>
              <a:spcAft>
                <a:spcPts val="0"/>
              </a:spcAft>
              <a:buSzPts val="1400"/>
              <a:buChar char="•"/>
              <a:defRPr/>
            </a:lvl3pPr>
            <a:lvl4pPr indent="-317500" lvl="3" marL="1828800" rtl="0">
              <a:spcBef>
                <a:spcPts val="400"/>
              </a:spcBef>
              <a:spcAft>
                <a:spcPts val="0"/>
              </a:spcAft>
              <a:buSzPts val="1400"/>
              <a:buChar char="–"/>
              <a:defRPr/>
            </a:lvl4pPr>
            <a:lvl5pPr indent="-317500" lvl="4" marL="2286000" rtl="0">
              <a:spcBef>
                <a:spcPts val="400"/>
              </a:spcBef>
              <a:spcAft>
                <a:spcPts val="0"/>
              </a:spcAft>
              <a:buSzPts val="1400"/>
              <a:buChar char="»"/>
              <a:defRPr/>
            </a:lvl5pPr>
            <a:lvl6pPr indent="-317500" lvl="5" marL="2743200" rtl="0">
              <a:spcBef>
                <a:spcPts val="400"/>
              </a:spcBef>
              <a:spcAft>
                <a:spcPts val="0"/>
              </a:spcAft>
              <a:buSzPts val="1400"/>
              <a:buChar char="•"/>
              <a:defRPr/>
            </a:lvl6pPr>
            <a:lvl7pPr indent="-317500" lvl="6" marL="3200400" rtl="0">
              <a:spcBef>
                <a:spcPts val="400"/>
              </a:spcBef>
              <a:spcAft>
                <a:spcPts val="0"/>
              </a:spcAft>
              <a:buSzPts val="1400"/>
              <a:buChar char="•"/>
              <a:defRPr/>
            </a:lvl7pPr>
            <a:lvl8pPr indent="-317500" lvl="7" marL="3657600" rtl="0">
              <a:spcBef>
                <a:spcPts val="400"/>
              </a:spcBef>
              <a:spcAft>
                <a:spcPts val="0"/>
              </a:spcAft>
              <a:buSzPts val="1400"/>
              <a:buChar char="•"/>
              <a:defRPr/>
            </a:lvl8pPr>
            <a:lvl9pPr indent="-317500" lvl="8" marL="4114800" rtl="0">
              <a:spcBef>
                <a:spcPts val="400"/>
              </a:spcBef>
              <a:spcAft>
                <a:spcPts val="0"/>
              </a:spcAft>
              <a:buSzPts val="1400"/>
              <a:buChar char="•"/>
              <a:defRPr/>
            </a:lvl9pPr>
          </a:lstStyle>
          <a:p/>
        </p:txBody>
      </p:sp>
      <p:sp>
        <p:nvSpPr>
          <p:cNvPr id="44" name="Google Shape;44;p6"/>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45" name="Google Shape;45;p6"/>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88900" lvl="0" marL="0" marR="0" rtl="0" algn="ctr">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46" name="Google Shape;46;p6"/>
          <p:cNvSpPr txBox="1"/>
          <p:nvPr>
            <p:ph idx="12" type="sldNum"/>
          </p:nvPr>
        </p:nvSpPr>
        <p:spPr>
          <a:xfrm>
            <a:off x="6553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r">
              <a:buNone/>
              <a:defRPr/>
            </a:lvl1pPr>
            <a:lvl2pPr indent="0" lvl="1" marL="0" marR="0" rtl="0" algn="r">
              <a:buNone/>
              <a:defRPr/>
            </a:lvl2pPr>
            <a:lvl3pPr indent="0" lvl="2" marL="0" marR="0" rtl="0" algn="r">
              <a:buNone/>
              <a:defRPr/>
            </a:lvl3pPr>
            <a:lvl4pPr indent="0" lvl="3" marL="0" marR="0" rtl="0" algn="r">
              <a:buNone/>
              <a:defRPr/>
            </a:lvl4pPr>
            <a:lvl5pPr indent="0" lvl="4" marL="0" marR="0" rtl="0" algn="r">
              <a:buNone/>
              <a:defRPr/>
            </a:lvl5pPr>
            <a:lvl6pPr indent="0" lvl="5" marL="0" marR="0" rtl="0" algn="r">
              <a:buNone/>
              <a:defRPr/>
            </a:lvl6pPr>
            <a:lvl7pPr indent="0" lvl="6" marL="0" marR="0" rtl="0" algn="r">
              <a:buNone/>
              <a:defRPr/>
            </a:lvl7pPr>
            <a:lvl8pPr indent="0" lvl="7" marL="0" marR="0" rtl="0" algn="r">
              <a:buNone/>
              <a:defRPr/>
            </a:lvl8pPr>
            <a:lvl9pPr indent="0" lvl="8" marL="0" marR="0" rtl="0" algn="r">
              <a:buNone/>
              <a:defRPr/>
            </a:lvl9pPr>
          </a:lstStyle>
          <a:p>
            <a:pPr indent="-88900" lvl="0" marL="0" rtl="0" algn="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a:p>
          <a:p>
            <a:pPr indent="-88900" lvl="2" marL="914400" rtl="0" algn="l">
              <a:spcBef>
                <a:spcPts val="0"/>
              </a:spcBef>
              <a:spcAft>
                <a:spcPts val="0"/>
              </a:spcAft>
              <a:buSzPts val="1400"/>
              <a:buChar char="■"/>
            </a:pPr>
            <a:r>
              <a:t/>
            </a:r>
            <a:endParaRPr/>
          </a:p>
          <a:p>
            <a:pPr indent="-88900" lvl="3" marL="1371600" rtl="0" algn="l">
              <a:spcBef>
                <a:spcPts val="0"/>
              </a:spcBef>
              <a:spcAft>
                <a:spcPts val="0"/>
              </a:spcAft>
              <a:buSzPts val="1400"/>
              <a:buChar char="●"/>
            </a:pPr>
            <a:r>
              <a:t/>
            </a:r>
            <a:endParaRPr/>
          </a:p>
          <a:p>
            <a:pPr indent="-88900" lvl="4" marL="1828800" rtl="0" algn="l">
              <a:spcBef>
                <a:spcPts val="0"/>
              </a:spcBef>
              <a:spcAft>
                <a:spcPts val="0"/>
              </a:spcAft>
              <a:buSzPts val="1400"/>
              <a:buChar char="○"/>
            </a:pPr>
            <a:r>
              <a:t/>
            </a:r>
            <a:endParaRPr/>
          </a:p>
          <a:p>
            <a:pPr indent="-88900" lvl="5" marL="2286000" rtl="0" algn="l">
              <a:spcBef>
                <a:spcPts val="0"/>
              </a:spcBef>
              <a:spcAft>
                <a:spcPts val="0"/>
              </a:spcAft>
              <a:buSzPts val="1400"/>
              <a:buChar char="■"/>
            </a:pPr>
            <a:r>
              <a:t/>
            </a:r>
            <a:endParaRPr/>
          </a:p>
          <a:p>
            <a:pPr indent="-88900" lvl="6" marL="2743200" rtl="0" algn="l">
              <a:spcBef>
                <a:spcPts val="0"/>
              </a:spcBef>
              <a:spcAft>
                <a:spcPts val="0"/>
              </a:spcAft>
              <a:buSzPts val="1400"/>
              <a:buChar char="●"/>
            </a:pPr>
            <a:r>
              <a:t/>
            </a:r>
            <a:endParaRPr/>
          </a:p>
          <a:p>
            <a:pPr indent="-88900" lvl="7" marL="3200400" rtl="0" algn="l">
              <a:spcBef>
                <a:spcPts val="0"/>
              </a:spcBef>
              <a:spcAft>
                <a:spcPts val="0"/>
              </a:spcAft>
              <a:buSzPts val="1400"/>
              <a:buChar char="○"/>
            </a:pPr>
            <a:r>
              <a:t/>
            </a:r>
            <a:endParaRPr/>
          </a:p>
          <a:p>
            <a:pPr indent="-88900" lvl="8" marL="3657600" rtl="0" algn="l">
              <a:spcBef>
                <a:spcPts val="0"/>
              </a:spcBef>
              <a:spcAft>
                <a:spcPts val="0"/>
              </a:spcAft>
              <a:buSzPts val="1400"/>
              <a:buChar char="■"/>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457200" y="205978"/>
            <a:ext cx="8229600" cy="85725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dk1"/>
              </a:buClr>
              <a:buSzPts val="1400"/>
              <a:buFont typeface="Calibri"/>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49" name="Google Shape;49;p7"/>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50" name="Google Shape;50;p7"/>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88900" lvl="0" marL="0" marR="0" rtl="0" algn="ctr">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51" name="Google Shape;51;p7"/>
          <p:cNvSpPr txBox="1"/>
          <p:nvPr>
            <p:ph idx="12" type="sldNum"/>
          </p:nvPr>
        </p:nvSpPr>
        <p:spPr>
          <a:xfrm>
            <a:off x="6553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r">
              <a:buNone/>
              <a:defRPr/>
            </a:lvl1pPr>
            <a:lvl2pPr indent="0" lvl="1" marL="0" marR="0" rtl="0" algn="r">
              <a:buNone/>
              <a:defRPr/>
            </a:lvl2pPr>
            <a:lvl3pPr indent="0" lvl="2" marL="0" marR="0" rtl="0" algn="r">
              <a:buNone/>
              <a:defRPr/>
            </a:lvl3pPr>
            <a:lvl4pPr indent="0" lvl="3" marL="0" marR="0" rtl="0" algn="r">
              <a:buNone/>
              <a:defRPr/>
            </a:lvl4pPr>
            <a:lvl5pPr indent="0" lvl="4" marL="0" marR="0" rtl="0" algn="r">
              <a:buNone/>
              <a:defRPr/>
            </a:lvl5pPr>
            <a:lvl6pPr indent="0" lvl="5" marL="0" marR="0" rtl="0" algn="r">
              <a:buNone/>
              <a:defRPr/>
            </a:lvl6pPr>
            <a:lvl7pPr indent="0" lvl="6" marL="0" marR="0" rtl="0" algn="r">
              <a:buNone/>
              <a:defRPr/>
            </a:lvl7pPr>
            <a:lvl8pPr indent="0" lvl="7" marL="0" marR="0" rtl="0" algn="r">
              <a:buNone/>
              <a:defRPr/>
            </a:lvl8pPr>
            <a:lvl9pPr indent="0" lvl="8" marL="0" marR="0" rtl="0" algn="r">
              <a:buNone/>
              <a:defRPr/>
            </a:lvl9pPr>
          </a:lstStyle>
          <a:p>
            <a:pPr indent="-88900" lvl="0" marL="0" rtl="0" algn="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a:p>
          <a:p>
            <a:pPr indent="-88900" lvl="2" marL="914400" rtl="0" algn="l">
              <a:spcBef>
                <a:spcPts val="0"/>
              </a:spcBef>
              <a:spcAft>
                <a:spcPts val="0"/>
              </a:spcAft>
              <a:buSzPts val="1400"/>
              <a:buChar char="■"/>
            </a:pPr>
            <a:r>
              <a:t/>
            </a:r>
            <a:endParaRPr/>
          </a:p>
          <a:p>
            <a:pPr indent="-88900" lvl="3" marL="1371600" rtl="0" algn="l">
              <a:spcBef>
                <a:spcPts val="0"/>
              </a:spcBef>
              <a:spcAft>
                <a:spcPts val="0"/>
              </a:spcAft>
              <a:buSzPts val="1400"/>
              <a:buChar char="●"/>
            </a:pPr>
            <a:r>
              <a:t/>
            </a:r>
            <a:endParaRPr/>
          </a:p>
          <a:p>
            <a:pPr indent="-88900" lvl="4" marL="1828800" rtl="0" algn="l">
              <a:spcBef>
                <a:spcPts val="0"/>
              </a:spcBef>
              <a:spcAft>
                <a:spcPts val="0"/>
              </a:spcAft>
              <a:buSzPts val="1400"/>
              <a:buChar char="○"/>
            </a:pPr>
            <a:r>
              <a:t/>
            </a:r>
            <a:endParaRPr/>
          </a:p>
          <a:p>
            <a:pPr indent="-88900" lvl="5" marL="2286000" rtl="0" algn="l">
              <a:spcBef>
                <a:spcPts val="0"/>
              </a:spcBef>
              <a:spcAft>
                <a:spcPts val="0"/>
              </a:spcAft>
              <a:buSzPts val="1400"/>
              <a:buChar char="■"/>
            </a:pPr>
            <a:r>
              <a:t/>
            </a:r>
            <a:endParaRPr/>
          </a:p>
          <a:p>
            <a:pPr indent="-88900" lvl="6" marL="2743200" rtl="0" algn="l">
              <a:spcBef>
                <a:spcPts val="0"/>
              </a:spcBef>
              <a:spcAft>
                <a:spcPts val="0"/>
              </a:spcAft>
              <a:buSzPts val="1400"/>
              <a:buChar char="●"/>
            </a:pPr>
            <a:r>
              <a:t/>
            </a:r>
            <a:endParaRPr/>
          </a:p>
          <a:p>
            <a:pPr indent="-88900" lvl="7" marL="3200400" rtl="0" algn="l">
              <a:spcBef>
                <a:spcPts val="0"/>
              </a:spcBef>
              <a:spcAft>
                <a:spcPts val="0"/>
              </a:spcAft>
              <a:buSzPts val="1400"/>
              <a:buChar char="○"/>
            </a:pPr>
            <a:r>
              <a:t/>
            </a:r>
            <a:endParaRPr/>
          </a:p>
          <a:p>
            <a:pPr indent="-88900" lvl="8" marL="3657600" rtl="0" algn="l">
              <a:spcBef>
                <a:spcPts val="0"/>
              </a:spcBef>
              <a:spcAft>
                <a:spcPts val="0"/>
              </a:spcAft>
              <a:buSzPts val="1400"/>
              <a:buChar char="■"/>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52" name="Shape 52"/>
        <p:cNvGrpSpPr/>
        <p:nvPr/>
      </p:nvGrpSpPr>
      <p:grpSpPr>
        <a:xfrm>
          <a:off x="0" y="0"/>
          <a:ext cx="0" cy="0"/>
          <a:chOff x="0" y="0"/>
          <a:chExt cx="0" cy="0"/>
        </a:xfrm>
      </p:grpSpPr>
      <p:sp>
        <p:nvSpPr>
          <p:cNvPr id="53" name="Google Shape;53;p8"/>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54" name="Google Shape;54;p8"/>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88900" lvl="0" marL="0" marR="0" rtl="0" algn="ctr">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55" name="Google Shape;55;p8"/>
          <p:cNvSpPr txBox="1"/>
          <p:nvPr>
            <p:ph idx="12" type="sldNum"/>
          </p:nvPr>
        </p:nvSpPr>
        <p:spPr>
          <a:xfrm>
            <a:off x="6553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r">
              <a:buNone/>
              <a:defRPr/>
            </a:lvl1pPr>
            <a:lvl2pPr indent="0" lvl="1" marL="0" marR="0" rtl="0" algn="r">
              <a:buNone/>
              <a:defRPr/>
            </a:lvl2pPr>
            <a:lvl3pPr indent="0" lvl="2" marL="0" marR="0" rtl="0" algn="r">
              <a:buNone/>
              <a:defRPr/>
            </a:lvl3pPr>
            <a:lvl4pPr indent="0" lvl="3" marL="0" marR="0" rtl="0" algn="r">
              <a:buNone/>
              <a:defRPr/>
            </a:lvl4pPr>
            <a:lvl5pPr indent="0" lvl="4" marL="0" marR="0" rtl="0" algn="r">
              <a:buNone/>
              <a:defRPr/>
            </a:lvl5pPr>
            <a:lvl6pPr indent="0" lvl="5" marL="0" marR="0" rtl="0" algn="r">
              <a:buNone/>
              <a:defRPr/>
            </a:lvl6pPr>
            <a:lvl7pPr indent="0" lvl="6" marL="0" marR="0" rtl="0" algn="r">
              <a:buNone/>
              <a:defRPr/>
            </a:lvl7pPr>
            <a:lvl8pPr indent="0" lvl="7" marL="0" marR="0" rtl="0" algn="r">
              <a:buNone/>
              <a:defRPr/>
            </a:lvl8pPr>
            <a:lvl9pPr indent="0" lvl="8" marL="0" marR="0" rtl="0" algn="r">
              <a:buNone/>
              <a:defRPr/>
            </a:lvl9pPr>
          </a:lstStyle>
          <a:p>
            <a:pPr indent="-88900" lvl="0" marL="0" rtl="0" algn="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a:p>
          <a:p>
            <a:pPr indent="-88900" lvl="2" marL="914400" rtl="0" algn="l">
              <a:spcBef>
                <a:spcPts val="0"/>
              </a:spcBef>
              <a:spcAft>
                <a:spcPts val="0"/>
              </a:spcAft>
              <a:buSzPts val="1400"/>
              <a:buChar char="■"/>
            </a:pPr>
            <a:r>
              <a:t/>
            </a:r>
            <a:endParaRPr/>
          </a:p>
          <a:p>
            <a:pPr indent="-88900" lvl="3" marL="1371600" rtl="0" algn="l">
              <a:spcBef>
                <a:spcPts val="0"/>
              </a:spcBef>
              <a:spcAft>
                <a:spcPts val="0"/>
              </a:spcAft>
              <a:buSzPts val="1400"/>
              <a:buChar char="●"/>
            </a:pPr>
            <a:r>
              <a:t/>
            </a:r>
            <a:endParaRPr/>
          </a:p>
          <a:p>
            <a:pPr indent="-88900" lvl="4" marL="1828800" rtl="0" algn="l">
              <a:spcBef>
                <a:spcPts val="0"/>
              </a:spcBef>
              <a:spcAft>
                <a:spcPts val="0"/>
              </a:spcAft>
              <a:buSzPts val="1400"/>
              <a:buChar char="○"/>
            </a:pPr>
            <a:r>
              <a:t/>
            </a:r>
            <a:endParaRPr/>
          </a:p>
          <a:p>
            <a:pPr indent="-88900" lvl="5" marL="2286000" rtl="0" algn="l">
              <a:spcBef>
                <a:spcPts val="0"/>
              </a:spcBef>
              <a:spcAft>
                <a:spcPts val="0"/>
              </a:spcAft>
              <a:buSzPts val="1400"/>
              <a:buChar char="■"/>
            </a:pPr>
            <a:r>
              <a:t/>
            </a:r>
            <a:endParaRPr/>
          </a:p>
          <a:p>
            <a:pPr indent="-88900" lvl="6" marL="2743200" rtl="0" algn="l">
              <a:spcBef>
                <a:spcPts val="0"/>
              </a:spcBef>
              <a:spcAft>
                <a:spcPts val="0"/>
              </a:spcAft>
              <a:buSzPts val="1400"/>
              <a:buChar char="●"/>
            </a:pPr>
            <a:r>
              <a:t/>
            </a:r>
            <a:endParaRPr/>
          </a:p>
          <a:p>
            <a:pPr indent="-88900" lvl="7" marL="3200400" rtl="0" algn="l">
              <a:spcBef>
                <a:spcPts val="0"/>
              </a:spcBef>
              <a:spcAft>
                <a:spcPts val="0"/>
              </a:spcAft>
              <a:buSzPts val="1400"/>
              <a:buChar char="○"/>
            </a:pPr>
            <a:r>
              <a:t/>
            </a:r>
            <a:endParaRPr/>
          </a:p>
          <a:p>
            <a:pPr indent="-88900" lvl="8" marL="3657600" rtl="0" algn="l">
              <a:spcBef>
                <a:spcPts val="0"/>
              </a:spcBef>
              <a:spcAft>
                <a:spcPts val="0"/>
              </a:spcAft>
              <a:buSzPts val="1400"/>
              <a:buChar char="■"/>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56" name="Shape 56"/>
        <p:cNvGrpSpPr/>
        <p:nvPr/>
      </p:nvGrpSpPr>
      <p:grpSpPr>
        <a:xfrm>
          <a:off x="0" y="0"/>
          <a:ext cx="0" cy="0"/>
          <a:chOff x="0" y="0"/>
          <a:chExt cx="0" cy="0"/>
        </a:xfrm>
      </p:grpSpPr>
      <p:sp>
        <p:nvSpPr>
          <p:cNvPr id="57" name="Google Shape;57;p9"/>
          <p:cNvSpPr txBox="1"/>
          <p:nvPr>
            <p:ph type="title"/>
          </p:nvPr>
        </p:nvSpPr>
        <p:spPr>
          <a:xfrm>
            <a:off x="457200" y="204788"/>
            <a:ext cx="3008313" cy="871538"/>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1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58" name="Google Shape;58;p9"/>
          <p:cNvSpPr txBox="1"/>
          <p:nvPr>
            <p:ph idx="1" type="body"/>
          </p:nvPr>
        </p:nvSpPr>
        <p:spPr>
          <a:xfrm>
            <a:off x="3575050" y="204788"/>
            <a:ext cx="5111750" cy="4389835"/>
          </a:xfrm>
          <a:prstGeom prst="rect">
            <a:avLst/>
          </a:prstGeom>
          <a:noFill/>
          <a:ln>
            <a:noFill/>
          </a:ln>
        </p:spPr>
        <p:txBody>
          <a:bodyPr anchorCtr="0" anchor="t" bIns="91425" lIns="91425" spcFirstLastPara="1" rIns="91425" wrap="square" tIns="91425">
            <a:noAutofit/>
          </a:bodyPr>
          <a:lstStyle>
            <a:lvl1pPr indent="-317500" lvl="0" marL="457200" rtl="0">
              <a:spcBef>
                <a:spcPts val="640"/>
              </a:spcBef>
              <a:spcAft>
                <a:spcPts val="0"/>
              </a:spcAft>
              <a:buSzPts val="1400"/>
              <a:buChar char="•"/>
              <a:defRPr/>
            </a:lvl1pPr>
            <a:lvl2pPr indent="-317500" lvl="1" marL="914400" rtl="0">
              <a:spcBef>
                <a:spcPts val="560"/>
              </a:spcBef>
              <a:spcAft>
                <a:spcPts val="0"/>
              </a:spcAft>
              <a:buSzPts val="1400"/>
              <a:buChar char="–"/>
              <a:defRPr/>
            </a:lvl2pPr>
            <a:lvl3pPr indent="-317500" lvl="2" marL="1371600" rtl="0">
              <a:spcBef>
                <a:spcPts val="480"/>
              </a:spcBef>
              <a:spcAft>
                <a:spcPts val="0"/>
              </a:spcAft>
              <a:buSzPts val="1400"/>
              <a:buChar char="•"/>
              <a:defRPr/>
            </a:lvl3pPr>
            <a:lvl4pPr indent="-317500" lvl="3" marL="1828800" rtl="0">
              <a:spcBef>
                <a:spcPts val="400"/>
              </a:spcBef>
              <a:spcAft>
                <a:spcPts val="0"/>
              </a:spcAft>
              <a:buSzPts val="1400"/>
              <a:buChar char="–"/>
              <a:defRPr/>
            </a:lvl4pPr>
            <a:lvl5pPr indent="-317500" lvl="4" marL="2286000" rtl="0">
              <a:spcBef>
                <a:spcPts val="400"/>
              </a:spcBef>
              <a:spcAft>
                <a:spcPts val="0"/>
              </a:spcAft>
              <a:buSzPts val="1400"/>
              <a:buChar char="»"/>
              <a:defRPr/>
            </a:lvl5pPr>
            <a:lvl6pPr indent="-317500" lvl="5" marL="2743200" rtl="0">
              <a:spcBef>
                <a:spcPts val="400"/>
              </a:spcBef>
              <a:spcAft>
                <a:spcPts val="0"/>
              </a:spcAft>
              <a:buSzPts val="1400"/>
              <a:buChar char="•"/>
              <a:defRPr/>
            </a:lvl6pPr>
            <a:lvl7pPr indent="-317500" lvl="6" marL="3200400" rtl="0">
              <a:spcBef>
                <a:spcPts val="400"/>
              </a:spcBef>
              <a:spcAft>
                <a:spcPts val="0"/>
              </a:spcAft>
              <a:buSzPts val="1400"/>
              <a:buChar char="•"/>
              <a:defRPr/>
            </a:lvl7pPr>
            <a:lvl8pPr indent="-317500" lvl="7" marL="3657600" rtl="0">
              <a:spcBef>
                <a:spcPts val="400"/>
              </a:spcBef>
              <a:spcAft>
                <a:spcPts val="0"/>
              </a:spcAft>
              <a:buSzPts val="1400"/>
              <a:buChar char="•"/>
              <a:defRPr/>
            </a:lvl8pPr>
            <a:lvl9pPr indent="-317500" lvl="8" marL="4114800" rtl="0">
              <a:spcBef>
                <a:spcPts val="400"/>
              </a:spcBef>
              <a:spcAft>
                <a:spcPts val="0"/>
              </a:spcAft>
              <a:buSzPts val="1400"/>
              <a:buChar char="•"/>
              <a:defRPr/>
            </a:lvl9pPr>
          </a:lstStyle>
          <a:p/>
        </p:txBody>
      </p:sp>
      <p:sp>
        <p:nvSpPr>
          <p:cNvPr id="59" name="Google Shape;59;p9"/>
          <p:cNvSpPr txBox="1"/>
          <p:nvPr>
            <p:ph idx="2" type="body"/>
          </p:nvPr>
        </p:nvSpPr>
        <p:spPr>
          <a:xfrm>
            <a:off x="457200" y="1076325"/>
            <a:ext cx="3008313" cy="3518297"/>
          </a:xfrm>
          <a:prstGeom prst="rect">
            <a:avLst/>
          </a:prstGeom>
          <a:noFill/>
          <a:ln>
            <a:noFill/>
          </a:ln>
        </p:spPr>
        <p:txBody>
          <a:bodyPr anchorCtr="0" anchor="t" bIns="91425" lIns="91425" spcFirstLastPara="1" rIns="91425" wrap="square" tIns="91425">
            <a:noAutofit/>
          </a:bodyPr>
          <a:lstStyle>
            <a:lvl1pPr indent="-228600" lvl="0" marL="457200" rtl="0">
              <a:spcBef>
                <a:spcPts val="640"/>
              </a:spcBef>
              <a:spcAft>
                <a:spcPts val="0"/>
              </a:spcAft>
              <a:buSzPts val="1400"/>
              <a:buFont typeface="Calibri"/>
              <a:buNone/>
              <a:defRPr/>
            </a:lvl1pPr>
            <a:lvl2pPr indent="-228600" lvl="1" marL="914400" rtl="0">
              <a:spcBef>
                <a:spcPts val="560"/>
              </a:spcBef>
              <a:spcAft>
                <a:spcPts val="0"/>
              </a:spcAft>
              <a:buSzPts val="1400"/>
              <a:buFont typeface="Calibri"/>
              <a:buNone/>
              <a:defRPr/>
            </a:lvl2pPr>
            <a:lvl3pPr indent="-228600" lvl="2" marL="1371600" rtl="0">
              <a:spcBef>
                <a:spcPts val="480"/>
              </a:spcBef>
              <a:spcAft>
                <a:spcPts val="0"/>
              </a:spcAft>
              <a:buSzPts val="1400"/>
              <a:buFont typeface="Calibri"/>
              <a:buNone/>
              <a:defRPr/>
            </a:lvl3pPr>
            <a:lvl4pPr indent="-228600" lvl="3" marL="1828800" rtl="0">
              <a:spcBef>
                <a:spcPts val="400"/>
              </a:spcBef>
              <a:spcAft>
                <a:spcPts val="0"/>
              </a:spcAft>
              <a:buSzPts val="1400"/>
              <a:buFont typeface="Calibri"/>
              <a:buNone/>
              <a:defRPr/>
            </a:lvl4pPr>
            <a:lvl5pPr indent="-228600" lvl="4" marL="2286000" rtl="0">
              <a:spcBef>
                <a:spcPts val="400"/>
              </a:spcBef>
              <a:spcAft>
                <a:spcPts val="0"/>
              </a:spcAft>
              <a:buSzPts val="1400"/>
              <a:buFont typeface="Calibri"/>
              <a:buNone/>
              <a:defRPr/>
            </a:lvl5pPr>
            <a:lvl6pPr indent="-228600" lvl="5" marL="2743200" rtl="0">
              <a:spcBef>
                <a:spcPts val="400"/>
              </a:spcBef>
              <a:spcAft>
                <a:spcPts val="0"/>
              </a:spcAft>
              <a:buSzPts val="1400"/>
              <a:buFont typeface="Calibri"/>
              <a:buNone/>
              <a:defRPr/>
            </a:lvl6pPr>
            <a:lvl7pPr indent="-228600" lvl="6" marL="3200400" rtl="0">
              <a:spcBef>
                <a:spcPts val="400"/>
              </a:spcBef>
              <a:spcAft>
                <a:spcPts val="0"/>
              </a:spcAft>
              <a:buSzPts val="1400"/>
              <a:buFont typeface="Calibri"/>
              <a:buNone/>
              <a:defRPr/>
            </a:lvl7pPr>
            <a:lvl8pPr indent="-228600" lvl="7" marL="3657600" rtl="0">
              <a:spcBef>
                <a:spcPts val="400"/>
              </a:spcBef>
              <a:spcAft>
                <a:spcPts val="0"/>
              </a:spcAft>
              <a:buSzPts val="1400"/>
              <a:buFont typeface="Calibri"/>
              <a:buNone/>
              <a:defRPr/>
            </a:lvl8pPr>
            <a:lvl9pPr indent="-228600" lvl="8" marL="4114800" rtl="0">
              <a:spcBef>
                <a:spcPts val="400"/>
              </a:spcBef>
              <a:spcAft>
                <a:spcPts val="0"/>
              </a:spcAft>
              <a:buSzPts val="1400"/>
              <a:buFont typeface="Calibri"/>
              <a:buNone/>
              <a:defRPr/>
            </a:lvl9pPr>
          </a:lstStyle>
          <a:p/>
        </p:txBody>
      </p:sp>
      <p:sp>
        <p:nvSpPr>
          <p:cNvPr id="60" name="Google Shape;60;p9"/>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61" name="Google Shape;61;p9"/>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88900" lvl="0" marL="0" marR="0" rtl="0" algn="ctr">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62" name="Google Shape;62;p9"/>
          <p:cNvSpPr txBox="1"/>
          <p:nvPr>
            <p:ph idx="12" type="sldNum"/>
          </p:nvPr>
        </p:nvSpPr>
        <p:spPr>
          <a:xfrm>
            <a:off x="6553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r">
              <a:buNone/>
              <a:defRPr/>
            </a:lvl1pPr>
            <a:lvl2pPr indent="0" lvl="1" marL="0" marR="0" rtl="0" algn="r">
              <a:buNone/>
              <a:defRPr/>
            </a:lvl2pPr>
            <a:lvl3pPr indent="0" lvl="2" marL="0" marR="0" rtl="0" algn="r">
              <a:buNone/>
              <a:defRPr/>
            </a:lvl3pPr>
            <a:lvl4pPr indent="0" lvl="3" marL="0" marR="0" rtl="0" algn="r">
              <a:buNone/>
              <a:defRPr/>
            </a:lvl4pPr>
            <a:lvl5pPr indent="0" lvl="4" marL="0" marR="0" rtl="0" algn="r">
              <a:buNone/>
              <a:defRPr/>
            </a:lvl5pPr>
            <a:lvl6pPr indent="0" lvl="5" marL="0" marR="0" rtl="0" algn="r">
              <a:buNone/>
              <a:defRPr/>
            </a:lvl6pPr>
            <a:lvl7pPr indent="0" lvl="6" marL="0" marR="0" rtl="0" algn="r">
              <a:buNone/>
              <a:defRPr/>
            </a:lvl7pPr>
            <a:lvl8pPr indent="0" lvl="7" marL="0" marR="0" rtl="0" algn="r">
              <a:buNone/>
              <a:defRPr/>
            </a:lvl8pPr>
            <a:lvl9pPr indent="0" lvl="8" marL="0" marR="0" rtl="0" algn="r">
              <a:buNone/>
              <a:defRPr/>
            </a:lvl9pPr>
          </a:lstStyle>
          <a:p>
            <a:pPr indent="-88900" lvl="0" marL="0" rtl="0" algn="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a:p>
          <a:p>
            <a:pPr indent="-88900" lvl="2" marL="914400" rtl="0" algn="l">
              <a:spcBef>
                <a:spcPts val="0"/>
              </a:spcBef>
              <a:spcAft>
                <a:spcPts val="0"/>
              </a:spcAft>
              <a:buSzPts val="1400"/>
              <a:buChar char="■"/>
            </a:pPr>
            <a:r>
              <a:t/>
            </a:r>
            <a:endParaRPr/>
          </a:p>
          <a:p>
            <a:pPr indent="-88900" lvl="3" marL="1371600" rtl="0" algn="l">
              <a:spcBef>
                <a:spcPts val="0"/>
              </a:spcBef>
              <a:spcAft>
                <a:spcPts val="0"/>
              </a:spcAft>
              <a:buSzPts val="1400"/>
              <a:buChar char="●"/>
            </a:pPr>
            <a:r>
              <a:t/>
            </a:r>
            <a:endParaRPr/>
          </a:p>
          <a:p>
            <a:pPr indent="-88900" lvl="4" marL="1828800" rtl="0" algn="l">
              <a:spcBef>
                <a:spcPts val="0"/>
              </a:spcBef>
              <a:spcAft>
                <a:spcPts val="0"/>
              </a:spcAft>
              <a:buSzPts val="1400"/>
              <a:buChar char="○"/>
            </a:pPr>
            <a:r>
              <a:t/>
            </a:r>
            <a:endParaRPr/>
          </a:p>
          <a:p>
            <a:pPr indent="-88900" lvl="5" marL="2286000" rtl="0" algn="l">
              <a:spcBef>
                <a:spcPts val="0"/>
              </a:spcBef>
              <a:spcAft>
                <a:spcPts val="0"/>
              </a:spcAft>
              <a:buSzPts val="1400"/>
              <a:buChar char="■"/>
            </a:pPr>
            <a:r>
              <a:t/>
            </a:r>
            <a:endParaRPr/>
          </a:p>
          <a:p>
            <a:pPr indent="-88900" lvl="6" marL="2743200" rtl="0" algn="l">
              <a:spcBef>
                <a:spcPts val="0"/>
              </a:spcBef>
              <a:spcAft>
                <a:spcPts val="0"/>
              </a:spcAft>
              <a:buSzPts val="1400"/>
              <a:buChar char="●"/>
            </a:pPr>
            <a:r>
              <a:t/>
            </a:r>
            <a:endParaRPr/>
          </a:p>
          <a:p>
            <a:pPr indent="-88900" lvl="7" marL="3200400" rtl="0" algn="l">
              <a:spcBef>
                <a:spcPts val="0"/>
              </a:spcBef>
              <a:spcAft>
                <a:spcPts val="0"/>
              </a:spcAft>
              <a:buSzPts val="1400"/>
              <a:buChar char="○"/>
            </a:pPr>
            <a:r>
              <a:t/>
            </a:r>
            <a:endParaRPr/>
          </a:p>
          <a:p>
            <a:pPr indent="-88900" lvl="8" marL="3657600" rtl="0" algn="l">
              <a:spcBef>
                <a:spcPts val="0"/>
              </a:spcBef>
              <a:spcAft>
                <a:spcPts val="0"/>
              </a:spcAft>
              <a:buSzPts val="1400"/>
              <a:buChar char="■"/>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63" name="Shape 63"/>
        <p:cNvGrpSpPr/>
        <p:nvPr/>
      </p:nvGrpSpPr>
      <p:grpSpPr>
        <a:xfrm>
          <a:off x="0" y="0"/>
          <a:ext cx="0" cy="0"/>
          <a:chOff x="0" y="0"/>
          <a:chExt cx="0" cy="0"/>
        </a:xfrm>
      </p:grpSpPr>
      <p:sp>
        <p:nvSpPr>
          <p:cNvPr id="64" name="Google Shape;64;p10"/>
          <p:cNvSpPr txBox="1"/>
          <p:nvPr>
            <p:ph type="title"/>
          </p:nvPr>
        </p:nvSpPr>
        <p:spPr>
          <a:xfrm>
            <a:off x="1792288" y="3600450"/>
            <a:ext cx="5486400" cy="425054"/>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1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65" name="Google Shape;65;p10"/>
          <p:cNvSpPr/>
          <p:nvPr>
            <p:ph idx="2" type="pic"/>
          </p:nvPr>
        </p:nvSpPr>
        <p:spPr>
          <a:xfrm>
            <a:off x="1792288" y="459581"/>
            <a:ext cx="5486400" cy="3086100"/>
          </a:xfrm>
          <a:prstGeom prst="rect">
            <a:avLst/>
          </a:prstGeom>
          <a:noFill/>
          <a:ln>
            <a:noFill/>
          </a:ln>
        </p:spPr>
      </p:sp>
      <p:sp>
        <p:nvSpPr>
          <p:cNvPr id="66" name="Google Shape;66;p10"/>
          <p:cNvSpPr txBox="1"/>
          <p:nvPr>
            <p:ph idx="1" type="body"/>
          </p:nvPr>
        </p:nvSpPr>
        <p:spPr>
          <a:xfrm>
            <a:off x="1792288" y="4025504"/>
            <a:ext cx="5486400" cy="603647"/>
          </a:xfrm>
          <a:prstGeom prst="rect">
            <a:avLst/>
          </a:prstGeom>
          <a:noFill/>
          <a:ln>
            <a:noFill/>
          </a:ln>
        </p:spPr>
        <p:txBody>
          <a:bodyPr anchorCtr="0" anchor="t" bIns="91425" lIns="91425" spcFirstLastPara="1" rIns="91425" wrap="square" tIns="91425">
            <a:noAutofit/>
          </a:bodyPr>
          <a:lstStyle>
            <a:lvl1pPr indent="-228600" lvl="0" marL="457200" rtl="0">
              <a:spcBef>
                <a:spcPts val="640"/>
              </a:spcBef>
              <a:spcAft>
                <a:spcPts val="0"/>
              </a:spcAft>
              <a:buSzPts val="1400"/>
              <a:buFont typeface="Calibri"/>
              <a:buNone/>
              <a:defRPr/>
            </a:lvl1pPr>
            <a:lvl2pPr indent="-228600" lvl="1" marL="914400" rtl="0">
              <a:spcBef>
                <a:spcPts val="560"/>
              </a:spcBef>
              <a:spcAft>
                <a:spcPts val="0"/>
              </a:spcAft>
              <a:buSzPts val="1400"/>
              <a:buFont typeface="Calibri"/>
              <a:buNone/>
              <a:defRPr/>
            </a:lvl2pPr>
            <a:lvl3pPr indent="-228600" lvl="2" marL="1371600" rtl="0">
              <a:spcBef>
                <a:spcPts val="480"/>
              </a:spcBef>
              <a:spcAft>
                <a:spcPts val="0"/>
              </a:spcAft>
              <a:buSzPts val="1400"/>
              <a:buFont typeface="Calibri"/>
              <a:buNone/>
              <a:defRPr/>
            </a:lvl3pPr>
            <a:lvl4pPr indent="-228600" lvl="3" marL="1828800" rtl="0">
              <a:spcBef>
                <a:spcPts val="400"/>
              </a:spcBef>
              <a:spcAft>
                <a:spcPts val="0"/>
              </a:spcAft>
              <a:buSzPts val="1400"/>
              <a:buFont typeface="Calibri"/>
              <a:buNone/>
              <a:defRPr/>
            </a:lvl4pPr>
            <a:lvl5pPr indent="-228600" lvl="4" marL="2286000" rtl="0">
              <a:spcBef>
                <a:spcPts val="400"/>
              </a:spcBef>
              <a:spcAft>
                <a:spcPts val="0"/>
              </a:spcAft>
              <a:buSzPts val="1400"/>
              <a:buFont typeface="Calibri"/>
              <a:buNone/>
              <a:defRPr/>
            </a:lvl5pPr>
            <a:lvl6pPr indent="-228600" lvl="5" marL="2743200" rtl="0">
              <a:spcBef>
                <a:spcPts val="400"/>
              </a:spcBef>
              <a:spcAft>
                <a:spcPts val="0"/>
              </a:spcAft>
              <a:buSzPts val="1400"/>
              <a:buFont typeface="Calibri"/>
              <a:buNone/>
              <a:defRPr/>
            </a:lvl6pPr>
            <a:lvl7pPr indent="-228600" lvl="6" marL="3200400" rtl="0">
              <a:spcBef>
                <a:spcPts val="400"/>
              </a:spcBef>
              <a:spcAft>
                <a:spcPts val="0"/>
              </a:spcAft>
              <a:buSzPts val="1400"/>
              <a:buFont typeface="Calibri"/>
              <a:buNone/>
              <a:defRPr/>
            </a:lvl7pPr>
            <a:lvl8pPr indent="-228600" lvl="7" marL="3657600" rtl="0">
              <a:spcBef>
                <a:spcPts val="400"/>
              </a:spcBef>
              <a:spcAft>
                <a:spcPts val="0"/>
              </a:spcAft>
              <a:buSzPts val="1400"/>
              <a:buFont typeface="Calibri"/>
              <a:buNone/>
              <a:defRPr/>
            </a:lvl8pPr>
            <a:lvl9pPr indent="-228600" lvl="8" marL="4114800" rtl="0">
              <a:spcBef>
                <a:spcPts val="400"/>
              </a:spcBef>
              <a:spcAft>
                <a:spcPts val="0"/>
              </a:spcAft>
              <a:buSzPts val="1400"/>
              <a:buFont typeface="Calibri"/>
              <a:buNone/>
              <a:defRPr/>
            </a:lvl9pPr>
          </a:lstStyle>
          <a:p/>
        </p:txBody>
      </p:sp>
      <p:sp>
        <p:nvSpPr>
          <p:cNvPr id="67" name="Google Shape;67;p10"/>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68" name="Google Shape;68;p10"/>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88900" lvl="0" marL="0" marR="0" rtl="0" algn="ctr">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69" name="Google Shape;69;p10"/>
          <p:cNvSpPr txBox="1"/>
          <p:nvPr>
            <p:ph idx="12" type="sldNum"/>
          </p:nvPr>
        </p:nvSpPr>
        <p:spPr>
          <a:xfrm>
            <a:off x="6553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r">
              <a:buNone/>
              <a:defRPr/>
            </a:lvl1pPr>
            <a:lvl2pPr indent="0" lvl="1" marL="0" marR="0" rtl="0" algn="r">
              <a:buNone/>
              <a:defRPr/>
            </a:lvl2pPr>
            <a:lvl3pPr indent="0" lvl="2" marL="0" marR="0" rtl="0" algn="r">
              <a:buNone/>
              <a:defRPr/>
            </a:lvl3pPr>
            <a:lvl4pPr indent="0" lvl="3" marL="0" marR="0" rtl="0" algn="r">
              <a:buNone/>
              <a:defRPr/>
            </a:lvl4pPr>
            <a:lvl5pPr indent="0" lvl="4" marL="0" marR="0" rtl="0" algn="r">
              <a:buNone/>
              <a:defRPr/>
            </a:lvl5pPr>
            <a:lvl6pPr indent="0" lvl="5" marL="0" marR="0" rtl="0" algn="r">
              <a:buNone/>
              <a:defRPr/>
            </a:lvl6pPr>
            <a:lvl7pPr indent="0" lvl="6" marL="0" marR="0" rtl="0" algn="r">
              <a:buNone/>
              <a:defRPr/>
            </a:lvl7pPr>
            <a:lvl8pPr indent="0" lvl="7" marL="0" marR="0" rtl="0" algn="r">
              <a:buNone/>
              <a:defRPr/>
            </a:lvl8pPr>
            <a:lvl9pPr indent="0" lvl="8" marL="0" marR="0" rtl="0" algn="r">
              <a:buNone/>
              <a:defRPr/>
            </a:lvl9pPr>
          </a:lstStyle>
          <a:p>
            <a:pPr indent="-88900" lvl="0" marL="0" rtl="0" algn="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a:p>
          <a:p>
            <a:pPr indent="-88900" lvl="2" marL="914400" rtl="0" algn="l">
              <a:spcBef>
                <a:spcPts val="0"/>
              </a:spcBef>
              <a:spcAft>
                <a:spcPts val="0"/>
              </a:spcAft>
              <a:buSzPts val="1400"/>
              <a:buChar char="■"/>
            </a:pPr>
            <a:r>
              <a:t/>
            </a:r>
            <a:endParaRPr/>
          </a:p>
          <a:p>
            <a:pPr indent="-88900" lvl="3" marL="1371600" rtl="0" algn="l">
              <a:spcBef>
                <a:spcPts val="0"/>
              </a:spcBef>
              <a:spcAft>
                <a:spcPts val="0"/>
              </a:spcAft>
              <a:buSzPts val="1400"/>
              <a:buChar char="●"/>
            </a:pPr>
            <a:r>
              <a:t/>
            </a:r>
            <a:endParaRPr/>
          </a:p>
          <a:p>
            <a:pPr indent="-88900" lvl="4" marL="1828800" rtl="0" algn="l">
              <a:spcBef>
                <a:spcPts val="0"/>
              </a:spcBef>
              <a:spcAft>
                <a:spcPts val="0"/>
              </a:spcAft>
              <a:buSzPts val="1400"/>
              <a:buChar char="○"/>
            </a:pPr>
            <a:r>
              <a:t/>
            </a:r>
            <a:endParaRPr/>
          </a:p>
          <a:p>
            <a:pPr indent="-88900" lvl="5" marL="2286000" rtl="0" algn="l">
              <a:spcBef>
                <a:spcPts val="0"/>
              </a:spcBef>
              <a:spcAft>
                <a:spcPts val="0"/>
              </a:spcAft>
              <a:buSzPts val="1400"/>
              <a:buChar char="■"/>
            </a:pPr>
            <a:r>
              <a:t/>
            </a:r>
            <a:endParaRPr/>
          </a:p>
          <a:p>
            <a:pPr indent="-88900" lvl="6" marL="2743200" rtl="0" algn="l">
              <a:spcBef>
                <a:spcPts val="0"/>
              </a:spcBef>
              <a:spcAft>
                <a:spcPts val="0"/>
              </a:spcAft>
              <a:buSzPts val="1400"/>
              <a:buChar char="●"/>
            </a:pPr>
            <a:r>
              <a:t/>
            </a:r>
            <a:endParaRPr/>
          </a:p>
          <a:p>
            <a:pPr indent="-88900" lvl="7" marL="3200400" rtl="0" algn="l">
              <a:spcBef>
                <a:spcPts val="0"/>
              </a:spcBef>
              <a:spcAft>
                <a:spcPts val="0"/>
              </a:spcAft>
              <a:buSzPts val="1400"/>
              <a:buChar char="○"/>
            </a:pPr>
            <a:r>
              <a:t/>
            </a:r>
            <a:endParaRPr/>
          </a:p>
          <a:p>
            <a:pPr indent="-88900" lvl="8" marL="3657600" rtl="0" algn="l">
              <a:spcBef>
                <a:spcPts val="0"/>
              </a:spcBef>
              <a:spcAft>
                <a:spcPts val="0"/>
              </a:spcAft>
              <a:buSzPts val="1400"/>
              <a:buChar char="■"/>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70" name="Shape 70"/>
        <p:cNvGrpSpPr/>
        <p:nvPr/>
      </p:nvGrpSpPr>
      <p:grpSpPr>
        <a:xfrm>
          <a:off x="0" y="0"/>
          <a:ext cx="0" cy="0"/>
          <a:chOff x="0" y="0"/>
          <a:chExt cx="0" cy="0"/>
        </a:xfrm>
      </p:grpSpPr>
      <p:sp>
        <p:nvSpPr>
          <p:cNvPr id="71" name="Google Shape;71;p11"/>
          <p:cNvSpPr txBox="1"/>
          <p:nvPr>
            <p:ph type="title"/>
          </p:nvPr>
        </p:nvSpPr>
        <p:spPr>
          <a:xfrm>
            <a:off x="457200" y="205978"/>
            <a:ext cx="8229600" cy="85725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dk1"/>
              </a:buClr>
              <a:buSzPts val="1400"/>
              <a:buFont typeface="Calibri"/>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72" name="Google Shape;72;p11"/>
          <p:cNvSpPr txBox="1"/>
          <p:nvPr>
            <p:ph idx="1" type="body"/>
          </p:nvPr>
        </p:nvSpPr>
        <p:spPr>
          <a:xfrm rot="5400000">
            <a:off x="2874764" y="-1217414"/>
            <a:ext cx="3394472" cy="8229600"/>
          </a:xfrm>
          <a:prstGeom prst="rect">
            <a:avLst/>
          </a:prstGeom>
          <a:noFill/>
          <a:ln>
            <a:noFill/>
          </a:ln>
        </p:spPr>
        <p:txBody>
          <a:bodyPr anchorCtr="0" anchor="t" bIns="91425" lIns="91425" spcFirstLastPara="1" rIns="91425" wrap="square" tIns="91425">
            <a:noAutofit/>
          </a:bodyPr>
          <a:lstStyle>
            <a:lvl1pPr indent="-317500" lvl="0" marL="457200" rtl="0" algn="l">
              <a:spcBef>
                <a:spcPts val="640"/>
              </a:spcBef>
              <a:spcAft>
                <a:spcPts val="0"/>
              </a:spcAft>
              <a:buClr>
                <a:schemeClr val="dk1"/>
              </a:buClr>
              <a:buSzPts val="1400"/>
              <a:buFont typeface="Calibri"/>
              <a:buChar char="•"/>
              <a:defRPr/>
            </a:lvl1pPr>
            <a:lvl2pPr indent="-317500" lvl="1" marL="914400" rtl="0" algn="l">
              <a:spcBef>
                <a:spcPts val="560"/>
              </a:spcBef>
              <a:spcAft>
                <a:spcPts val="0"/>
              </a:spcAft>
              <a:buClr>
                <a:schemeClr val="dk1"/>
              </a:buClr>
              <a:buSzPts val="1400"/>
              <a:buFont typeface="Calibri"/>
              <a:buChar char="–"/>
              <a:defRPr/>
            </a:lvl2pPr>
            <a:lvl3pPr indent="-317500" lvl="2" marL="1371600" rtl="0" algn="l">
              <a:spcBef>
                <a:spcPts val="480"/>
              </a:spcBef>
              <a:spcAft>
                <a:spcPts val="0"/>
              </a:spcAft>
              <a:buClr>
                <a:schemeClr val="dk1"/>
              </a:buClr>
              <a:buSzPts val="1400"/>
              <a:buFont typeface="Calibri"/>
              <a:buChar char="•"/>
              <a:defRPr/>
            </a:lvl3pPr>
            <a:lvl4pPr indent="-317500" lvl="3" marL="1828800" rtl="0" algn="l">
              <a:spcBef>
                <a:spcPts val="400"/>
              </a:spcBef>
              <a:spcAft>
                <a:spcPts val="0"/>
              </a:spcAft>
              <a:buClr>
                <a:schemeClr val="dk1"/>
              </a:buClr>
              <a:buSzPts val="1400"/>
              <a:buFont typeface="Calibri"/>
              <a:buChar char="–"/>
              <a:defRPr/>
            </a:lvl4pPr>
            <a:lvl5pPr indent="-317500" lvl="4" marL="2286000" rtl="0" algn="l">
              <a:spcBef>
                <a:spcPts val="400"/>
              </a:spcBef>
              <a:spcAft>
                <a:spcPts val="0"/>
              </a:spcAft>
              <a:buClr>
                <a:schemeClr val="dk1"/>
              </a:buClr>
              <a:buSzPts val="1400"/>
              <a:buFont typeface="Calibri"/>
              <a:buChar char="»"/>
              <a:defRPr/>
            </a:lvl5pPr>
            <a:lvl6pPr indent="-317500" lvl="5" marL="2743200" rtl="0" algn="l">
              <a:spcBef>
                <a:spcPts val="400"/>
              </a:spcBef>
              <a:spcAft>
                <a:spcPts val="0"/>
              </a:spcAft>
              <a:buClr>
                <a:schemeClr val="dk1"/>
              </a:buClr>
              <a:buSzPts val="1400"/>
              <a:buFont typeface="Calibri"/>
              <a:buChar char="•"/>
              <a:defRPr/>
            </a:lvl6pPr>
            <a:lvl7pPr indent="-317500" lvl="6" marL="3200400" rtl="0" algn="l">
              <a:spcBef>
                <a:spcPts val="400"/>
              </a:spcBef>
              <a:spcAft>
                <a:spcPts val="0"/>
              </a:spcAft>
              <a:buClr>
                <a:schemeClr val="dk1"/>
              </a:buClr>
              <a:buSzPts val="1400"/>
              <a:buFont typeface="Calibri"/>
              <a:buChar char="•"/>
              <a:defRPr/>
            </a:lvl7pPr>
            <a:lvl8pPr indent="-317500" lvl="7" marL="3657600" rtl="0" algn="l">
              <a:spcBef>
                <a:spcPts val="400"/>
              </a:spcBef>
              <a:spcAft>
                <a:spcPts val="0"/>
              </a:spcAft>
              <a:buClr>
                <a:schemeClr val="dk1"/>
              </a:buClr>
              <a:buSzPts val="1400"/>
              <a:buFont typeface="Calibri"/>
              <a:buChar char="•"/>
              <a:defRPr/>
            </a:lvl8pPr>
            <a:lvl9pPr indent="-317500" lvl="8" marL="4114800" rtl="0" algn="l">
              <a:spcBef>
                <a:spcPts val="400"/>
              </a:spcBef>
              <a:spcAft>
                <a:spcPts val="0"/>
              </a:spcAft>
              <a:buClr>
                <a:schemeClr val="dk1"/>
              </a:buClr>
              <a:buSzPts val="1400"/>
              <a:buFont typeface="Calibri"/>
              <a:buChar char="•"/>
              <a:defRPr/>
            </a:lvl9pPr>
          </a:lstStyle>
          <a:p/>
        </p:txBody>
      </p:sp>
      <p:sp>
        <p:nvSpPr>
          <p:cNvPr id="73" name="Google Shape;73;p11"/>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74" name="Google Shape;74;p11"/>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88900" lvl="0" marL="0" marR="0" rtl="0" algn="ctr">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75" name="Google Shape;75;p11"/>
          <p:cNvSpPr txBox="1"/>
          <p:nvPr>
            <p:ph idx="12" type="sldNum"/>
          </p:nvPr>
        </p:nvSpPr>
        <p:spPr>
          <a:xfrm>
            <a:off x="6553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r">
              <a:buNone/>
              <a:defRPr/>
            </a:lvl1pPr>
            <a:lvl2pPr indent="0" lvl="1" marL="0" marR="0" rtl="0" algn="r">
              <a:buNone/>
              <a:defRPr/>
            </a:lvl2pPr>
            <a:lvl3pPr indent="0" lvl="2" marL="0" marR="0" rtl="0" algn="r">
              <a:buNone/>
              <a:defRPr/>
            </a:lvl3pPr>
            <a:lvl4pPr indent="0" lvl="3" marL="0" marR="0" rtl="0" algn="r">
              <a:buNone/>
              <a:defRPr/>
            </a:lvl4pPr>
            <a:lvl5pPr indent="0" lvl="4" marL="0" marR="0" rtl="0" algn="r">
              <a:buNone/>
              <a:defRPr/>
            </a:lvl5pPr>
            <a:lvl6pPr indent="0" lvl="5" marL="0" marR="0" rtl="0" algn="r">
              <a:buNone/>
              <a:defRPr/>
            </a:lvl6pPr>
            <a:lvl7pPr indent="0" lvl="6" marL="0" marR="0" rtl="0" algn="r">
              <a:buNone/>
              <a:defRPr/>
            </a:lvl7pPr>
            <a:lvl8pPr indent="0" lvl="7" marL="0" marR="0" rtl="0" algn="r">
              <a:buNone/>
              <a:defRPr/>
            </a:lvl8pPr>
            <a:lvl9pPr indent="0" lvl="8" marL="0" marR="0" rtl="0" algn="r">
              <a:buNone/>
              <a:defRPr/>
            </a:lvl9pPr>
          </a:lstStyle>
          <a:p>
            <a:pPr indent="-88900" lvl="0" marL="0" rtl="0" algn="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a:p>
          <a:p>
            <a:pPr indent="-88900" lvl="2" marL="914400" rtl="0" algn="l">
              <a:spcBef>
                <a:spcPts val="0"/>
              </a:spcBef>
              <a:spcAft>
                <a:spcPts val="0"/>
              </a:spcAft>
              <a:buSzPts val="1400"/>
              <a:buChar char="■"/>
            </a:pPr>
            <a:r>
              <a:t/>
            </a:r>
            <a:endParaRPr/>
          </a:p>
          <a:p>
            <a:pPr indent="-88900" lvl="3" marL="1371600" rtl="0" algn="l">
              <a:spcBef>
                <a:spcPts val="0"/>
              </a:spcBef>
              <a:spcAft>
                <a:spcPts val="0"/>
              </a:spcAft>
              <a:buSzPts val="1400"/>
              <a:buChar char="●"/>
            </a:pPr>
            <a:r>
              <a:t/>
            </a:r>
            <a:endParaRPr/>
          </a:p>
          <a:p>
            <a:pPr indent="-88900" lvl="4" marL="1828800" rtl="0" algn="l">
              <a:spcBef>
                <a:spcPts val="0"/>
              </a:spcBef>
              <a:spcAft>
                <a:spcPts val="0"/>
              </a:spcAft>
              <a:buSzPts val="1400"/>
              <a:buChar char="○"/>
            </a:pPr>
            <a:r>
              <a:t/>
            </a:r>
            <a:endParaRPr/>
          </a:p>
          <a:p>
            <a:pPr indent="-88900" lvl="5" marL="2286000" rtl="0" algn="l">
              <a:spcBef>
                <a:spcPts val="0"/>
              </a:spcBef>
              <a:spcAft>
                <a:spcPts val="0"/>
              </a:spcAft>
              <a:buSzPts val="1400"/>
              <a:buChar char="■"/>
            </a:pPr>
            <a:r>
              <a:t/>
            </a:r>
            <a:endParaRPr/>
          </a:p>
          <a:p>
            <a:pPr indent="-88900" lvl="6" marL="2743200" rtl="0" algn="l">
              <a:spcBef>
                <a:spcPts val="0"/>
              </a:spcBef>
              <a:spcAft>
                <a:spcPts val="0"/>
              </a:spcAft>
              <a:buSzPts val="1400"/>
              <a:buChar char="●"/>
            </a:pPr>
            <a:r>
              <a:t/>
            </a:r>
            <a:endParaRPr/>
          </a:p>
          <a:p>
            <a:pPr indent="-88900" lvl="7" marL="3200400" rtl="0" algn="l">
              <a:spcBef>
                <a:spcPts val="0"/>
              </a:spcBef>
              <a:spcAft>
                <a:spcPts val="0"/>
              </a:spcAft>
              <a:buSzPts val="1400"/>
              <a:buChar char="○"/>
            </a:pPr>
            <a:r>
              <a:t/>
            </a:r>
            <a:endParaRPr/>
          </a:p>
          <a:p>
            <a:pPr indent="-88900" lvl="8" marL="3657600" rtl="0" algn="l">
              <a:spcBef>
                <a:spcPts val="0"/>
              </a:spcBef>
              <a:spcAft>
                <a:spcPts val="0"/>
              </a:spcAft>
              <a:buSzPts val="1400"/>
              <a:buChar char="■"/>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76" name="Shape 76"/>
        <p:cNvGrpSpPr/>
        <p:nvPr/>
      </p:nvGrpSpPr>
      <p:grpSpPr>
        <a:xfrm>
          <a:off x="0" y="0"/>
          <a:ext cx="0" cy="0"/>
          <a:chOff x="0" y="0"/>
          <a:chExt cx="0" cy="0"/>
        </a:xfrm>
      </p:grpSpPr>
      <p:sp>
        <p:nvSpPr>
          <p:cNvPr id="77" name="Google Shape;77;p12"/>
          <p:cNvSpPr txBox="1"/>
          <p:nvPr>
            <p:ph type="title"/>
          </p:nvPr>
        </p:nvSpPr>
        <p:spPr>
          <a:xfrm rot="5400000">
            <a:off x="5463778" y="1371600"/>
            <a:ext cx="4388644" cy="20574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Clr>
                <a:schemeClr val="dk1"/>
              </a:buClr>
              <a:buSzPts val="1400"/>
              <a:buFont typeface="Calibri"/>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78" name="Google Shape;78;p12"/>
          <p:cNvSpPr txBox="1"/>
          <p:nvPr>
            <p:ph idx="1" type="body"/>
          </p:nvPr>
        </p:nvSpPr>
        <p:spPr>
          <a:xfrm rot="5400000">
            <a:off x="1272778" y="-609599"/>
            <a:ext cx="4388644" cy="6019800"/>
          </a:xfrm>
          <a:prstGeom prst="rect">
            <a:avLst/>
          </a:prstGeom>
          <a:noFill/>
          <a:ln>
            <a:noFill/>
          </a:ln>
        </p:spPr>
        <p:txBody>
          <a:bodyPr anchorCtr="0" anchor="t" bIns="91425" lIns="91425" spcFirstLastPara="1" rIns="91425" wrap="square" tIns="91425">
            <a:noAutofit/>
          </a:bodyPr>
          <a:lstStyle>
            <a:lvl1pPr indent="-317500" lvl="0" marL="457200" rtl="0" algn="l">
              <a:spcBef>
                <a:spcPts val="640"/>
              </a:spcBef>
              <a:spcAft>
                <a:spcPts val="0"/>
              </a:spcAft>
              <a:buClr>
                <a:schemeClr val="dk1"/>
              </a:buClr>
              <a:buSzPts val="1400"/>
              <a:buFont typeface="Calibri"/>
              <a:buChar char="•"/>
              <a:defRPr/>
            </a:lvl1pPr>
            <a:lvl2pPr indent="-317500" lvl="1" marL="914400" rtl="0" algn="l">
              <a:spcBef>
                <a:spcPts val="560"/>
              </a:spcBef>
              <a:spcAft>
                <a:spcPts val="0"/>
              </a:spcAft>
              <a:buClr>
                <a:schemeClr val="dk1"/>
              </a:buClr>
              <a:buSzPts val="1400"/>
              <a:buFont typeface="Calibri"/>
              <a:buChar char="–"/>
              <a:defRPr/>
            </a:lvl2pPr>
            <a:lvl3pPr indent="-317500" lvl="2" marL="1371600" rtl="0" algn="l">
              <a:spcBef>
                <a:spcPts val="480"/>
              </a:spcBef>
              <a:spcAft>
                <a:spcPts val="0"/>
              </a:spcAft>
              <a:buClr>
                <a:schemeClr val="dk1"/>
              </a:buClr>
              <a:buSzPts val="1400"/>
              <a:buFont typeface="Calibri"/>
              <a:buChar char="•"/>
              <a:defRPr/>
            </a:lvl3pPr>
            <a:lvl4pPr indent="-317500" lvl="3" marL="1828800" rtl="0" algn="l">
              <a:spcBef>
                <a:spcPts val="400"/>
              </a:spcBef>
              <a:spcAft>
                <a:spcPts val="0"/>
              </a:spcAft>
              <a:buClr>
                <a:schemeClr val="dk1"/>
              </a:buClr>
              <a:buSzPts val="1400"/>
              <a:buFont typeface="Calibri"/>
              <a:buChar char="–"/>
              <a:defRPr/>
            </a:lvl4pPr>
            <a:lvl5pPr indent="-317500" lvl="4" marL="2286000" rtl="0" algn="l">
              <a:spcBef>
                <a:spcPts val="400"/>
              </a:spcBef>
              <a:spcAft>
                <a:spcPts val="0"/>
              </a:spcAft>
              <a:buClr>
                <a:schemeClr val="dk1"/>
              </a:buClr>
              <a:buSzPts val="1400"/>
              <a:buFont typeface="Calibri"/>
              <a:buChar char="»"/>
              <a:defRPr/>
            </a:lvl5pPr>
            <a:lvl6pPr indent="-317500" lvl="5" marL="2743200" rtl="0" algn="l">
              <a:spcBef>
                <a:spcPts val="400"/>
              </a:spcBef>
              <a:spcAft>
                <a:spcPts val="0"/>
              </a:spcAft>
              <a:buClr>
                <a:schemeClr val="dk1"/>
              </a:buClr>
              <a:buSzPts val="1400"/>
              <a:buFont typeface="Calibri"/>
              <a:buChar char="•"/>
              <a:defRPr/>
            </a:lvl6pPr>
            <a:lvl7pPr indent="-317500" lvl="6" marL="3200400" rtl="0" algn="l">
              <a:spcBef>
                <a:spcPts val="400"/>
              </a:spcBef>
              <a:spcAft>
                <a:spcPts val="0"/>
              </a:spcAft>
              <a:buClr>
                <a:schemeClr val="dk1"/>
              </a:buClr>
              <a:buSzPts val="1400"/>
              <a:buFont typeface="Calibri"/>
              <a:buChar char="•"/>
              <a:defRPr/>
            </a:lvl7pPr>
            <a:lvl8pPr indent="-317500" lvl="7" marL="3657600" rtl="0" algn="l">
              <a:spcBef>
                <a:spcPts val="400"/>
              </a:spcBef>
              <a:spcAft>
                <a:spcPts val="0"/>
              </a:spcAft>
              <a:buClr>
                <a:schemeClr val="dk1"/>
              </a:buClr>
              <a:buSzPts val="1400"/>
              <a:buFont typeface="Calibri"/>
              <a:buChar char="•"/>
              <a:defRPr/>
            </a:lvl8pPr>
            <a:lvl9pPr indent="-317500" lvl="8" marL="4114800" rtl="0" algn="l">
              <a:spcBef>
                <a:spcPts val="400"/>
              </a:spcBef>
              <a:spcAft>
                <a:spcPts val="0"/>
              </a:spcAft>
              <a:buClr>
                <a:schemeClr val="dk1"/>
              </a:buClr>
              <a:buSzPts val="1400"/>
              <a:buFont typeface="Calibri"/>
              <a:buChar char="•"/>
              <a:defRPr/>
            </a:lvl9pPr>
          </a:lstStyle>
          <a:p/>
        </p:txBody>
      </p:sp>
      <p:sp>
        <p:nvSpPr>
          <p:cNvPr id="79" name="Google Shape;79;p12"/>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80" name="Google Shape;80;p12"/>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88900" lvl="0" marL="0" marR="0" rtl="0" algn="ctr">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81" name="Google Shape;81;p12"/>
          <p:cNvSpPr txBox="1"/>
          <p:nvPr>
            <p:ph idx="12" type="sldNum"/>
          </p:nvPr>
        </p:nvSpPr>
        <p:spPr>
          <a:xfrm>
            <a:off x="6553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r">
              <a:buNone/>
              <a:defRPr/>
            </a:lvl1pPr>
            <a:lvl2pPr indent="0" lvl="1" marL="0" marR="0" rtl="0" algn="r">
              <a:buNone/>
              <a:defRPr/>
            </a:lvl2pPr>
            <a:lvl3pPr indent="0" lvl="2" marL="0" marR="0" rtl="0" algn="r">
              <a:buNone/>
              <a:defRPr/>
            </a:lvl3pPr>
            <a:lvl4pPr indent="0" lvl="3" marL="0" marR="0" rtl="0" algn="r">
              <a:buNone/>
              <a:defRPr/>
            </a:lvl4pPr>
            <a:lvl5pPr indent="0" lvl="4" marL="0" marR="0" rtl="0" algn="r">
              <a:buNone/>
              <a:defRPr/>
            </a:lvl5pPr>
            <a:lvl6pPr indent="0" lvl="5" marL="0" marR="0" rtl="0" algn="r">
              <a:buNone/>
              <a:defRPr/>
            </a:lvl6pPr>
            <a:lvl7pPr indent="0" lvl="6" marL="0" marR="0" rtl="0" algn="r">
              <a:buNone/>
              <a:defRPr/>
            </a:lvl7pPr>
            <a:lvl8pPr indent="0" lvl="7" marL="0" marR="0" rtl="0" algn="r">
              <a:buNone/>
              <a:defRPr/>
            </a:lvl8pPr>
            <a:lvl9pPr indent="0" lvl="8" marL="0" marR="0" rtl="0" algn="r">
              <a:buNone/>
              <a:defRPr/>
            </a:lvl9pPr>
          </a:lstStyle>
          <a:p>
            <a:pPr indent="-88900" lvl="0" marL="0" rtl="0" algn="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a:p>
          <a:p>
            <a:pPr indent="-88900" lvl="2" marL="914400" rtl="0" algn="l">
              <a:spcBef>
                <a:spcPts val="0"/>
              </a:spcBef>
              <a:spcAft>
                <a:spcPts val="0"/>
              </a:spcAft>
              <a:buSzPts val="1400"/>
              <a:buChar char="■"/>
            </a:pPr>
            <a:r>
              <a:t/>
            </a:r>
            <a:endParaRPr/>
          </a:p>
          <a:p>
            <a:pPr indent="-88900" lvl="3" marL="1371600" rtl="0" algn="l">
              <a:spcBef>
                <a:spcPts val="0"/>
              </a:spcBef>
              <a:spcAft>
                <a:spcPts val="0"/>
              </a:spcAft>
              <a:buSzPts val="1400"/>
              <a:buChar char="●"/>
            </a:pPr>
            <a:r>
              <a:t/>
            </a:r>
            <a:endParaRPr/>
          </a:p>
          <a:p>
            <a:pPr indent="-88900" lvl="4" marL="1828800" rtl="0" algn="l">
              <a:spcBef>
                <a:spcPts val="0"/>
              </a:spcBef>
              <a:spcAft>
                <a:spcPts val="0"/>
              </a:spcAft>
              <a:buSzPts val="1400"/>
              <a:buChar char="○"/>
            </a:pPr>
            <a:r>
              <a:t/>
            </a:r>
            <a:endParaRPr/>
          </a:p>
          <a:p>
            <a:pPr indent="-88900" lvl="5" marL="2286000" rtl="0" algn="l">
              <a:spcBef>
                <a:spcPts val="0"/>
              </a:spcBef>
              <a:spcAft>
                <a:spcPts val="0"/>
              </a:spcAft>
              <a:buSzPts val="1400"/>
              <a:buChar char="■"/>
            </a:pPr>
            <a:r>
              <a:t/>
            </a:r>
            <a:endParaRPr/>
          </a:p>
          <a:p>
            <a:pPr indent="-88900" lvl="6" marL="2743200" rtl="0" algn="l">
              <a:spcBef>
                <a:spcPts val="0"/>
              </a:spcBef>
              <a:spcAft>
                <a:spcPts val="0"/>
              </a:spcAft>
              <a:buSzPts val="1400"/>
              <a:buChar char="●"/>
            </a:pPr>
            <a:r>
              <a:t/>
            </a:r>
            <a:endParaRPr/>
          </a:p>
          <a:p>
            <a:pPr indent="-88900" lvl="7" marL="3200400" rtl="0" algn="l">
              <a:spcBef>
                <a:spcPts val="0"/>
              </a:spcBef>
              <a:spcAft>
                <a:spcPts val="0"/>
              </a:spcAft>
              <a:buSzPts val="1400"/>
              <a:buChar char="○"/>
            </a:pPr>
            <a:r>
              <a:t/>
            </a:r>
            <a:endParaRPr/>
          </a:p>
          <a:p>
            <a:pPr indent="-88900" lvl="8" marL="3657600" rtl="0" algn="l">
              <a:spcBef>
                <a:spcPts val="0"/>
              </a:spcBef>
              <a:spcAft>
                <a:spcPts val="0"/>
              </a:spcAft>
              <a:buSzPts val="1400"/>
              <a:buChar char="■"/>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05978"/>
            <a:ext cx="8229600" cy="85725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1400"/>
              <a:buFont typeface="Calibri"/>
              <a:buNone/>
              <a:defRPr/>
            </a:lvl1pPr>
            <a:lvl2pPr indent="-88900" lvl="1" marL="0" marR="0" rtl="0" algn="l">
              <a:spcBef>
                <a:spcPts val="0"/>
              </a:spcBef>
              <a:spcAft>
                <a:spcPts val="0"/>
              </a:spcAft>
              <a:buSzPts val="1400"/>
              <a:buChar char="○"/>
              <a:defRPr/>
            </a:lvl2pPr>
            <a:lvl3pPr indent="-88900" lvl="2" marL="0" marR="0" rtl="0" algn="l">
              <a:spcBef>
                <a:spcPts val="0"/>
              </a:spcBef>
              <a:spcAft>
                <a:spcPts val="0"/>
              </a:spcAft>
              <a:buSzPts val="1400"/>
              <a:buChar char="■"/>
              <a:defRPr/>
            </a:lvl3pPr>
            <a:lvl4pPr indent="-88900" lvl="3" marL="0" marR="0" rtl="0" algn="l">
              <a:spcBef>
                <a:spcPts val="0"/>
              </a:spcBef>
              <a:spcAft>
                <a:spcPts val="0"/>
              </a:spcAft>
              <a:buSzPts val="1400"/>
              <a:buChar char="●"/>
              <a:defRPr/>
            </a:lvl4pPr>
            <a:lvl5pPr indent="-88900" lvl="4" marL="0" marR="0" rtl="0" algn="l">
              <a:spcBef>
                <a:spcPts val="0"/>
              </a:spcBef>
              <a:spcAft>
                <a:spcPts val="0"/>
              </a:spcAft>
              <a:buSzPts val="1400"/>
              <a:buChar char="○"/>
              <a:defRPr/>
            </a:lvl5pPr>
            <a:lvl6pPr indent="-88900" lvl="5" marL="0" marR="0" rtl="0" algn="l">
              <a:spcBef>
                <a:spcPts val="0"/>
              </a:spcBef>
              <a:spcAft>
                <a:spcPts val="0"/>
              </a:spcAft>
              <a:buSzPts val="1400"/>
              <a:buChar char="■"/>
              <a:defRPr/>
            </a:lvl6pPr>
            <a:lvl7pPr indent="-88900" lvl="6" marL="0" marR="0" rtl="0" algn="l">
              <a:spcBef>
                <a:spcPts val="0"/>
              </a:spcBef>
              <a:spcAft>
                <a:spcPts val="0"/>
              </a:spcAft>
              <a:buSzPts val="1400"/>
              <a:buChar char="●"/>
              <a:defRPr/>
            </a:lvl7pPr>
            <a:lvl8pPr indent="-88900" lvl="7" marL="0" marR="0" rtl="0" algn="l">
              <a:spcBef>
                <a:spcPts val="0"/>
              </a:spcBef>
              <a:spcAft>
                <a:spcPts val="0"/>
              </a:spcAft>
              <a:buSzPts val="1400"/>
              <a:buChar char="○"/>
              <a:defRPr/>
            </a:lvl8pPr>
            <a:lvl9pPr indent="-88900" lvl="8" marL="0" marR="0" rtl="0" algn="l">
              <a:spcBef>
                <a:spcPts val="0"/>
              </a:spcBef>
              <a:spcAft>
                <a:spcPts val="0"/>
              </a:spcAft>
              <a:buSzPts val="1400"/>
              <a:buChar char="■"/>
              <a:defRPr/>
            </a:lvl9pPr>
          </a:lstStyle>
          <a:p/>
        </p:txBody>
      </p:sp>
      <p:sp>
        <p:nvSpPr>
          <p:cNvPr id="7" name="Google Shape;7;p1"/>
          <p:cNvSpPr txBox="1"/>
          <p:nvPr>
            <p:ph idx="1" type="body"/>
          </p:nvPr>
        </p:nvSpPr>
        <p:spPr>
          <a:xfrm>
            <a:off x="457200" y="1200150"/>
            <a:ext cx="8229600" cy="3394472"/>
          </a:xfrm>
          <a:prstGeom prst="rect">
            <a:avLst/>
          </a:prstGeom>
          <a:noFill/>
          <a:ln>
            <a:noFill/>
          </a:ln>
        </p:spPr>
        <p:txBody>
          <a:bodyPr anchorCtr="0" anchor="t" bIns="91425" lIns="91425" spcFirstLastPara="1" rIns="91425" wrap="square" tIns="91425">
            <a:noAutofit/>
          </a:bodyPr>
          <a:lstStyle>
            <a:lvl1pPr indent="-317500" lvl="0" marL="457200" marR="0" rtl="0" algn="l">
              <a:spcBef>
                <a:spcPts val="640"/>
              </a:spcBef>
              <a:spcAft>
                <a:spcPts val="0"/>
              </a:spcAft>
              <a:buClr>
                <a:schemeClr val="dk1"/>
              </a:buClr>
              <a:buSzPts val="1400"/>
              <a:buFont typeface="Calibri"/>
              <a:buChar char="•"/>
              <a:defRPr/>
            </a:lvl1pPr>
            <a:lvl2pPr indent="-317500" lvl="1" marL="914400" marR="0" rtl="0" algn="l">
              <a:spcBef>
                <a:spcPts val="560"/>
              </a:spcBef>
              <a:spcAft>
                <a:spcPts val="0"/>
              </a:spcAft>
              <a:buClr>
                <a:schemeClr val="dk1"/>
              </a:buClr>
              <a:buSzPts val="1400"/>
              <a:buFont typeface="Calibri"/>
              <a:buChar char="–"/>
              <a:defRPr/>
            </a:lvl2pPr>
            <a:lvl3pPr indent="-317500" lvl="2" marL="1371600" marR="0" rtl="0" algn="l">
              <a:spcBef>
                <a:spcPts val="480"/>
              </a:spcBef>
              <a:spcAft>
                <a:spcPts val="0"/>
              </a:spcAft>
              <a:buClr>
                <a:schemeClr val="dk1"/>
              </a:buClr>
              <a:buSzPts val="1400"/>
              <a:buFont typeface="Calibri"/>
              <a:buChar char="•"/>
              <a:defRPr/>
            </a:lvl3pPr>
            <a:lvl4pPr indent="-317500" lvl="3" marL="1828800" marR="0" rtl="0" algn="l">
              <a:spcBef>
                <a:spcPts val="400"/>
              </a:spcBef>
              <a:spcAft>
                <a:spcPts val="0"/>
              </a:spcAft>
              <a:buClr>
                <a:schemeClr val="dk1"/>
              </a:buClr>
              <a:buSzPts val="1400"/>
              <a:buFont typeface="Calibri"/>
              <a:buChar char="–"/>
              <a:defRPr/>
            </a:lvl4pPr>
            <a:lvl5pPr indent="-317500" lvl="4" marL="2286000" marR="0" rtl="0" algn="l">
              <a:spcBef>
                <a:spcPts val="400"/>
              </a:spcBef>
              <a:spcAft>
                <a:spcPts val="0"/>
              </a:spcAft>
              <a:buClr>
                <a:schemeClr val="dk1"/>
              </a:buClr>
              <a:buSzPts val="1400"/>
              <a:buFont typeface="Calibri"/>
              <a:buChar char="»"/>
              <a:defRPr/>
            </a:lvl5pPr>
            <a:lvl6pPr indent="-317500" lvl="5" marL="2743200" marR="0" rtl="0" algn="l">
              <a:spcBef>
                <a:spcPts val="400"/>
              </a:spcBef>
              <a:spcAft>
                <a:spcPts val="0"/>
              </a:spcAft>
              <a:buClr>
                <a:schemeClr val="dk1"/>
              </a:buClr>
              <a:buSzPts val="1400"/>
              <a:buFont typeface="Calibri"/>
              <a:buChar char="•"/>
              <a:defRPr/>
            </a:lvl6pPr>
            <a:lvl7pPr indent="-317500" lvl="6" marL="3200400" marR="0" rtl="0" algn="l">
              <a:spcBef>
                <a:spcPts val="400"/>
              </a:spcBef>
              <a:spcAft>
                <a:spcPts val="0"/>
              </a:spcAft>
              <a:buClr>
                <a:schemeClr val="dk1"/>
              </a:buClr>
              <a:buSzPts val="1400"/>
              <a:buFont typeface="Calibri"/>
              <a:buChar char="•"/>
              <a:defRPr/>
            </a:lvl7pPr>
            <a:lvl8pPr indent="-317500" lvl="7" marL="3657600" marR="0" rtl="0" algn="l">
              <a:spcBef>
                <a:spcPts val="400"/>
              </a:spcBef>
              <a:spcAft>
                <a:spcPts val="0"/>
              </a:spcAft>
              <a:buClr>
                <a:schemeClr val="dk1"/>
              </a:buClr>
              <a:buSzPts val="1400"/>
              <a:buFont typeface="Calibri"/>
              <a:buChar char="•"/>
              <a:defRPr/>
            </a:lvl8pPr>
            <a:lvl9pPr indent="-317500" lvl="8" marL="4114800" marR="0" rtl="0" algn="l">
              <a:spcBef>
                <a:spcPts val="400"/>
              </a:spcBef>
              <a:spcAft>
                <a:spcPts val="0"/>
              </a:spcAft>
              <a:buClr>
                <a:schemeClr val="dk1"/>
              </a:buClr>
              <a:buSzPts val="1400"/>
              <a:buFont typeface="Calibri"/>
              <a:buChar char="•"/>
              <a:defRPr/>
            </a:lvl9pPr>
          </a:lstStyle>
          <a:p/>
        </p:txBody>
      </p:sp>
      <p:sp>
        <p:nvSpPr>
          <p:cNvPr id="8" name="Google Shape;8;p1"/>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88900" lvl="0" marL="0" marR="0" rtl="0" algn="l">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9" name="Google Shape;9;p1"/>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88900" lvl="0" marL="0" marR="0" rtl="0" algn="ctr">
              <a:spcBef>
                <a:spcPts val="0"/>
              </a:spcBef>
              <a:spcAft>
                <a:spcPts val="0"/>
              </a:spcAft>
              <a:buSzPts val="1400"/>
              <a:buChar char="●"/>
              <a:defRPr/>
            </a:lvl1pPr>
            <a:lvl2pPr indent="-88900" lvl="1" marL="457200" marR="0" rtl="0" algn="l">
              <a:spcBef>
                <a:spcPts val="0"/>
              </a:spcBef>
              <a:spcAft>
                <a:spcPts val="0"/>
              </a:spcAft>
              <a:buSzPts val="1400"/>
              <a:buChar char="○"/>
              <a:defRPr/>
            </a:lvl2pPr>
            <a:lvl3pPr indent="-88900" lvl="2" marL="914400" marR="0" rtl="0" algn="l">
              <a:spcBef>
                <a:spcPts val="0"/>
              </a:spcBef>
              <a:spcAft>
                <a:spcPts val="0"/>
              </a:spcAft>
              <a:buSzPts val="1400"/>
              <a:buChar char="■"/>
              <a:defRPr/>
            </a:lvl3pPr>
            <a:lvl4pPr indent="-88900" lvl="3" marL="1371600" marR="0" rtl="0" algn="l">
              <a:spcBef>
                <a:spcPts val="0"/>
              </a:spcBef>
              <a:spcAft>
                <a:spcPts val="0"/>
              </a:spcAft>
              <a:buSzPts val="1400"/>
              <a:buChar char="●"/>
              <a:defRPr/>
            </a:lvl4pPr>
            <a:lvl5pPr indent="-88900" lvl="4" marL="1828800" marR="0" rtl="0" algn="l">
              <a:spcBef>
                <a:spcPts val="0"/>
              </a:spcBef>
              <a:spcAft>
                <a:spcPts val="0"/>
              </a:spcAft>
              <a:buSzPts val="1400"/>
              <a:buChar char="○"/>
              <a:defRPr/>
            </a:lvl5pPr>
            <a:lvl6pPr indent="-88900" lvl="5" marL="2286000" marR="0" rtl="0" algn="l">
              <a:spcBef>
                <a:spcPts val="0"/>
              </a:spcBef>
              <a:spcAft>
                <a:spcPts val="0"/>
              </a:spcAft>
              <a:buSzPts val="1400"/>
              <a:buChar char="■"/>
              <a:defRPr/>
            </a:lvl6pPr>
            <a:lvl7pPr indent="-88900" lvl="6" marL="2743200" marR="0" rtl="0" algn="l">
              <a:spcBef>
                <a:spcPts val="0"/>
              </a:spcBef>
              <a:spcAft>
                <a:spcPts val="0"/>
              </a:spcAft>
              <a:buSzPts val="1400"/>
              <a:buChar char="●"/>
              <a:defRPr/>
            </a:lvl7pPr>
            <a:lvl8pPr indent="-88900" lvl="7" marL="3200400" marR="0" rtl="0" algn="l">
              <a:spcBef>
                <a:spcPts val="0"/>
              </a:spcBef>
              <a:spcAft>
                <a:spcPts val="0"/>
              </a:spcAft>
              <a:buSzPts val="1400"/>
              <a:buChar char="○"/>
              <a:defRPr/>
            </a:lvl8pPr>
            <a:lvl9pPr indent="-88900" lvl="8" marL="3657600" marR="0" rtl="0" algn="l">
              <a:spcBef>
                <a:spcPts val="0"/>
              </a:spcBef>
              <a:spcAft>
                <a:spcPts val="0"/>
              </a:spcAft>
              <a:buSzPts val="1400"/>
              <a:buChar char="■"/>
              <a:defRPr/>
            </a:lvl9pPr>
          </a:lstStyle>
          <a:p/>
        </p:txBody>
      </p:sp>
      <p:sp>
        <p:nvSpPr>
          <p:cNvPr id="10" name="Google Shape;10;p1"/>
          <p:cNvSpPr txBox="1"/>
          <p:nvPr>
            <p:ph idx="12" type="sldNum"/>
          </p:nvPr>
        </p:nvSpPr>
        <p:spPr>
          <a:xfrm>
            <a:off x="6553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r">
              <a:buNone/>
              <a:defRPr/>
            </a:lvl1pPr>
            <a:lvl2pPr indent="0" lvl="1" marL="0" marR="0" rtl="0" algn="r">
              <a:buNone/>
              <a:defRPr/>
            </a:lvl2pPr>
            <a:lvl3pPr indent="0" lvl="2" marL="0" marR="0" rtl="0" algn="r">
              <a:buNone/>
              <a:defRPr/>
            </a:lvl3pPr>
            <a:lvl4pPr indent="0" lvl="3" marL="0" marR="0" rtl="0" algn="r">
              <a:buNone/>
              <a:defRPr/>
            </a:lvl4pPr>
            <a:lvl5pPr indent="0" lvl="4" marL="0" marR="0" rtl="0" algn="r">
              <a:buNone/>
              <a:defRPr/>
            </a:lvl5pPr>
            <a:lvl6pPr indent="0" lvl="5" marL="0" marR="0" rtl="0" algn="r">
              <a:buNone/>
              <a:defRPr/>
            </a:lvl6pPr>
            <a:lvl7pPr indent="0" lvl="6" marL="0" marR="0" rtl="0" algn="r">
              <a:buNone/>
              <a:defRPr/>
            </a:lvl7pPr>
            <a:lvl8pPr indent="0" lvl="7" marL="0" marR="0" rtl="0" algn="r">
              <a:buNone/>
              <a:defRPr/>
            </a:lvl8pPr>
            <a:lvl9pPr indent="0" lvl="8" marL="0" marR="0" rtl="0" algn="r">
              <a:buNone/>
              <a:defRPr/>
            </a:lvl9pPr>
          </a:lstStyle>
          <a:p>
            <a:pPr indent="-88900" lvl="0" marL="0" rtl="0" algn="r">
              <a:spcBef>
                <a:spcPts val="0"/>
              </a:spcBef>
              <a:spcAft>
                <a:spcPts val="0"/>
              </a:spcAft>
              <a:buSzPts val="1400"/>
              <a:buChar char="●"/>
            </a:pPr>
            <a:r>
              <a:t/>
            </a:r>
            <a:endParaRPr/>
          </a:p>
          <a:p>
            <a:pPr indent="-88900" lvl="1" marL="457200" rtl="0" algn="l">
              <a:spcBef>
                <a:spcPts val="0"/>
              </a:spcBef>
              <a:spcAft>
                <a:spcPts val="0"/>
              </a:spcAft>
              <a:buSzPts val="1400"/>
              <a:buChar char="○"/>
            </a:pPr>
            <a:r>
              <a:t/>
            </a:r>
            <a:endParaRPr/>
          </a:p>
          <a:p>
            <a:pPr indent="-88900" lvl="2" marL="914400" rtl="0" algn="l">
              <a:spcBef>
                <a:spcPts val="0"/>
              </a:spcBef>
              <a:spcAft>
                <a:spcPts val="0"/>
              </a:spcAft>
              <a:buSzPts val="1400"/>
              <a:buChar char="■"/>
            </a:pPr>
            <a:r>
              <a:t/>
            </a:r>
            <a:endParaRPr/>
          </a:p>
          <a:p>
            <a:pPr indent="-88900" lvl="3" marL="1371600" rtl="0" algn="l">
              <a:spcBef>
                <a:spcPts val="0"/>
              </a:spcBef>
              <a:spcAft>
                <a:spcPts val="0"/>
              </a:spcAft>
              <a:buSzPts val="1400"/>
              <a:buChar char="●"/>
            </a:pPr>
            <a:r>
              <a:t/>
            </a:r>
            <a:endParaRPr/>
          </a:p>
          <a:p>
            <a:pPr indent="-88900" lvl="4" marL="1828800" rtl="0" algn="l">
              <a:spcBef>
                <a:spcPts val="0"/>
              </a:spcBef>
              <a:spcAft>
                <a:spcPts val="0"/>
              </a:spcAft>
              <a:buSzPts val="1400"/>
              <a:buChar char="○"/>
            </a:pPr>
            <a:r>
              <a:t/>
            </a:r>
            <a:endParaRPr/>
          </a:p>
          <a:p>
            <a:pPr indent="-88900" lvl="5" marL="2286000" rtl="0" algn="l">
              <a:spcBef>
                <a:spcPts val="0"/>
              </a:spcBef>
              <a:spcAft>
                <a:spcPts val="0"/>
              </a:spcAft>
              <a:buSzPts val="1400"/>
              <a:buChar char="■"/>
            </a:pPr>
            <a:r>
              <a:t/>
            </a:r>
            <a:endParaRPr/>
          </a:p>
          <a:p>
            <a:pPr indent="-88900" lvl="6" marL="2743200" rtl="0" algn="l">
              <a:spcBef>
                <a:spcPts val="0"/>
              </a:spcBef>
              <a:spcAft>
                <a:spcPts val="0"/>
              </a:spcAft>
              <a:buSzPts val="1400"/>
              <a:buChar char="●"/>
            </a:pPr>
            <a:r>
              <a:t/>
            </a:r>
            <a:endParaRPr/>
          </a:p>
          <a:p>
            <a:pPr indent="-88900" lvl="7" marL="3200400" rtl="0" algn="l">
              <a:spcBef>
                <a:spcPts val="0"/>
              </a:spcBef>
              <a:spcAft>
                <a:spcPts val="0"/>
              </a:spcAft>
              <a:buSzPts val="1400"/>
              <a:buChar char="○"/>
            </a:pPr>
            <a:r>
              <a:t/>
            </a:r>
            <a:endParaRPr/>
          </a:p>
          <a:p>
            <a:pPr indent="-88900" lvl="8" marL="3657600" rtl="0" algn="l">
              <a:spcBef>
                <a:spcPts val="0"/>
              </a:spcBef>
              <a:spcAft>
                <a:spcPts val="0"/>
              </a:spcAft>
              <a:buSzPts val="1400"/>
              <a:buChar char="■"/>
            </a:pPr>
            <a:r>
              <a:t/>
            </a:r>
            <a:endParaRPr/>
          </a:p>
        </p:txBody>
      </p:sp>
      <p:sp>
        <p:nvSpPr>
          <p:cNvPr id="11" name="Google Shape;11;p1"/>
          <p:cNvSpPr/>
          <p:nvPr/>
        </p:nvSpPr>
        <p:spPr>
          <a:xfrm>
            <a:off x="-14941" y="5056026"/>
            <a:ext cx="9180512" cy="108012"/>
          </a:xfrm>
          <a:prstGeom prst="rect">
            <a:avLst/>
          </a:prstGeom>
          <a:solidFill>
            <a:srgbClr val="5706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2" name="Google Shape;12;p1"/>
          <p:cNvPicPr preferRelativeResize="0"/>
          <p:nvPr/>
        </p:nvPicPr>
        <p:blipFill>
          <a:blip r:embed="rId1">
            <a:alphaModFix/>
          </a:blip>
          <a:stretch>
            <a:fillRect/>
          </a:stretch>
        </p:blipFill>
        <p:spPr>
          <a:xfrm>
            <a:off x="7955675" y="0"/>
            <a:ext cx="1188326" cy="5796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nvSpPr>
        <p:spPr>
          <a:xfrm>
            <a:off x="2791050" y="2128650"/>
            <a:ext cx="3561900" cy="7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400">
                <a:solidFill>
                  <a:schemeClr val="dk1"/>
                </a:solidFill>
              </a:rPr>
              <a:t>Team</a:t>
            </a:r>
            <a:r>
              <a:rPr b="1" lang="en" sz="3400">
                <a:solidFill>
                  <a:schemeClr val="dk1"/>
                </a:solidFill>
              </a:rPr>
              <a:t> Photo</a:t>
            </a:r>
            <a:endParaRPr b="1" sz="3600">
              <a:solidFill>
                <a:schemeClr val="dk1"/>
              </a:solidFill>
            </a:endParaRPr>
          </a:p>
        </p:txBody>
      </p:sp>
      <p:sp>
        <p:nvSpPr>
          <p:cNvPr id="87" name="Google Shape;87;p13"/>
          <p:cNvSpPr txBox="1"/>
          <p:nvPr/>
        </p:nvSpPr>
        <p:spPr>
          <a:xfrm>
            <a:off x="1409250" y="3024950"/>
            <a:ext cx="6997800" cy="800400"/>
          </a:xfrm>
          <a:prstGeom prst="rect">
            <a:avLst/>
          </a:prstGeom>
          <a:noFill/>
          <a:ln>
            <a:noFill/>
          </a:ln>
        </p:spPr>
        <p:txBody>
          <a:bodyPr anchorCtr="0" anchor="t" bIns="91425" lIns="91425" spcFirstLastPara="1" rIns="91425" wrap="square" tIns="91425">
            <a:spAutoFit/>
          </a:bodyPr>
          <a:lstStyle/>
          <a:p>
            <a:pPr indent="0" lvl="0" marL="0" rtl="0" algn="ctr">
              <a:spcBef>
                <a:spcPts val="400"/>
              </a:spcBef>
              <a:spcAft>
                <a:spcPts val="0"/>
              </a:spcAft>
              <a:buNone/>
            </a:pPr>
            <a:r>
              <a:rPr lang="en" sz="2000">
                <a:solidFill>
                  <a:srgbClr val="B7B7B7"/>
                </a:solidFill>
              </a:rPr>
              <a:t>List all </a:t>
            </a:r>
            <a:r>
              <a:rPr lang="en" sz="2000">
                <a:solidFill>
                  <a:srgbClr val="B7B7B7"/>
                </a:solidFill>
              </a:rPr>
              <a:t>students</a:t>
            </a:r>
            <a:r>
              <a:rPr lang="en" sz="2000">
                <a:solidFill>
                  <a:srgbClr val="B7B7B7"/>
                </a:solidFill>
              </a:rPr>
              <a:t> and mentors</a:t>
            </a:r>
            <a:br>
              <a:rPr lang="en" sz="2000">
                <a:solidFill>
                  <a:srgbClr val="B7B7B7"/>
                </a:solidFill>
              </a:rPr>
            </a:br>
            <a:r>
              <a:rPr lang="en" sz="2000">
                <a:solidFill>
                  <a:srgbClr val="B7B7B7"/>
                </a:solidFill>
              </a:rPr>
              <a:t>Student</a:t>
            </a:r>
            <a:r>
              <a:rPr lang="en" sz="2000">
                <a:solidFill>
                  <a:srgbClr val="B7B7B7"/>
                </a:solidFill>
              </a:rPr>
              <a:t>, University, Level, Country, Email</a:t>
            </a:r>
            <a:endParaRPr sz="2000">
              <a:solidFill>
                <a:srgbClr val="B7B7B7"/>
              </a:solidFill>
            </a:endParaRPr>
          </a:p>
        </p:txBody>
      </p:sp>
      <p:sp>
        <p:nvSpPr>
          <p:cNvPr id="88" name="Google Shape;88;p13"/>
          <p:cNvSpPr txBox="1"/>
          <p:nvPr/>
        </p:nvSpPr>
        <p:spPr>
          <a:xfrm>
            <a:off x="2391900" y="3825350"/>
            <a:ext cx="5032500" cy="492600"/>
          </a:xfrm>
          <a:prstGeom prst="rect">
            <a:avLst/>
          </a:prstGeom>
          <a:noFill/>
          <a:ln>
            <a:noFill/>
          </a:ln>
        </p:spPr>
        <p:txBody>
          <a:bodyPr anchorCtr="0" anchor="t" bIns="91425" lIns="91425" spcFirstLastPara="1" rIns="91425" wrap="square" tIns="91425">
            <a:spAutoFit/>
          </a:bodyPr>
          <a:lstStyle/>
          <a:p>
            <a:pPr indent="0" lvl="0" marL="0" rtl="0" algn="ctr">
              <a:spcBef>
                <a:spcPts val="400"/>
              </a:spcBef>
              <a:spcAft>
                <a:spcPts val="0"/>
              </a:spcAft>
              <a:buNone/>
            </a:pPr>
            <a:r>
              <a:rPr lang="en" sz="2000">
                <a:solidFill>
                  <a:srgbClr val="B7B7B7"/>
                </a:solidFill>
              </a:rPr>
              <a:t>Mentor</a:t>
            </a:r>
            <a:r>
              <a:rPr lang="en" sz="2000">
                <a:solidFill>
                  <a:srgbClr val="B7B7B7"/>
                </a:solidFill>
              </a:rPr>
              <a:t>, Company, Title, Country, Email</a:t>
            </a:r>
            <a:endParaRPr sz="2000">
              <a:solidFill>
                <a:srgbClr val="B7B7B7"/>
              </a:solidFill>
            </a:endParaRPr>
          </a:p>
        </p:txBody>
      </p:sp>
      <p:sp>
        <p:nvSpPr>
          <p:cNvPr id="89" name="Google Shape;89;p13"/>
          <p:cNvSpPr txBox="1"/>
          <p:nvPr/>
        </p:nvSpPr>
        <p:spPr>
          <a:xfrm>
            <a:off x="2203800" y="1323900"/>
            <a:ext cx="4736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B7B7B7"/>
                </a:solidFill>
              </a:rPr>
              <a:t>(s</a:t>
            </a:r>
            <a:r>
              <a:rPr lang="en">
                <a:solidFill>
                  <a:srgbClr val="B7B7B7"/>
                </a:solidFill>
              </a:rPr>
              <a:t>tart with)</a:t>
            </a:r>
            <a:endParaRPr>
              <a:solidFill>
                <a:srgbClr val="B7B7B7"/>
              </a:solidFill>
            </a:endParaRPr>
          </a:p>
        </p:txBody>
      </p:sp>
      <p:sp>
        <p:nvSpPr>
          <p:cNvPr id="90" name="Google Shape;90;p13"/>
          <p:cNvSpPr txBox="1"/>
          <p:nvPr/>
        </p:nvSpPr>
        <p:spPr>
          <a:xfrm>
            <a:off x="71875" y="0"/>
            <a:ext cx="7885800" cy="240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600">
                <a:solidFill>
                  <a:schemeClr val="dk1"/>
                </a:solidFill>
              </a:rPr>
              <a:t>Team </a:t>
            </a:r>
            <a:r>
              <a:rPr b="1" lang="en" sz="3600">
                <a:solidFill>
                  <a:schemeClr val="dk1"/>
                </a:solidFill>
              </a:rPr>
              <a:t>Logo </a:t>
            </a:r>
            <a:br>
              <a:rPr b="1" lang="en" sz="3600">
                <a:solidFill>
                  <a:schemeClr val="dk1"/>
                </a:solidFill>
              </a:rPr>
            </a:br>
            <a:r>
              <a:rPr b="1" lang="en" sz="3600">
                <a:solidFill>
                  <a:schemeClr val="dk1"/>
                </a:solidFill>
              </a:rPr>
              <a:t> Team Name (arabic and english)</a:t>
            </a:r>
            <a:br>
              <a:rPr b="1" lang="en" sz="3600">
                <a:solidFill>
                  <a:schemeClr val="dk1"/>
                </a:solidFill>
              </a:rPr>
            </a:br>
            <a:r>
              <a:rPr b="1" lang="en" sz="3600">
                <a:solidFill>
                  <a:schemeClr val="dk1"/>
                </a:solidFill>
              </a:rPr>
              <a:t>Team #</a:t>
            </a:r>
            <a:br>
              <a:rPr b="1" lang="en" sz="3600">
                <a:solidFill>
                  <a:schemeClr val="dk1"/>
                </a:solidFill>
              </a:rPr>
            </a:br>
            <a:endParaRPr b="1" sz="36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ctrTitle"/>
          </p:nvPr>
        </p:nvSpPr>
        <p:spPr>
          <a:xfrm>
            <a:off x="836400" y="1345500"/>
            <a:ext cx="8266200" cy="657000"/>
          </a:xfrm>
          <a:prstGeom prst="rect">
            <a:avLst/>
          </a:prstGeom>
          <a:noFill/>
          <a:ln>
            <a:noFill/>
          </a:ln>
        </p:spPr>
        <p:txBody>
          <a:bodyPr anchorCtr="0" anchor="t" bIns="45700" lIns="91425" spcFirstLastPara="1" rIns="91425" wrap="square" tIns="45700">
            <a:noAutofit/>
          </a:bodyPr>
          <a:lstStyle/>
          <a:p>
            <a:pPr indent="0" lvl="0" marL="0" rtl="0" algn="ctr">
              <a:lnSpc>
                <a:spcPct val="115000"/>
              </a:lnSpc>
              <a:spcBef>
                <a:spcPts val="0"/>
              </a:spcBef>
              <a:spcAft>
                <a:spcPts val="0"/>
              </a:spcAft>
              <a:buClr>
                <a:schemeClr val="dk1"/>
              </a:buClr>
              <a:buSzPts val="1800"/>
              <a:buFont typeface="Arial"/>
              <a:buNone/>
            </a:pPr>
            <a:r>
              <a:rPr b="1" lang="en" sz="3600">
                <a:solidFill>
                  <a:schemeClr val="dk1"/>
                </a:solidFill>
              </a:rPr>
              <a:t>SDG 6 </a:t>
            </a:r>
            <a:r>
              <a:rPr b="1" lang="en" sz="3600">
                <a:solidFill>
                  <a:schemeClr val="dk1"/>
                </a:solidFill>
              </a:rPr>
              <a:t>relevance</a:t>
            </a:r>
            <a:r>
              <a:rPr b="1" lang="en" sz="3600">
                <a:solidFill>
                  <a:schemeClr val="dk1"/>
                </a:solidFill>
              </a:rPr>
              <a:t> and QC advantage.</a:t>
            </a:r>
            <a:endParaRPr b="1" sz="3600"/>
          </a:p>
        </p:txBody>
      </p:sp>
      <p:sp>
        <p:nvSpPr>
          <p:cNvPr id="96" name="Google Shape;96;p14"/>
          <p:cNvSpPr txBox="1"/>
          <p:nvPr>
            <p:ph type="ctrTitle"/>
          </p:nvPr>
        </p:nvSpPr>
        <p:spPr>
          <a:xfrm>
            <a:off x="836400" y="2002505"/>
            <a:ext cx="7471200" cy="657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Font typeface="Arial"/>
              <a:buNone/>
            </a:pPr>
            <a:r>
              <a:rPr b="1" lang="en" sz="3600">
                <a:solidFill>
                  <a:schemeClr val="dk1"/>
                </a:solidFill>
              </a:rPr>
              <a:t>Market / Audience</a:t>
            </a:r>
            <a:endParaRPr b="1" sz="3600">
              <a:solidFill>
                <a:schemeClr val="dk1"/>
              </a:solidFill>
            </a:endParaRPr>
          </a:p>
          <a:p>
            <a:pPr indent="0" lvl="0" marL="0" rtl="0" algn="l">
              <a:spcBef>
                <a:spcPts val="0"/>
              </a:spcBef>
              <a:spcAft>
                <a:spcPts val="0"/>
              </a:spcAft>
              <a:buClr>
                <a:schemeClr val="dk1"/>
              </a:buClr>
              <a:buFont typeface="Arial"/>
              <a:buNone/>
            </a:pPr>
            <a:r>
              <a:t/>
            </a:r>
            <a:endParaRPr b="1" sz="3600">
              <a:solidFill>
                <a:schemeClr val="dk1"/>
              </a:solidFill>
            </a:endParaRPr>
          </a:p>
        </p:txBody>
      </p:sp>
      <p:sp>
        <p:nvSpPr>
          <p:cNvPr id="97" name="Google Shape;97;p14"/>
          <p:cNvSpPr txBox="1"/>
          <p:nvPr>
            <p:ph type="ctrTitle"/>
          </p:nvPr>
        </p:nvSpPr>
        <p:spPr>
          <a:xfrm>
            <a:off x="1065575" y="2555375"/>
            <a:ext cx="7995600" cy="254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000000"/>
              </a:buClr>
              <a:buFont typeface="Arial"/>
              <a:buNone/>
            </a:pPr>
            <a:r>
              <a:rPr b="1" lang="en" sz="1600"/>
              <a:t>H</a:t>
            </a:r>
            <a:r>
              <a:rPr b="1" lang="en" sz="1600"/>
              <a:t>ack Stack</a:t>
            </a:r>
            <a:endParaRPr b="1" sz="1600"/>
          </a:p>
          <a:p>
            <a:pPr indent="0" lvl="0" marL="0" marR="0" rtl="0" algn="ctr">
              <a:spcBef>
                <a:spcPts val="0"/>
              </a:spcBef>
              <a:spcAft>
                <a:spcPts val="0"/>
              </a:spcAft>
              <a:buClr>
                <a:srgbClr val="000000"/>
              </a:buClr>
              <a:buFont typeface="Arial"/>
              <a:buNone/>
            </a:pPr>
            <a:r>
              <a:rPr lang="en" sz="1600">
                <a:solidFill>
                  <a:srgbClr val="B7B7B7"/>
                </a:solidFill>
              </a:rPr>
              <a:t>QC tech, and theory or application of QC, QC </a:t>
            </a:r>
            <a:r>
              <a:rPr lang="en" sz="1600">
                <a:solidFill>
                  <a:srgbClr val="B7B7B7"/>
                </a:solidFill>
              </a:rPr>
              <a:t>algorithms</a:t>
            </a:r>
            <a:r>
              <a:rPr lang="en" sz="1600">
                <a:solidFill>
                  <a:srgbClr val="B7B7B7"/>
                </a:solidFill>
              </a:rPr>
              <a:t>, Frameworks,</a:t>
            </a:r>
            <a:r>
              <a:rPr lang="en" sz="1600">
                <a:solidFill>
                  <a:srgbClr val="B7B7B7"/>
                </a:solidFill>
              </a:rPr>
              <a:t> hardware or software hack or AR, or Mobile with AI, Data Science, machine learning and so on. </a:t>
            </a:r>
            <a:br>
              <a:rPr lang="en" sz="1600">
                <a:solidFill>
                  <a:srgbClr val="B7B7B7"/>
                </a:solidFill>
              </a:rPr>
            </a:br>
            <a:r>
              <a:rPr lang="en" sz="1600">
                <a:solidFill>
                  <a:srgbClr val="B7B7B7"/>
                </a:solidFill>
              </a:rPr>
              <a:t>Specify the algorithm(s) used. </a:t>
            </a:r>
            <a:endParaRPr sz="1600">
              <a:solidFill>
                <a:srgbClr val="B7B7B7"/>
              </a:solidFill>
            </a:endParaRPr>
          </a:p>
          <a:p>
            <a:pPr indent="0" lvl="0" marL="0" marR="0" rtl="0" algn="ctr">
              <a:spcBef>
                <a:spcPts val="0"/>
              </a:spcBef>
              <a:spcAft>
                <a:spcPts val="0"/>
              </a:spcAft>
              <a:buClr>
                <a:srgbClr val="000000"/>
              </a:buClr>
              <a:buFont typeface="Arial"/>
              <a:buNone/>
            </a:pPr>
            <a:r>
              <a:rPr lang="en" sz="1600">
                <a:solidFill>
                  <a:srgbClr val="B7B7B7"/>
                </a:solidFill>
              </a:rPr>
              <a:t>Make sure to highlight the quantum advantage and the SDG 6 relevance to this solution. </a:t>
            </a:r>
            <a:endParaRPr sz="1600">
              <a:solidFill>
                <a:srgbClr val="B7B7B7"/>
              </a:solidFill>
            </a:endParaRPr>
          </a:p>
          <a:p>
            <a:pPr indent="0" lvl="0" marL="0" marR="0" rtl="0" algn="ctr">
              <a:spcBef>
                <a:spcPts val="0"/>
              </a:spcBef>
              <a:spcAft>
                <a:spcPts val="0"/>
              </a:spcAft>
              <a:buClr>
                <a:srgbClr val="000000"/>
              </a:buClr>
              <a:buFont typeface="Arial"/>
              <a:buNone/>
            </a:pPr>
            <a:r>
              <a:rPr b="1" lang="en" sz="1600">
                <a:solidFill>
                  <a:srgbClr val="B7B7B7"/>
                </a:solidFill>
              </a:rPr>
              <a:t>Indicate if this product is an app, web, plugin or/and  a QC theoretical or an applied  Algorithms used. </a:t>
            </a:r>
            <a:br>
              <a:rPr b="1" lang="en" sz="1600">
                <a:solidFill>
                  <a:srgbClr val="B7B7B7"/>
                </a:solidFill>
              </a:rPr>
            </a:br>
            <a:endParaRPr b="1" sz="1600">
              <a:solidFill>
                <a:srgbClr val="B7B7B7"/>
              </a:solidFill>
            </a:endParaRPr>
          </a:p>
          <a:p>
            <a:pPr indent="0" lvl="0" marL="0" marR="0" rtl="0" algn="ctr">
              <a:spcBef>
                <a:spcPts val="0"/>
              </a:spcBef>
              <a:spcAft>
                <a:spcPts val="0"/>
              </a:spcAft>
              <a:buClr>
                <a:srgbClr val="000000"/>
              </a:buClr>
              <a:buFont typeface="Arial"/>
              <a:buNone/>
            </a:pPr>
            <a:r>
              <a:t/>
            </a:r>
            <a:endParaRPr b="1" sz="1800"/>
          </a:p>
        </p:txBody>
      </p:sp>
      <p:sp>
        <p:nvSpPr>
          <p:cNvPr id="98" name="Google Shape;98;p14"/>
          <p:cNvSpPr txBox="1"/>
          <p:nvPr>
            <p:ph type="ctrTitle"/>
          </p:nvPr>
        </p:nvSpPr>
        <p:spPr>
          <a:xfrm>
            <a:off x="1011875" y="607426"/>
            <a:ext cx="7471200" cy="657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000000"/>
              </a:buClr>
              <a:buFont typeface="Arial"/>
              <a:buNone/>
            </a:pPr>
            <a:r>
              <a:rPr b="1" i="0" lang="en" sz="3600" u="none" cap="none" strike="noStrike">
                <a:solidFill>
                  <a:srgbClr val="000000"/>
                </a:solidFill>
                <a:latin typeface="Arial"/>
                <a:ea typeface="Arial"/>
                <a:cs typeface="Arial"/>
                <a:sym typeface="Arial"/>
              </a:rPr>
              <a:t>The Problem</a:t>
            </a:r>
            <a:r>
              <a:rPr b="1" lang="en" sz="3600">
                <a:solidFill>
                  <a:schemeClr val="dk1"/>
                </a:solidFill>
              </a:rPr>
              <a:t> / The Solution</a:t>
            </a:r>
            <a:endParaRPr b="1" sz="3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txBox="1"/>
          <p:nvPr>
            <p:ph type="ctrTitle"/>
          </p:nvPr>
        </p:nvSpPr>
        <p:spPr>
          <a:xfrm>
            <a:off x="836400" y="881200"/>
            <a:ext cx="8090700" cy="1051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000000"/>
              </a:buClr>
              <a:buFont typeface="Arial"/>
              <a:buNone/>
            </a:pPr>
            <a:r>
              <a:rPr b="1" lang="en" sz="3600"/>
              <a:t>Impact</a:t>
            </a:r>
            <a:br>
              <a:rPr b="1" lang="en" sz="3600"/>
            </a:br>
            <a:r>
              <a:rPr lang="en" sz="1800">
                <a:solidFill>
                  <a:srgbClr val="B7B7B7"/>
                </a:solidFill>
              </a:rPr>
              <a:t>Problem Impact &amp; Importance especially within the </a:t>
            </a:r>
            <a:r>
              <a:rPr lang="en" sz="1800">
                <a:solidFill>
                  <a:srgbClr val="B7B7B7"/>
                </a:solidFill>
              </a:rPr>
              <a:t>connect</a:t>
            </a:r>
            <a:r>
              <a:rPr lang="en" sz="1800">
                <a:solidFill>
                  <a:srgbClr val="B7B7B7"/>
                </a:solidFill>
              </a:rPr>
              <a:t> of </a:t>
            </a:r>
            <a:r>
              <a:rPr lang="en" sz="1800">
                <a:solidFill>
                  <a:srgbClr val="B7B7B7"/>
                </a:solidFill>
              </a:rPr>
              <a:t>the</a:t>
            </a:r>
            <a:r>
              <a:rPr lang="en" sz="1800">
                <a:solidFill>
                  <a:srgbClr val="B7B7B7"/>
                </a:solidFill>
              </a:rPr>
              <a:t> UN SDGs and QC</a:t>
            </a:r>
            <a:endParaRPr b="1" sz="1200"/>
          </a:p>
        </p:txBody>
      </p:sp>
      <p:sp>
        <p:nvSpPr>
          <p:cNvPr id="104" name="Google Shape;104;p15"/>
          <p:cNvSpPr txBox="1"/>
          <p:nvPr>
            <p:ph type="ctrTitle"/>
          </p:nvPr>
        </p:nvSpPr>
        <p:spPr>
          <a:xfrm>
            <a:off x="488100" y="1933000"/>
            <a:ext cx="8167800" cy="1347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000000"/>
              </a:buClr>
              <a:buFont typeface="Arial"/>
              <a:buNone/>
            </a:pPr>
            <a:r>
              <a:rPr b="1" lang="en" sz="3600"/>
              <a:t>Business Sustainability &amp; Scalability</a:t>
            </a:r>
            <a:br>
              <a:rPr b="1" lang="en" sz="3600"/>
            </a:br>
            <a:r>
              <a:rPr lang="en" sz="1800">
                <a:solidFill>
                  <a:srgbClr val="B7B7B7"/>
                </a:solidFill>
              </a:rPr>
              <a:t>Is the project viable to be shipped beyond the hackathon, potentially deployed as a product? Does it have a sustainable and scalable model?</a:t>
            </a:r>
            <a:endParaRPr sz="1800">
              <a:solidFill>
                <a:srgbClr val="B7B7B7"/>
              </a:solidFill>
            </a:endParaRPr>
          </a:p>
          <a:p>
            <a:pPr indent="0" lvl="0" marL="0" marR="0" rtl="0" algn="l">
              <a:spcBef>
                <a:spcPts val="0"/>
              </a:spcBef>
              <a:spcAft>
                <a:spcPts val="0"/>
              </a:spcAft>
              <a:buClr>
                <a:srgbClr val="000000"/>
              </a:buClr>
              <a:buFont typeface="Arial"/>
              <a:buNone/>
            </a:pPr>
            <a:r>
              <a:t/>
            </a:r>
            <a:endParaRPr sz="1200"/>
          </a:p>
        </p:txBody>
      </p:sp>
      <p:sp>
        <p:nvSpPr>
          <p:cNvPr id="105" name="Google Shape;105;p15"/>
          <p:cNvSpPr txBox="1"/>
          <p:nvPr>
            <p:ph type="ctrTitle"/>
          </p:nvPr>
        </p:nvSpPr>
        <p:spPr>
          <a:xfrm>
            <a:off x="836400" y="3280901"/>
            <a:ext cx="7471200" cy="1051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000000"/>
              </a:buClr>
              <a:buFont typeface="Arial"/>
              <a:buNone/>
            </a:pPr>
            <a:r>
              <a:rPr b="1" lang="en" sz="3600"/>
              <a:t>Next steps </a:t>
            </a:r>
            <a:br>
              <a:rPr b="1" lang="en" sz="3600"/>
            </a:br>
            <a:r>
              <a:rPr lang="en" sz="1800">
                <a:solidFill>
                  <a:srgbClr val="B7B7B7"/>
                </a:solidFill>
              </a:rPr>
              <a:t>funding, partners and technical future features additions</a:t>
            </a:r>
            <a:endParaRPr i="0" sz="1800" u="none" cap="none" strike="noStrike">
              <a:solidFill>
                <a:srgbClr val="B7B7B7"/>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p:nvPr/>
        </p:nvSpPr>
        <p:spPr>
          <a:xfrm>
            <a:off x="16450" y="16450"/>
            <a:ext cx="9144000" cy="5143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EFEFEF"/>
              </a:highlight>
            </a:endParaRPr>
          </a:p>
        </p:txBody>
      </p:sp>
      <p:sp>
        <p:nvSpPr>
          <p:cNvPr id="111" name="Google Shape;111;p16"/>
          <p:cNvSpPr txBox="1"/>
          <p:nvPr>
            <p:ph type="title"/>
          </p:nvPr>
        </p:nvSpPr>
        <p:spPr>
          <a:xfrm>
            <a:off x="457200" y="3"/>
            <a:ext cx="82296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600"/>
              <a:t>Possible questions from judges</a:t>
            </a:r>
            <a:endParaRPr b="1" sz="3600"/>
          </a:p>
        </p:txBody>
      </p:sp>
      <p:sp>
        <p:nvSpPr>
          <p:cNvPr id="112" name="Google Shape;112;p16"/>
          <p:cNvSpPr txBox="1"/>
          <p:nvPr>
            <p:ph idx="1" type="body"/>
          </p:nvPr>
        </p:nvSpPr>
        <p:spPr>
          <a:xfrm>
            <a:off x="-9650" y="857400"/>
            <a:ext cx="9144000" cy="4313700"/>
          </a:xfrm>
          <a:prstGeom prst="rect">
            <a:avLst/>
          </a:prstGeom>
        </p:spPr>
        <p:txBody>
          <a:bodyPr anchorCtr="0" anchor="t" bIns="91425" lIns="91425" spcFirstLastPara="1" rIns="91425" wrap="square" tIns="91425">
            <a:noAutofit/>
          </a:bodyPr>
          <a:lstStyle/>
          <a:p>
            <a:pPr indent="0" lvl="0" marL="0" rtl="0" algn="l">
              <a:spcBef>
                <a:spcPts val="640"/>
              </a:spcBef>
              <a:spcAft>
                <a:spcPts val="0"/>
              </a:spcAft>
              <a:buNone/>
            </a:pPr>
            <a:r>
              <a:rPr b="1" lang="en" sz="1000"/>
              <a:t>Product questions</a:t>
            </a:r>
            <a:endParaRPr b="1" sz="1000"/>
          </a:p>
          <a:p>
            <a:pPr indent="-292100" lvl="0" marL="457200" rtl="0" algn="l">
              <a:spcBef>
                <a:spcPts val="640"/>
              </a:spcBef>
              <a:spcAft>
                <a:spcPts val="0"/>
              </a:spcAft>
              <a:buSzPts val="1000"/>
              <a:buChar char="•"/>
            </a:pPr>
            <a:r>
              <a:rPr lang="en" sz="1000">
                <a:solidFill>
                  <a:schemeClr val="dk1"/>
                </a:solidFill>
              </a:rPr>
              <a:t>Why is it an important problem? e.g. data points? </a:t>
            </a:r>
            <a:endParaRPr sz="1000">
              <a:solidFill>
                <a:schemeClr val="dk1"/>
              </a:solidFill>
            </a:endParaRPr>
          </a:p>
          <a:p>
            <a:pPr indent="-292100" lvl="0" marL="457200" rtl="0" algn="l">
              <a:spcBef>
                <a:spcPts val="0"/>
              </a:spcBef>
              <a:spcAft>
                <a:spcPts val="0"/>
              </a:spcAft>
              <a:buSzPts val="1000"/>
              <a:buChar char="•"/>
            </a:pPr>
            <a:r>
              <a:rPr lang="en" sz="1000">
                <a:solidFill>
                  <a:schemeClr val="dk1"/>
                </a:solidFill>
              </a:rPr>
              <a:t>Which region would this application have on local and global? </a:t>
            </a:r>
            <a:endParaRPr sz="1000">
              <a:solidFill>
                <a:schemeClr val="dk1"/>
              </a:solidFill>
            </a:endParaRPr>
          </a:p>
          <a:p>
            <a:pPr indent="-292100" lvl="0" marL="457200" rtl="0" algn="l">
              <a:spcBef>
                <a:spcPts val="0"/>
              </a:spcBef>
              <a:spcAft>
                <a:spcPts val="0"/>
              </a:spcAft>
              <a:buSzPts val="1000"/>
              <a:buChar char="•"/>
            </a:pPr>
            <a:r>
              <a:rPr lang="en" sz="1000">
                <a:solidFill>
                  <a:schemeClr val="dk1"/>
                </a:solidFill>
              </a:rPr>
              <a:t>Support with stats and great quality datasets- make sure of the </a:t>
            </a:r>
            <a:r>
              <a:rPr lang="en" sz="1000">
                <a:solidFill>
                  <a:schemeClr val="dk1"/>
                </a:solidFill>
              </a:rPr>
              <a:t>integrity</a:t>
            </a:r>
            <a:r>
              <a:rPr lang="en" sz="1000">
                <a:solidFill>
                  <a:schemeClr val="dk1"/>
                </a:solidFill>
              </a:rPr>
              <a:t> of the data set and any research you use?</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Impact on SDG and SDG relavnace?</a:t>
            </a:r>
            <a:endParaRPr sz="1000">
              <a:solidFill>
                <a:schemeClr val="dk1"/>
              </a:solidFill>
            </a:endParaRPr>
          </a:p>
          <a:p>
            <a:pPr indent="-292100" lvl="0" marL="457200" rtl="0" algn="l">
              <a:spcBef>
                <a:spcPts val="0"/>
              </a:spcBef>
              <a:spcAft>
                <a:spcPts val="0"/>
              </a:spcAft>
              <a:buSzPts val="1000"/>
              <a:buChar char="•"/>
            </a:pPr>
            <a:r>
              <a:rPr lang="en" sz="1000">
                <a:solidFill>
                  <a:schemeClr val="dk1"/>
                </a:solidFill>
              </a:rPr>
              <a:t>Why was QC important to use for this solution (QC advantage)- advantage over classical computer now and in the future?</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Algorithms used?</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Has it been done before?</a:t>
            </a:r>
            <a:endParaRPr sz="1000">
              <a:solidFill>
                <a:schemeClr val="dk1"/>
              </a:solidFill>
            </a:endParaRPr>
          </a:p>
          <a:p>
            <a:pPr indent="-292100" lvl="0" marL="457200" rtl="0" algn="l">
              <a:spcBef>
                <a:spcPts val="0"/>
              </a:spcBef>
              <a:spcAft>
                <a:spcPts val="0"/>
              </a:spcAft>
              <a:buSzPts val="1000"/>
              <a:buChar char="•"/>
            </a:pPr>
            <a:r>
              <a:rPr lang="en" sz="1000">
                <a:solidFill>
                  <a:schemeClr val="dk1"/>
                </a:solidFill>
              </a:rPr>
              <a:t>Who is your target user?</a:t>
            </a:r>
            <a:endParaRPr sz="1000">
              <a:solidFill>
                <a:schemeClr val="dk1"/>
              </a:solidFill>
            </a:endParaRPr>
          </a:p>
          <a:p>
            <a:pPr indent="-292100" lvl="0" marL="457200" rtl="0" algn="l">
              <a:spcBef>
                <a:spcPts val="0"/>
              </a:spcBef>
              <a:spcAft>
                <a:spcPts val="0"/>
              </a:spcAft>
              <a:buSzPts val="1000"/>
              <a:buChar char="•"/>
            </a:pPr>
            <a:r>
              <a:rPr lang="en" sz="1000">
                <a:solidFill>
                  <a:schemeClr val="dk1"/>
                </a:solidFill>
              </a:rPr>
              <a:t>Who are your main competitors?</a:t>
            </a:r>
            <a:endParaRPr sz="1000">
              <a:solidFill>
                <a:schemeClr val="dk1"/>
              </a:solidFill>
            </a:endParaRPr>
          </a:p>
          <a:p>
            <a:pPr indent="-292100" lvl="0" marL="457200" rtl="0" algn="l">
              <a:spcBef>
                <a:spcPts val="0"/>
              </a:spcBef>
              <a:spcAft>
                <a:spcPts val="0"/>
              </a:spcAft>
              <a:buSzPts val="1000"/>
              <a:buChar char="•"/>
            </a:pPr>
            <a:r>
              <a:rPr lang="en" sz="1000">
                <a:solidFill>
                  <a:schemeClr val="dk1"/>
                </a:solidFill>
              </a:rPr>
              <a:t>Why would people use your app? awareness, virality, fatigue?</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How do you address the regional/global  market? Will it work in all arab countries? Can this be used in other countries- Global market?</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Why did you choose to make this solution?</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What is the technology used? hardware, software hack and so on.</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Security, &amp; Privacy issues?</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Did you use AI, Machine </a:t>
            </a:r>
            <a:r>
              <a:rPr lang="en" sz="1000">
                <a:solidFill>
                  <a:schemeClr val="dk1"/>
                </a:solidFill>
              </a:rPr>
              <a:t>learning, etc.. specify the High level science used?</a:t>
            </a:r>
            <a:endParaRPr sz="1000">
              <a:solidFill>
                <a:schemeClr val="dk1"/>
              </a:solidFill>
            </a:endParaRPr>
          </a:p>
          <a:p>
            <a:pPr indent="0" lvl="0" marL="0" rtl="0" algn="l">
              <a:spcBef>
                <a:spcPts val="640"/>
              </a:spcBef>
              <a:spcAft>
                <a:spcPts val="0"/>
              </a:spcAft>
              <a:buNone/>
            </a:pPr>
            <a:r>
              <a:rPr b="1" lang="en" sz="1000"/>
              <a:t>Business questions</a:t>
            </a:r>
            <a:endParaRPr b="1" sz="1000"/>
          </a:p>
          <a:p>
            <a:pPr indent="-292100" lvl="0" marL="457200" rtl="0" algn="l">
              <a:spcBef>
                <a:spcPts val="640"/>
              </a:spcBef>
              <a:spcAft>
                <a:spcPts val="0"/>
              </a:spcAft>
              <a:buSzPts val="1000"/>
              <a:buChar char="•"/>
            </a:pPr>
            <a:r>
              <a:rPr lang="en" sz="1000"/>
              <a:t>What are monetization/revenue opportunities/funding, e.g. paying app/service, advertising</a:t>
            </a:r>
            <a:endParaRPr sz="1000"/>
          </a:p>
          <a:p>
            <a:pPr indent="-292100" lvl="0" marL="457200" rtl="0" algn="l">
              <a:spcBef>
                <a:spcPts val="0"/>
              </a:spcBef>
              <a:spcAft>
                <a:spcPts val="0"/>
              </a:spcAft>
              <a:buSzPts val="1000"/>
              <a:buChar char="•"/>
            </a:pPr>
            <a:r>
              <a:rPr lang="en" sz="1000"/>
              <a:t>Who would you partner with</a:t>
            </a:r>
            <a:endParaRPr sz="1000"/>
          </a:p>
          <a:p>
            <a:pPr indent="-292100" lvl="0" marL="457200" rtl="0" algn="l">
              <a:spcBef>
                <a:spcPts val="0"/>
              </a:spcBef>
              <a:spcAft>
                <a:spcPts val="0"/>
              </a:spcAft>
              <a:buSzPts val="1000"/>
              <a:buChar char="•"/>
            </a:pPr>
            <a:r>
              <a:rPr lang="en" sz="1000">
                <a:solidFill>
                  <a:schemeClr val="dk1"/>
                </a:solidFill>
              </a:rPr>
              <a:t>What are your preferred distribution channels?</a:t>
            </a:r>
            <a:endParaRPr sz="1000">
              <a:solidFill>
                <a:schemeClr val="dk1"/>
              </a:solidFill>
            </a:endParaRPr>
          </a:p>
          <a:p>
            <a:pPr indent="-292100" lvl="0" marL="457200" rtl="0" algn="l">
              <a:spcBef>
                <a:spcPts val="0"/>
              </a:spcBef>
              <a:spcAft>
                <a:spcPts val="0"/>
              </a:spcAft>
              <a:buSzPts val="1000"/>
              <a:buChar char="•"/>
            </a:pPr>
            <a:r>
              <a:rPr lang="en" sz="1000">
                <a:solidFill>
                  <a:schemeClr val="dk1"/>
                </a:solidFill>
              </a:rPr>
              <a:t>What are your success metrics? </a:t>
            </a:r>
            <a:endParaRPr b="1" sz="1000"/>
          </a:p>
          <a:p>
            <a:pPr indent="0" lvl="0" marL="0" rtl="0" algn="l">
              <a:spcBef>
                <a:spcPts val="640"/>
              </a:spcBef>
              <a:spcAft>
                <a:spcPts val="0"/>
              </a:spcAft>
              <a:buNone/>
            </a:pPr>
            <a:r>
              <a:rPr b="1" lang="en" sz="1000"/>
              <a:t>Next steps (sustainability) </a:t>
            </a:r>
            <a:endParaRPr sz="1000"/>
          </a:p>
          <a:p>
            <a:pPr indent="-292100" lvl="0" marL="457200" rtl="0" algn="l">
              <a:spcBef>
                <a:spcPts val="640"/>
              </a:spcBef>
              <a:spcAft>
                <a:spcPts val="0"/>
              </a:spcAft>
              <a:buSzPts val="1000"/>
              <a:buChar char="•"/>
            </a:pPr>
            <a:r>
              <a:rPr lang="en" sz="1000">
                <a:solidFill>
                  <a:schemeClr val="dk1"/>
                </a:solidFill>
              </a:rPr>
              <a:t>Where do you want to be 6 months for a few years from now? new features, new platform</a:t>
            </a:r>
            <a:endParaRPr sz="1000"/>
          </a:p>
          <a:p>
            <a:pPr indent="-292100" lvl="0" marL="457200" rtl="0" algn="l">
              <a:spcBef>
                <a:spcPts val="0"/>
              </a:spcBef>
              <a:spcAft>
                <a:spcPts val="0"/>
              </a:spcAft>
              <a:buSzPts val="1000"/>
              <a:buChar char="•"/>
            </a:pPr>
            <a:r>
              <a:rPr lang="en" sz="1000">
                <a:solidFill>
                  <a:schemeClr val="dk1"/>
                </a:solidFill>
              </a:rPr>
              <a:t>What are the immediate challenges you foresee and how do you plan to address them?</a:t>
            </a:r>
            <a:endParaRPr sz="1000"/>
          </a:p>
          <a:p>
            <a:pPr indent="-292100" lvl="0" marL="457200" rtl="0" algn="l">
              <a:spcBef>
                <a:spcPts val="0"/>
              </a:spcBef>
              <a:spcAft>
                <a:spcPts val="0"/>
              </a:spcAft>
              <a:buSzPts val="1000"/>
              <a:buChar char="•"/>
            </a:pPr>
            <a:r>
              <a:rPr lang="en" sz="1000"/>
              <a:t>What do you need to be successful? e.g. funding, introductions to partners</a:t>
            </a:r>
            <a:endParaRPr sz="1000"/>
          </a:p>
          <a:p>
            <a:pPr indent="-292100" lvl="0" marL="457200" rtl="0" algn="l">
              <a:spcBef>
                <a:spcPts val="0"/>
              </a:spcBef>
              <a:spcAft>
                <a:spcPts val="0"/>
              </a:spcAft>
              <a:buSzPts val="1000"/>
              <a:buChar char="•"/>
            </a:pPr>
            <a:r>
              <a:rPr lang="en" sz="1000"/>
              <a:t>Who would be interested in this product for funding (Government, Incubators, etc.. ) </a:t>
            </a:r>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7"/>
          <p:cNvSpPr/>
          <p:nvPr/>
        </p:nvSpPr>
        <p:spPr>
          <a:xfrm>
            <a:off x="16450" y="16450"/>
            <a:ext cx="9144000" cy="5143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EFEFEF"/>
              </a:highlight>
            </a:endParaRPr>
          </a:p>
        </p:txBody>
      </p:sp>
      <p:sp>
        <p:nvSpPr>
          <p:cNvPr id="118" name="Google Shape;118;p17"/>
          <p:cNvSpPr txBox="1"/>
          <p:nvPr>
            <p:ph type="title"/>
          </p:nvPr>
        </p:nvSpPr>
        <p:spPr>
          <a:xfrm>
            <a:off x="457200" y="3"/>
            <a:ext cx="82296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600"/>
              <a:t>Tips for Slides</a:t>
            </a:r>
            <a:endParaRPr b="1" sz="3600"/>
          </a:p>
        </p:txBody>
      </p:sp>
      <p:sp>
        <p:nvSpPr>
          <p:cNvPr id="119" name="Google Shape;119;p17"/>
          <p:cNvSpPr txBox="1"/>
          <p:nvPr>
            <p:ph idx="1" type="body"/>
          </p:nvPr>
        </p:nvSpPr>
        <p:spPr>
          <a:xfrm>
            <a:off x="0" y="857400"/>
            <a:ext cx="9144000" cy="3188400"/>
          </a:xfrm>
          <a:prstGeom prst="rect">
            <a:avLst/>
          </a:prstGeom>
        </p:spPr>
        <p:txBody>
          <a:bodyPr anchorCtr="0" anchor="t" bIns="91425" lIns="91425" spcFirstLastPara="1" rIns="91425" wrap="square" tIns="91425">
            <a:noAutofit/>
          </a:bodyPr>
          <a:lstStyle/>
          <a:p>
            <a:pPr indent="0" lvl="0" marL="0" rtl="0" algn="l">
              <a:spcBef>
                <a:spcPts val="640"/>
              </a:spcBef>
              <a:spcAft>
                <a:spcPts val="0"/>
              </a:spcAft>
              <a:buNone/>
            </a:pPr>
            <a:r>
              <a:t/>
            </a:r>
            <a:endParaRPr b="1" sz="1000"/>
          </a:p>
          <a:p>
            <a:pPr indent="-292100" lvl="0" marL="457200" rtl="0" algn="l">
              <a:spcBef>
                <a:spcPts val="640"/>
              </a:spcBef>
              <a:spcAft>
                <a:spcPts val="0"/>
              </a:spcAft>
              <a:buClr>
                <a:schemeClr val="dk1"/>
              </a:buClr>
              <a:buSzPts val="1000"/>
              <a:buChar char="•"/>
            </a:pPr>
            <a:r>
              <a:rPr lang="en" sz="1000">
                <a:solidFill>
                  <a:schemeClr val="dk1"/>
                </a:solidFill>
              </a:rPr>
              <a:t>Make sure that images you include in presentation reflect the target populations- for example, if you are doing a project about the UAE, don’t use photos of blond people and so on.</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Always use diverse examples (men and women (gender balance) and all shades of colors </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Use Arabic name and the translation and make sure to check with Arabic speaking people on the name and pronunciation</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If you create a logo, make sure that it’s appropriate for your target audience</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Feel free to make changes from these slides and the questions but please make sure that you think about all these points mentioned here</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Practice and practice your presentations as even if you build the most important tech solution, if you can’t deliver and present with ease and clarity, no one will appreciate what you did. </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Make sure that the whole team is prepared, relaxed, calm and confidant. </a:t>
            </a:r>
            <a:endParaRPr sz="1000">
              <a:solidFill>
                <a:schemeClr val="dk1"/>
              </a:solidFill>
            </a:endParaRPr>
          </a:p>
          <a:p>
            <a:pPr indent="0" lvl="0" marL="457200" rtl="0" algn="l">
              <a:spcBef>
                <a:spcPts val="640"/>
              </a:spcBef>
              <a:spcAft>
                <a:spcPts val="0"/>
              </a:spcAft>
              <a:buNone/>
            </a:pPr>
            <a:r>
              <a:t/>
            </a:r>
            <a:endParaRPr sz="1000">
              <a:solidFill>
                <a:schemeClr val="dk1"/>
              </a:solidFill>
            </a:endParaRPr>
          </a:p>
          <a:p>
            <a:pPr indent="0" lvl="0" marL="457200" rtl="0" algn="l">
              <a:spcBef>
                <a:spcPts val="640"/>
              </a:spcBef>
              <a:spcAft>
                <a:spcPts val="0"/>
              </a:spcAft>
              <a:buNone/>
            </a:pPr>
            <a:r>
              <a:rPr lang="en" sz="1000">
                <a:solidFill>
                  <a:schemeClr val="dk1"/>
                </a:solidFill>
              </a:rPr>
              <a:t> </a:t>
            </a:r>
            <a:endParaRPr sz="1000">
              <a:solidFill>
                <a:schemeClr val="dk1"/>
              </a:solidFill>
            </a:endParaRPr>
          </a:p>
          <a:p>
            <a:pPr indent="0" lvl="0" marL="457200" rtl="0" algn="l">
              <a:spcBef>
                <a:spcPts val="640"/>
              </a:spcBef>
              <a:spcAft>
                <a:spcPts val="0"/>
              </a:spcAft>
              <a:buNone/>
            </a:pPr>
            <a:r>
              <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ph type="ctrTitle"/>
          </p:nvPr>
        </p:nvSpPr>
        <p:spPr>
          <a:xfrm>
            <a:off x="787575" y="596425"/>
            <a:ext cx="8668200" cy="1541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Clr>
                <a:schemeClr val="dk1"/>
              </a:buClr>
              <a:buSzPts val="1100"/>
              <a:buFont typeface="Arial"/>
              <a:buNone/>
            </a:pPr>
            <a:r>
              <a:rPr b="1" lang="en" sz="1800">
                <a:solidFill>
                  <a:srgbClr val="FF0000"/>
                </a:solidFill>
                <a:highlight>
                  <a:srgbClr val="FFFFFF"/>
                </a:highlight>
              </a:rPr>
              <a:t>This slide is intended for the in-person Hackathon in April and not the ideation by Oct 10 (no presentation for the ideation).</a:t>
            </a:r>
            <a:endParaRPr b="1" sz="1800">
              <a:solidFill>
                <a:srgbClr val="FF0000"/>
              </a:solidFill>
              <a:highlight>
                <a:srgbClr val="FFFFFF"/>
              </a:highlight>
            </a:endParaRPr>
          </a:p>
          <a:p>
            <a:pPr indent="0" lvl="0" marL="0" rtl="0" algn="l">
              <a:lnSpc>
                <a:spcPct val="115000"/>
              </a:lnSpc>
              <a:spcBef>
                <a:spcPts val="1000"/>
              </a:spcBef>
              <a:spcAft>
                <a:spcPts val="0"/>
              </a:spcAft>
              <a:buClr>
                <a:schemeClr val="dk1"/>
              </a:buClr>
              <a:buSzPts val="1100"/>
              <a:buFont typeface="Arial"/>
              <a:buNone/>
            </a:pPr>
            <a:r>
              <a:rPr lang="en" sz="1800">
                <a:solidFill>
                  <a:srgbClr val="FF0000"/>
                </a:solidFill>
                <a:highlight>
                  <a:srgbClr val="FFFFFF"/>
                </a:highlight>
              </a:rPr>
              <a:t>Please ensure that each slide is visually pleasing, engaging and not overloaded with text. Keep the content concise, compelling, creative, impactful and convincing.</a:t>
            </a:r>
            <a:endParaRPr sz="1800">
              <a:solidFill>
                <a:srgbClr val="FF0000"/>
              </a:solidFill>
              <a:highlight>
                <a:srgbClr val="FFFFFF"/>
              </a:highlight>
            </a:endParaRPr>
          </a:p>
          <a:p>
            <a:pPr indent="0" lvl="0" marL="0" marR="0" rtl="0" algn="ctr">
              <a:spcBef>
                <a:spcPts val="1000"/>
              </a:spcBef>
              <a:spcAft>
                <a:spcPts val="0"/>
              </a:spcAft>
              <a:buClr>
                <a:schemeClr val="accent1"/>
              </a:buClr>
              <a:buFont typeface="Arial"/>
              <a:buNone/>
            </a:pPr>
            <a:r>
              <a:t/>
            </a:r>
            <a:endParaRPr b="1" i="1" sz="2000">
              <a:solidFill>
                <a:srgbClr val="FF0000"/>
              </a:solidFill>
            </a:endParaRPr>
          </a:p>
          <a:p>
            <a:pPr indent="0" lvl="0" marL="0" marR="0" rtl="0" algn="ctr">
              <a:spcBef>
                <a:spcPts val="0"/>
              </a:spcBef>
              <a:spcAft>
                <a:spcPts val="0"/>
              </a:spcAft>
              <a:buClr>
                <a:schemeClr val="accent1"/>
              </a:buClr>
              <a:buFont typeface="Arial"/>
              <a:buNone/>
            </a:pPr>
            <a:r>
              <a:rPr b="1" lang="en" sz="3600"/>
              <a:t>Demo Time</a:t>
            </a:r>
            <a:endParaRPr b="1" sz="3600"/>
          </a:p>
          <a:p>
            <a:pPr indent="0" lvl="0" marL="0" rtl="0" algn="ctr">
              <a:spcBef>
                <a:spcPts val="0"/>
              </a:spcBef>
              <a:spcAft>
                <a:spcPts val="0"/>
              </a:spcAft>
              <a:buClr>
                <a:schemeClr val="dk1"/>
              </a:buClr>
              <a:buSzPts val="1100"/>
              <a:buFont typeface="Arial"/>
              <a:buNone/>
            </a:pPr>
            <a:r>
              <a:rPr lang="en" sz="1800">
                <a:solidFill>
                  <a:srgbClr val="B7B7B7"/>
                </a:solidFill>
              </a:rPr>
              <a:t>Spend most of the time demoing your hack, make it engaging, fun, funny, and interesting. </a:t>
            </a:r>
            <a:endParaRPr sz="1800">
              <a:solidFill>
                <a:srgbClr val="B7B7B7"/>
              </a:solidFill>
            </a:endParaRPr>
          </a:p>
          <a:p>
            <a:pPr indent="0" lvl="0" marL="0" rtl="0" algn="ctr">
              <a:spcBef>
                <a:spcPts val="0"/>
              </a:spcBef>
              <a:spcAft>
                <a:spcPts val="0"/>
              </a:spcAft>
              <a:buClr>
                <a:schemeClr val="dk1"/>
              </a:buClr>
              <a:buSzPts val="1100"/>
              <a:buFont typeface="Arial"/>
              <a:buNone/>
            </a:pPr>
            <a:r>
              <a:rPr lang="en" sz="1800">
                <a:solidFill>
                  <a:srgbClr val="B7B7B7"/>
                </a:solidFill>
              </a:rPr>
              <a:t>Make sure to engage judges and the audience</a:t>
            </a:r>
            <a:endParaRPr sz="1800">
              <a:solidFill>
                <a:srgbClr val="B7B7B7"/>
              </a:solidFill>
            </a:endParaRPr>
          </a:p>
          <a:p>
            <a:pPr indent="0" lvl="0" marL="0" rtl="0" algn="ctr">
              <a:spcBef>
                <a:spcPts val="0"/>
              </a:spcBef>
              <a:spcAft>
                <a:spcPts val="0"/>
              </a:spcAft>
              <a:buClr>
                <a:schemeClr val="dk1"/>
              </a:buClr>
              <a:buSzPts val="1100"/>
              <a:buFont typeface="Arial"/>
              <a:buNone/>
            </a:pPr>
            <a:r>
              <a:rPr lang="en" sz="1800">
                <a:solidFill>
                  <a:srgbClr val="B7B7B7"/>
                </a:solidFill>
              </a:rPr>
              <a:t>Make sure to practice a lot and have the flow natural and be fully prepared. </a:t>
            </a:r>
            <a:endParaRPr sz="1800">
              <a:solidFill>
                <a:srgbClr val="B7B7B7"/>
              </a:solidFill>
            </a:endParaRPr>
          </a:p>
          <a:p>
            <a:pPr indent="0" lvl="0" marL="0" marR="0" rtl="0" algn="ctr">
              <a:spcBef>
                <a:spcPts val="0"/>
              </a:spcBef>
              <a:spcAft>
                <a:spcPts val="0"/>
              </a:spcAft>
              <a:buClr>
                <a:schemeClr val="accent1"/>
              </a:buClr>
              <a:buFont typeface="Arial"/>
              <a:buNone/>
            </a:pPr>
            <a:r>
              <a:t/>
            </a:r>
            <a:endParaRPr b="1" sz="3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YUAD Hackathon">
  <a:themeElements>
    <a:clrScheme name="Bureau">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